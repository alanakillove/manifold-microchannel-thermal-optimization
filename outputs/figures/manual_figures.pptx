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notesSlides/notesSlide1.xml" ContentType="application/vnd.openxmlformats-officedocument.presentationml.notesSlide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notesSlides/notesSlide2.xml" ContentType="application/vnd.openxmlformats-officedocument.presentationml.notesSlide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800"/>
    <a:srgbClr val="F6630D"/>
    <a:srgbClr val="FEC200"/>
    <a:srgbClr val="0097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848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1:35.84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0 0 9830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04.79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1,'1'19,"0"0,1 0,1 0,0-1,2 1,0-1,1 0,1 0,1-1,15 27,-9-26,32 32,-1-3,-22-22,1-2,1 0,1-2,1 0,1-2,39 20,-64-37,-1-1,1 0,-1 0,1 0,0 0,0 0,0 0,-1-1,1 1,0-1,0 0,0 0,0 0,0 0,0-1,-1 1,6-2,6 0,2 0,-13 2,1 0,-1 0,1-1,-1 1,0-1,1 0,5-2,-8 2,-1 1,0 0,1-1,-1 1,0 0,1-1,-1 1,0 0,1-1,-1 1,0 0,0-1,1 1,-1-1,0 1,0-1,0 1,0 0,0-1,0 1,0-1,1 1,-1-1,-1 0,1-1,0 1,-1-1,0 0,1 1,-1-1,0 0,0 1,0-1,0 1,-1-2,-13-14,0 0,-2 1,-22-17,-24-22,54 45,0 0,0 0,1-1,-7-11,54 41,159 91,-143-76,90 70,-63-37,-79-65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07.70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18.55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905 100,'0'3,"1"0,0 0,0 1,0-1,0 0,0 0,0 0,1 0,-1-1,1 1,0 0,3 3,31 32,-27-29,19 17,0-2,2-1,1-2,0 0,54 24,179 61,-169-71,-90-34,-1 1,0-1,0 1,1 0,-1 0,0 0,-1 1,1-1,0 1,-1 0,1 0,-1 1,0-1,0 0,3 6,-4-6,-1 0,1 0,0-1,0 1,1-1,-1 1,0-1,1 0,-1 0,6 3,-10-12,-7-3,-7-4,-1 2,-1 0,0 1,-22-11,-84-30,65 28,-351-132,410 156,0 0,0 0,0 0,0 0,-1 0,1 0,0-1,0 1,0 0,0 0,0 0,0 0,-1 0,1 0,0 0,0 0,0 0,0 0,0 0,-1 0,1 0,0 0,0 0,0 0,0 0,0 0,-1 0,1 0,0 0,0 0,0 0,0 0,0 0,-1 0,1 0,0 0,0 0,0 0,0 0,0 0,0 0,-1 1,1-1,0 0,0 0,0 0,0 0,0 0,0 0,0 1,0-1,0 0,0 0,-1 0,1 0,0 0,0 1,0-1,0 0,0 0,9 12,25 21,-26-26,49 45,2-2,3-4,1-2,2-3,137 64,-165-89,84 35,-172-81,-68-29,-3 6,-2 4,-1 6,-184-37,279 74,30 6,0 0,0 0,0 0,0 0,0 0,-1 0,1-1,0 1,0 0,0 0,0 0,0 0,-1 0,1 0,0 0,0 0,0 0,0 0,-1 0,1 0,0 0,0 0,0 0,0 0,-1 0,1 0,0 0,0 0,0 0,0 0,-1 1,1-1,0 0,0 0,0 0,0 0,0 0,0 0,-1 0,1 1,0-1,0 0,0 0,0 0,0 0,0 0,0 1,8 6,19 10,-24-16,182 115,-101-61,105 52,-188-107,-1 1,1-1,-1 0,1 1,-1-1,1 0,0 0,-1 1,1-1,-1 0,1 0,0 0,-1 0,1 1,0-1,-1 0,1 0,0 0,-1-1,1 1,0 0,0 0,-5-11,-20-17,-1 3,-1 2,-45-30,-64-32,62 40,66 43,11 11,0-3,17 20,-18-23,0 0,0 1,0-1,0 1,0 0,-1 0,0 0,0 1,0-1,2 5,-4-8,-1 0,1-1,0 0,-1 1,1-1,0 1,-1-1,1 1,-1-1,1 0,-1 1,1-1,-1 0,1 1,-1-1,1 0,-1 0,1 0,-1 1,1-1,-1 0,1 0,-1 0,0 0,1 0,-1 0,1 0,-1 0,0 0,1 0,-1-1,0 1,-21-3,3-4,0-2,-31-19,27 15,13 8,0-1,0 2,-20-7,-42-16,40 17,-33-16,52 19,-1 0,1-1,1-1,-1 0,2-1,-17-15,-3-3,-1 1,-1 2,-1 2,-38-20,56 34,81 50,-55-34,0 0,-1 0,0 1,0 0,8 10,11 10,-14-12,-14-15,-9-9,-8-10,-1 1,-1 1,-42-26,15 19,36 20,1-2,-1 1,1-1,0-1,-15-12,-55-40,72 51,-1 1,0 0,-1 1,1 0,-1 0,0 1,0 0,-1 0,-12-3,21 7,0 0,1 0,-1 0,0 0,1 0,-1 0,0 0,0 0,1 0,-1 1,0-1,1 0,-1 0,1 0,-1 1,0-1,1 0,-1 1,1-1,-1 1,1-1,-1 1,1-1,-1 1,1-1,-1 1,1-1,0 1,-1 0,1-1,0 1,0-1,-1 1,1 0,0-1,0 1,0 0,0-1,0 1,0 0,0-1,0 1,0 1,0-1,0 0,0 1,0-1,0 0,1 1,-1-1,0 1,1-1,-1 0,1 0,0 1,-1-1,1 0,0 0,0 0,0 0,0 0,0 0,0 0,0 0,2 2,3-1,0 0,0 0,0 0,8 0,-9-1,0 0,-1 0,1 0,-1 0,1 1,-1-1,1 1,-1 1,5 2,6 5,1-1,21 9,67 36,-86-43,0 1,22 20,-27-22,1-1,0-1,1 0,0-1,0 0,22 5,-30-9,0 0,0 0,0 1,7 4,-8-4,-26-18,-38-25,42 32,0 0,-20-4,23 7,0 0,0-1,0 0,-19-12,-55-27,85 42,1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21.70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279 357,'3'6,"1"0,0 1,0-1,1 0,0-1,0 1,0-1,1 0,6 4,-1 1,49 40,102 65,76 27,35 6,-354-206,-223-99,103 57,155 74,23 12,-33-14,61 31,0 0,0 1,0 0,6 6,8 6,53 34,2-2,2-4,2-3,2-4,2-3,113 31,-66-28,-128-36,0 0,0-1,0 0,1 1,-1-1,0 0,1 0,-1 0,0 0,1 0,-1 0,0 0,2 0,-3-1,0 1,1 0,-1 0,0 0,0-1,0 1,0 0,0 0,0-1,1 1,-1 0,0-1,0 1,0 0,0 0,0-1,0 1,0 0,0-1,0 1,0 0,0 0,-1-1,1 1,0 0,0 0,0-1,0 1,0 0,0 0,-1-1,1 1,0 0,-1-1,-25-28,-13-4,-1 1,-49-29,-94-45,98 58,51 29,-70-41,-114-84,204 131,26 17,25 15,76 41,4-6,169 55,-286-109,0 0,1 1,-1-1,0 0,0 0,0 0,0 0,1 0,-1 0,0 0,0 0,0 1,1-1,-1 0,0 0,0 0,0 0,1 0,-1 0,0 0,0 0,0 0,1 0,-1 0,0 0,0 0,0 0,1-1,-1 1,0 0,0 0,0 0,0 0,1 0,-1 0,0 0,0 0,0-1,0 1,1 0,-1 0,0-1,-6-7,-13-11,-36-26,-1 3,-120-67,76 58,-116-41,212 91,7 4,16 10,30 16,223 103,-271-132,-1 1,1-1,0 1,0-1,0 1,-1-1,1 0,0 1,0-1,0 0,0 0,0 0,0 0,0 0,0 0,-1 0,1 0,0 0,0 0,0 0,0 0,1-1,-2 0,0 0,0 0,0 1,0-1,0 0,-1 0,1 0,0 1,0-1,-1 0,1 0,0 1,-1-1,1 0,-1 1,1-1,-1 0,0 0,-32-34,-12 0,-2 3,0 1,-69-32,43 25,55 29,-1 1,-24-8,24 9,3 1,1-1,-18-11,-24-11,-43-22,96 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31.34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3 290,'6'2,"-1"0,1 0,0-1,0 0,8 1,14 3,-14 0,16 5,-28-10,-1 1,1-1,-1 0,0 0,1 1,-1-1,1 0,-1 0,0-1,1 1,-1 0,1 0,-1-1,0 1,1-1,0 0,-1 0,0 0,0-1,0 1,0-1,0 1,0-1,-1 1,1-1,-1 1,1-1,-1 0,0 1,0-1,0-3,1-27,-1 26,0 3,-1 1,0-1,0 0,0 1,0-1,0 1,-1 0,1-1,-1 1,1 0,-1 0,0 0,0 0,0 0,0 0,0 0,-1 1,-2-3,-3-1,1 1,-1 0,1 0,-16-5,5 5,15 4,0-1,0 1,0-1,0 0,0 0,0 0,-3-2,5 2,0 0,0 0,0 0,0 0,0 0,0-1,1 1,-1 0,0 0,1-1,-1 1,1 0,-1 0,1-1,-1 1,1-1,0 1,0 0,0-1,0-1,-6-31,5 30,0 0,0 0,1 0,-1 0,1 0,0 0,0 0,0 0,0 0,1-1,0 1,1-6,0 5,-1 0,1 0,-1 0,-1 0,1-1,-1-9,0 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35.79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0,'1'1,"1"-1,-1 0,0 0,0 1,1-1,-1 0,0 1,0-1,0 1,0 0,0-1,0 1,0 0,0 0,0 0,0-1,0 1,1 1,14 24,2-1,-9-17,31 23,25 19,24 2,2 3,5 4,-39-26,-42-26,0 2,18 12,2 4,71 37,-32-21,-29-7,-9-6,42 34,15 8,-81-61,-1 0,17 17,7 6,25 17,-22-17,1-1,46 26,26 18,-84-54,1-1,1-2,58 27,22-5,203 47,-284-81,-7-2,0 1,0 0,38 17,-47-15,-8-5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40.86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1801 1001,'-3'-2,"-1"0,1 0,-1 1,1-1,-1 1,0 0,1 0,-1 1,0-1,0 1,-4-1,-23-4,-10-12,-42-22,-27-11,72 33,-47-29,74 40,-31-25,32 23,0 1,-1-1,-11-5,-26-12,22 11,-31-13,-126-57,129 57,16 10,21 10,0-1,0 0,0-2,-26-19,-104-115,125 125,-1 2,-1 0,0 2,-50-23,-71-35,7-1,110 59,15 9,0-1,-14-11,15 9,-1 0,-23-12,34 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2:50.94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5 126,'8'9,"1"0,0 0,0 0,1-1,0-1,1 0,19 10,5 5,238 136,-256-151,-23-16,-24-17,-166-100,149 97,34 21,1 0,0 0,1-2,0 1,0-2,1 1,-13-19,11 14,8 12,1 0,0-1,0 0,0 1,1-1,-1 0,1-1,0 1,0 0,-2-9,4 12,0 0,0 0,0 0,0 0,0 0,0 0,0 0,1 0,-1 0,0 0,1 0,-1 0,1 0,-1 0,1 0,-1 0,1 1,-1-1,1 0,0 0,0 1,-1-1,1 0,0 1,0-1,0 1,0-1,0 1,0-1,0 1,0 0,0-1,0 1,0 0,0 0,0 0,0 0,0 0,1 0,1 0,0 0,0 0,0 0,0 1,0 0,0-1,0 1,0 0,0 0,0 1,4 2,7 8,-15-12,1 0,-1 1,1-1,-1 0,1 0,-1 0,0 1,1-1,-1 0,1 0,-1 0,0 0,1 0,-1 0,1 0,-1 0,0 0,1-1,-1 1,1 0,-1 0,0-1,1 1,-1 0,0-1,-1 0,1 1,-1-1,1 0,-1 0,1 0,0 0,-1 0,1 0,0 0,0 0,-1-1,1 1,-1-3,-14-12,12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00.02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04.64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601 344 0,'-601'-344'0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16.40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507 291 0,'-507'-291'0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18.12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11,'-2'-1,"-2"-1,-1 0,1 1,-2-1,2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21.33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3:26.56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481 309 0,'-481'-308'0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32.02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230 135,'-5'-1,"0"0,0 0,1 0,-1-1,1 0,0 0,-1 0,1-1,0 1,0-1,0 0,1 0,-1 0,-5-7,-4-2,42 15,-26-1,1 0,0 0,-1 0,1 0,-1 0,1 1,-1 0,0-1,0 1,0 0,-1 1,5 6,-7-10,1 0,-1 0,0 0,0 0,0 1,0-1,0 0,0 0,0 0,0 1,0-1,0 0,0 0,0 0,0 1,0-1,0 0,0 0,0 0,0 1,0-1,0 0,-1 0,1 0,0 1,0-1,0 0,0 0,0 0,0 0,-1 0,1 1,0-1,0 0,0 0,0 0,-1 0,1 0,0 0,0 0,0 0,0 0,-1 1,-10-5,-10-10,20 14,-40-33,30 23,-1 0,0 1,-1 0,0 1,0 0,-19-6,-4 1,32 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32.59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0,'0'2,"0"4,0 2,0 4,0 1,0 0,0-2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36.23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10 119,'-9'-115,"9"111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44.29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0,'3'1,"-1"0,0-1,1 1,-1 0,0 0,0 0,0 1,0-1,0 0,0 1,0 0,2 1,20 23,-18-19,53 57,-52-57,1 0,0-1,1 0,0 0,0-1,14 6,-16-7,1 1,-1-1,-1 1,1 1,-1-1,0 1,6 7,19 16,-16-19,-13-10,-9-6,-78-57,52 36,21 18,0-1,1 1,1-2,-12-13,12 6,9 17,1 0,-1 1,1-1,-1 0,1 0,0 0,-1 1,1-1,0 0,0 0,-1 0,1 0,0 1,0-1,0 0,0 0,0 0,1 0,-1 0,0-1,27 24,-3 1,1-1,56 37,-54-40,154 91,-140-87,-33-19,-9-5,-16-11,-5-3,-7-8,19 17,1-1,0-1,0 0,1 0,0 0,-11-15,14 16,-1 0,0 1,0 0,0 0,-1 1,0 0,0 0,0 0,-16-6,62 44,67 45,138 103,-228-172,-15-10,-8-6,-29-26,28 26,5 4,-1-1,0 1,0 0,0 0,0 1,0-1,-1 1,1 0,-1 0,-5-2,-3 0,23 4,25 7,-18 5,24 20,-4-3,-37-29,-1 0,1 0,0 0,0 0,0 0,0 0,0 0,0 0,0 0,0 0,0 0,0 0,0 0,0 0,0 0,0 0,0 0,0 0,0 0,0 0,0 1,0-1,0 0,0 0,0 0,0 0,0 0,0 0,0 0,0 0,0 0,0 0,0 0,0 0,0 0,0 0,0 0,0 0,0 0,0 0,0 1,0-1,0 0,0 0,-10-3,-14-6,18 5,-1-1,1 0,0-1,0 1,-9-13,-12-10,4 11,22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45.88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0,'0'1,"0"1,0 3,1 1,0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54.21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0,'18'11,"25"18,-35-23,71 60,-107-82,23 14,1 0,0 0,-1 0,1-1,0 0,-6-5,10 8,0 0,0 0,0 0,-1 0,1 0,0 0,0-1,0 1,0 0,0 0,0 0,-1 0,1-1,0 1,0 0,0 0,0 0,0-1,0 1,0 0,0 0,0 0,0-1,0 1,0 0,0 0,0 0,0-1,0 1,0 0,0 0,0 0,0 0,0-1,1 1,-1 0,0 0,0 0,0 0,0-1,0 1,0 0,1 0,-1 0,13-3,-11 2,1 1,0 0,0 1,0-1,0 0,0 1,4 1,72 60,-60-51,80 43,-2 1,-17-15,-62-31,0 2,17 14,-5-5,39 20,-49-30,-1 1,0 1,26 21,-35-24,0-1,1-1,0 0,0 0,0-1,15 5,3-1,43 9,-66-18,17 4,-17-9,-11-8,-9-4,0 1,-1 1,-1 0,0 1,-24-15,14 9,-29-25,25 15,45 41,0-1,32 17,-33-20,59 32,1-2,1-4,138 41,-212-75,-1 0,0 0,0 0,0 1,1-1,-1 0,0 0,0 0,1 0,-1 0,0 0,0 0,1 0,-1 0,0 0,0 0,1 0,-1 0,0 0,0 0,1 0,-1 0,0 0,0 0,1 0,-1 0,0 0,0-1,0 1,1 0,-1 0,0 0,0 0,0 0,1-1,-6-8,-20-16,17 18,0-3,-1 1,-1 0,0 0,0 1,-13-8,19 17,6 4,6 9,5-1,1 0,0 0,1-1,0-1,1 0,1-1,-1-1,32 12,-3-4,0-2,62 11,-14-8,-15-3,90 28,-150-40,-24-12,-31-19,32 25,-32-22,-1 2,-1 2,-1 1,-63-21,103 40,0 1,-1 0,1-1,0 1,-1 0,1 0,-1 0,1 0,0-1,-1 1,1 0,-1 0,1 0,-1 0,1 0,-1 0,1 0,0 0,-1 0,1 0,-1 0,1 0,-1 1,1-1,0 0,-2 1,9 8,19 12,17 8,1-2,1-2,2-2,60 21,204 47,-310-91,-1 0,1 1,0-1,0 0,0 0,-1 0,1 1,0-1,0 0,0 0,-1 0,1 0,0-1,0 1,0 0,-1 0,1 0,0-1,1 0,-2 1,0 0,0-1,0 1,0-1,0 1,0-1,0 1,0-1,0 1,0-1,0 1,0-1,0 1,-1-1,1 1,0 0,0-1,0 1,-1-1,1 1,0 0,-1-1,0 0,-28-29,-14-5,-1 3,-1 1,-1 2,-2 2,-1 3,-1 1,-70-21,106 39,10 3,-1 1,1-1,0 1,-1 0,1 0,0 0,-1 0,1 1,-1 0,-6 0,10 0,1 1,0-1,0 0,-1 0,1 0,0 0,0 1,0-1,-1 0,1 0,0 1,0-1,0 0,0 0,0 1,0-1,0 0,-1 0,1 1,0-1,0 0,0 0,0 1,0-1,0 0,0 1,0-1,0 0,0 0,1 1,-1-1,0 0,0 0,0 1,0-1,0 0,0 0,0 1,1-1,-1 0,0 0,0 0,0 1,1-1,-1 0,0 0,0 0,1 1,12 12,-12-12,33 28,1-2,1-1,1-2,1-1,65 27,-48-28,1-2,1-2,97 16,-144-32,-2 0,-1-1,1 0,0-1,11 0,-18 0,-1 0,1 0,-1 0,1 0,-1 0,1 0,-1 0,1 0,-1-1,1 1,-1 0,1 0,-1-1,1 1,-1 0,1 0,-1-1,0 1,1 0,-1-1,0 1,1-1,-1 1,0-1,0 1,1 0,-1-1,0 1,0-1,0 1,1-1,-1 1,0-1,0 1,0-1,0 1,0-1,0 1,0-1,0 1,0-1,0 1,-1-1,1 1,0-1,0 1,0-1,-1 1,1-1,-16-23,-14-4,0 1,-2 1,-59-36,54 38,13 8,-29-21,-1 3,-89-41,271 146,-46-30,2-4,93 29,-156-63,-21-3,0 0,0 0,0 0,0 0,1 0,-1 0,0 0,0 0,0 0,0 0,0 0,0 0,1 0,-1-1,0 1,0 0,0 0,0 0,0 0,0 0,0 0,0-1,0 1,0 0,0 0,0 0,0 0,0 0,0 0,0-1,0 1,0 0,0 0,0 0,0 0,0 0,0-1,0 1,0 0,0 0,0 0,0 0,0 0,0-1,0 1,0 0,0 0,0 0,-1 0,1 0,0 0,0 0,0 0,0-1,-30-25,-45-27,-133-72,206 125,5 3,10 8,25 18,16 3,2-3,0-1,2-4,1-1,1-4,91 19,-148-38,1 1,-1 0,0-1,0 0,0 0,1 0,2 0,-5 0,-1 0,0 0,0 0,0 0,0 0,0 0,1-1,-1 1,0 0,0 0,0 0,0 0,0 0,0 0,0 0,0 0,0-1,1 1,-1 0,0 0,0 0,0 0,0 0,0-1,0 1,0 0,0 0,0 0,0 0,0 0,0-1,0 1,0 0,0 0,0 0,0 0,0 0,0 0,0-1,0 1,-1 0,1 0,0 0,0 0,0 0,0-1,-13-11,-38-26,-2 2,-2 2,-102-46,156 80,1-1,-1 1,1-1,-1 1,1 0,-1 0,0-1,1 1,-1 0,1 0,-1 0,0 0,1-1,-1 1,1 0,-1 0,0 0,1 0,-1 0,1 1,-1-1,0 0,1 0,-1 0,7 12,20 14,-9-13,0 0,0-2,2 0,-1 0,1-2,1-1,-1 0,1-1,1-1,31 4,-39-6,-9-3,-1 0,0 0,1 0,-1-1,0 1,1-1,-1 0,1 0,-1 0,5-1,-9-1,0 1,0-1,0 1,0-1,0 1,0-1,-1 1,1 0,-1-1,1 1,-2-1,1 1,-32-25,-1 1,-2 3,-58-29,38 22,-176-79,120 58,95 42,1 0,0-2,1 1,-21-17,27 15,0 0,0-1,1 0,0-1,-8-16,-12-17,22 38,3 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57.68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790 475,'-5'-5,"0"1,-1 0,0 0,0 1,-11-6,-20-13,-2 0,4 3,-13-13,-5 1,9 2,31 20,-1 0,0 1,0 0,-17-6,21 10,0 0,1-1,-15-10,-17-9,10 10,0-2,-54-35,7-2,-3-1,79 52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3:59.0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62 51,'-1'-2,"1"1,-1-1,1 0,-1 0,0 1,1-1,-1 0,0 1,0-1,-1 1,1-1,0 1,0-1,-1 1,1 0,-1 0,1 0,-3-2,-31-16,31 18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4:03.09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0,'877'503'0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07.08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1,'1'2,"1"1,-1-1,1 1,0-1,-1 0,1 0,0 0,0 0,1 0,3 3,-1 0,123 102,-112-95,-1 0,2 0,0-2,0 0,1-1,19 7,35 19,-12-8,-45-22,0 1,-1 1,22 14,-65-39,-59-26,3 2,47 24,26 12,1 1,-1-2,1 0,-14-9,25 16,-12-12,11 8,11 6,0 2,-1 1,1 0,-1 1,0 0,-1 0,13 12,22 15,-4-10,79 32,-7-3,-62-33,-38-15,0-1,-1 2,18 9,24 27,-40-31,0 0,1 0,20 10,13 7,-42-25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13.33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1311 522,'-1'-2,"1"0,-1 1,1-1,-1 1,1-1,-1 1,0 0,0-1,0 1,1 0,-2-1,1 1,0 0,0 0,0 0,-3-2,-25-17,21 15,-35-20,0 3,-46-18,16 8,-152-69,-285-144,496 239,11 7,19 19,41 29,2-3,2-3,68 36,-102-62,304 160,-135-77,-166-84,0 2,48 36,-69-45,-14-9,-22-12,24 10,-551-255,353 175,197 80,-23-6,27 8,0 0,0 0,0 0,0 1,-1-1,1 0,0 0,0 0,0 0,0 0,0 0,0 0,-1 0,1 0,0 0,0 0,0 1,0-1,0 0,0 0,0 0,0 0,-1 0,1 0,0 1,0-1,0 0,0 0,0 0,0 0,0 1,0-1,0 0,0 0,0 0,0 0,0 0,0 1,0-1,0 0,0 0,0 0,0 0,1 0,-1 1,10 15,11 10,1 0,2-2,33 26,89 62,-137-106,84 58,109 55,108 33,-273-138,-37-14,0 0,0 0,0 0,0 0,0 0,0 0,0 0,0 0,0 0,0 0,0-1,0 1,0 0,0 0,0 0,0 0,0 0,0 0,0 0,0 0,0 0,0 0,0 0,0 0,0-1,0 1,0 0,0 0,0 0,0 0,0 0,0 0,1 0,-1 0,0 0,0 0,0 0,0 0,0 0,0 0,0 0,0 0,0 0,0 0,0 0,1 0,-1 0,0 0,0 0,0 0,0 0,0 0,0 0,0 0,-18-14,-378-218,-20 38,407 190,-163-62,170 65,0 0,0 1,0-1,-1 1,1 0,0-1,0 1,-1 0,-2 1,5-1,0 0,-1 0,1 0,0 0,-1 0,1 0,0 1,0-1,-1 0,1 0,0 0,0 0,-1 1,1-1,0 0,0 0,0 1,-1-1,1 0,0 0,0 1,0-1,0 0,0 1,-1-1,1 0,0 0,0 1,0-1,0 0,0 1,0-1,0 0,0 1,0-1,1 1,0 2,0 1,1-1,0 1,0-1,0 0,0 0,1 0,-1 0,4 3,36 33,1-2,1-2,2-1,2-3,73 36,-105-59,-9-3,1-1,0 0,0 0,1-1,-1 0,16 3,-24-6,0 0,0 0,0 0,0 0,1 0,-1 0,0-1,0 1,0 0,0 0,1 0,-1 0,0 0,0 0,0 0,0-1,0 1,0 0,1 0,-1 0,0 0,0-1,0 1,0 0,0 0,0 0,0 0,0-1,0 1,0 0,0 0,0 0,0 0,0-1,0 1,0 0,0 0,0 0,0-1,0 1,0 0,0 0,0 0,0 0,0-1,-1 1,1 0,0 0,0 0,0 0,0 0,0 0,0-1,-1 1,1 0,0 0,0 0,0 0,0 0,-1 0,1 0,0 0,-13-15,0 0,0 1,-2 1,0 1,-17-13,19 16,-76-55,-120-63,-106-36,288 151,18 9,9 4,45 28,2-2,60 26,107 34,336 119,-630-265,-36-18,-166-81,-139-26,352 160,67 23,0 1,1-1,-1 1,0-1,0 1,1-1,-1 1,0 0,0 0,0 0,0 0,1 0,-1 1,0-1,0 0,-2 2,3-2,1 0,0 1,0-1,0 1,-1-1,1 0,0 1,0-1,0 0,0 1,0-1,0 1,0-1,0 0,0 1,0-1,0 1,0-1,0 0,0 1,0-1,0 1,0-1,1 1,10 18,3-1,2 0,1-1,31 27,65 39,-106-78,71 46,3-3,2-4,1-3,2-4,2-4,111 27,-189-57,-7-2,1 0,0 0,-1 0,1-1,0 1,-1-1,1 0,0 0,6 0,-10-1,0 1,1 0,-1 0,0 0,0 0,1 0,-1 0,0 0,0 0,0-1,1 1,-1 0,0 0,0 0,0 0,1-1,-1 1,0 0,0 0,0 0,0-1,0 1,0 0,0 0,0-1,1 1,-1 0,0 0,0-1,0 1,0 0,0 0,0-1,0 1,0 0,0 0,-1-1,1 1,0 0,0 0,0-1,0 1,0 0,0 0,-1-1,-8-10,9 10,-48-46,-80-60,97 83,-30-19,143 93,110 48,96 21,-257-107,-8-2,0-1,35 7,-58-16,0 0,1 1,-1-1,0 0,0 0,1 0,-1 0,0 0,0 0,1 0,-1 0,0 0,1 0,-1 0,0 0,0 0,1 0,-1 0,0 0,1-1,-1 1,0 0,0 0,1 0,-1 0,0 0,0-1,0 1,1 0,-1 0,0 0,0-1,0 1,1 0,-1-1,-3-10,-14-12,-32-28,-81-64,74 67,52 43,19 14,38 27,-38-25,69 45,2-4,172 78,-256-130,3 3,1-1,-1 0,1 0,-1 0,1-1,0 0,0 0,8 0,-14-1,1 0,-1 0,1 0,-1-1,1 1,0 0,-1 0,1 0,-1 0,1 0,-1-1,1 1,-1 0,0-1,1 1,-1 0,1-1,-1 1,0 0,1-1,-1 1,1-1,-1 1,0-1,0 1,1-1,-1 1,0-1,0 0,-3-18,-17-16,-1 9,-1 1,-1 1,-1 1,-1 1,-53-36,32 14,29 27,15 13,-1 1,0 0,1 0,-1 1,-1-1,-5-3,-3-1,0-1,0 0,1 0,0-1,0-1,1 0,-9-11,19 21,-1 0,1 0,0 0,0-1,0 1,0 0,0 0,-1 0,1 0,0 0,0 0,0 0,0-1,0 1,0 0,0 0,-1 0,1 0,0-1,0 1,0 0,0 0,0 0,0 0,0-1,0 1,0 0,0 0,0 0,0 0,0-1,0 1,0 0,0 0,0 0,0 0,0-1,1 1,-1 0,0 0,0 0,0 0,0-1,0 1,0 0,0 0,1 0,-1 0,0 0,0 0,0 0,0-1,0 1,1 0,13 2,19 10,31 18,-24-11,54 18,-86-33,0-1,0 1,0 0,11 9,-11-7,0-1,0 0,1-1,9 4,5 3,-13-5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19.08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0,'22'13,"-10"-5,135 78,-108-62,0-2,43 18,3 7,-10-4,-27-12,-27-16,1 3,-17-14,1 1,-1-1,1-1,8 5,5 3,-1 0,0 0,18 17,-14-11,11 6,51 25,-45-26,38 19,-25-4,-38-25,1-1,1-1,20 10,-19-11,0 1,18 12,19 12,-14-10,59 44,-26-16,-53-38,-10-6,1-1,0 0,12 5,-16-9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20.39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0,'30'25,"0"-1,2-2,0-1,37 16,-49-25,208 94,8-20,-57-22,-146-48,-31-14,-3-2,-19-8,-320-159,87 41,238 119,9 4,0 1,0-1,0-1,-6-3,14 5,8 3,11 3,108 38,-117-39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4:39.37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0,'257'326'0,"541"140"0,-1054-792 0,-543-140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52.43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53.14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0,'82'58,"131"72,102 21,-308-148,-3-2,1 1,-1 0,0 0,0 1,7 5,-6-3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53.78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1,'23'17,"-1"2,33 33,3 4,2-8,117 69,-26-19,-130-82,-15-11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4:54.62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0,'13'12,"13"8,8 8,7 1,3 0,-2-1,-6-5,-4-4,-8-4,-6-3,-5-4,-4-2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06.17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290 0,'1'2,"-1"-1,1 0,0 1,-1-1,1 0,0 1,0-1,0 0,0 0,0 0,0 1,0-1,2 1,1 2,22 19,2-2,0 0,0-1,2-2,38 17,166 61,-186-78,-24-9,-124-47,-177-60,272 97,0 0,-1 0,1 0,-1 0,1 1,-8 0,12 0,0 1,1-1,-1 0,0 0,1 0,-1 0,1 0,-1 1,1-1,-1 0,0 1,1-1,-1 0,1 1,-1-1,1 1,0-1,-1 0,1 1,-1-1,1 1,0-1,-1 1,1 0,0 1,0-1,0 0,0 1,0-1,0 0,0 1,1-1,-1 0,0 0,1 1,-1-1,1 0,-1 0,1 1,0-1,1 2,8 9,1 1,0-1,1-1,0 0,15 10,9 9,5 3,-41-33,0 0,0 0,0 0,-1 0,1 0,0 0,0 0,0 0,0 0,-1 0,1 0,0 0,0 0,0 0,0 0,0 0,-1 0,1 0,0 0,0 0,0 0,0 0,-1 0,1 0,0 0,0 0,0 0,0 1,0-1,-1 0,1 0,0 0,0 0,0 0,0 0,0 0,0 1,0-1,0 0,-1 0,1 0,0 0,0 1,0-1,0 0,0 0,0 0,0 0,0 1,0-1,0 0,0 0,0 0,0 0,0 1,0-1,0 0,0 0,0 0,1 0,-1 0,0 1,0-1,0 0,0 0,-15-2,-22-10,0-2,-41-21,-5-2,-4-1,-47-17,130 54,-20-6,23 6,0 1,0 0,0-1,0 1,0 0,0 0,0 0,0 0,0 0,0 0,0 0,0 0,0 1,0-1,0 0,0 1,0-1,-2 1,3 0,0 0,0-1,0 1,0 0,0-1,0 1,0 0,0-1,0 1,0 0,0-1,0 1,1 0,-1-1,0 1,0 0,1-1,-1 1,0 0,1-1,-1 1,1-1,0 1,14 18,-11-13,14 11,-15-15,0 0,-1 1,1-1,-1 1,0-1,0 1,0 0,0-1,3 7,-5-8,0 0,0 0,0 0,0 0,0 0,-1 0,1 0,0 0,-1 1,1-2,-1 1,1 0,-1 0,1 0,-1 0,1 0,-1 0,0 0,0-1,1 1,-1 0,0-1,0 1,0-1,0 1,0 0,0-1,0 0,0 1,-1-1,0 1,-1 0,1 0,0-1,0 1,-1-1,1 1,0-1,0 0,-1 0,1 0,0 0,-1 0,-2-1,-23-21,13 11,26 25,26 16,-4-4,26 22,-21-19,6 4,69 41,-47-34,-58-35,1-1,1 0,-1-1,0 0,1-1,0 1,12 0,20 5,-39-8,1 1,-1 0,0 0,1 0,-1 0,0 0,0 1,0 0,0-1,0 1,0 0,0 0,-1 1,1-1,-1 1,1-1,-1 1,2 3,10 9,1 0,1 0,0-1,1-1,33 20,-38-27,1 0,-1 0,24 6,9 4,-45-16,0 1,0-1,0 0,0 0,0 0,0 0,0 0,0 0,0 0,0 0,0 0,0 0,0 0,0 0,-6-2,1-1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07.8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0,'0'294'0,"190"-294"0,-380-294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12.61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1,'3'4,"1"0,0 0,-1 0,1-1,0 1,1-1,-1 0,1 0,8 4,11 8,25 22,-11-7,1-2,68 37,-82-53,-6-3,-1 0,22 15,-35-21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13.64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0,'9'1,"4"3,2 0,-2 1,0-1,-2 2,-2-2,0 0,-3-1,0 1,0 0,1 0,1-1,0-1,-2 0,0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14.36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15.39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0,'46'48,"2"-1,65 47,116 68,-150-108,-71-49,1 1,-1 0,-1 1,1 0,-1 0,-1 1,1 0,-1 0,6 11,86 137,-91-146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16.03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1,'2'29,"1"1,1-1,2 1,10 31,-7-34,-2 1,-2 0,0 0,1 49,-6-65,-1-3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2.29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3,'0'2,"1"-1,-1 0,0 0,0 1,1-1,-1 0,1 0,-1 0,1 0,0 0,-1 1,1-1,0 0,0-1,-1 1,1 0,0 0,0 0,0 0,2 0,26 14,-11-6,-3 1,-1 0,0 1,21 23,-69-56,22 12,4 5,0-1,1-1,-1 0,1 0,1 0,0-1,0 0,0 0,-5-11,41 38,-12-7,30 16,-19-11,-22-13,0 0,0 0,0 1,0 0,-1 0,11 12,9 12,38 33,-30-32,-28-25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3.92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1,'7'8,"0"0,0-1,1 1,0-1,0-1,11 7,2 3,16 10,69 39,-69-44,-25-13,1 0,0-2,26 11,20 8,-9-4,-46-19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5.43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0,'84'62,"-67"-52,0-2,25 11,-9-6,30 5,-59-17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6.01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6.40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0,'1'0,"-1"0,-1 0,0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6.74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0,'0'0,"2"0,0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39.19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0,'0'1,"-1"6,1 0,1 0,-1-1,1 1,3 10,-3-14,0-1,0 1,1-1,-1 1,1-1,0 0,0 1,-1-1,1 0,1 0,-1-1,0 1,0 0,1-1,-1 1,4 0,0 2,-4-2,1-1,-1 0,1 1,-1-1,1 0,-1 0,1-1,3 2,-15-34,6 27,0 0,0 0,0 1,-1-1,-5-4,2 0,4 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41.15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1,'-5'123,"-3"96,8 74,0-292,0-1,0 0,0 0,0 0,0 0,0 1,0-1,0 0,0 0,0 0,0 0,0 1,0-1,0 0,0 0,0 0,0 0,0 1,0-1,0 0,0 0,0 0,0 0,-1 0,1 1,0-1,0 0,0 0,0 0,0 0,0 0,0 0,-1 1,1-1,0 0,0 0,0 0,0 0,-1 0,1 0,-2-1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42.97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13 1,'6'87,"-3"-61,-1 1,-4 44,-7 66,5-68,0-26,1-24,2 0,0 0,1 0,4 22,-4-37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46.63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250 97,'1'6,"0"-1,0 1,1-1,-1 0,1 1,1-1,4 9,3 6,27 79,35 74,-58-141,-14-32,0 0,0 0,0 0,-1 0,1 0,0 0,0 0,0 0,0 0,0 0,0 0,0 0,0 0,0 0,0 0,0 0,0 0,0 0,0 0,0 0,-1 0,1 0,0 0,0 0,0 0,0 0,0 0,0 0,0 0,0 0,0 0,0 0,0 1,0-1,0 0,0 0,0 0,0 0,0 0,0 0,0 0,0 0,0 0,-13-17,-45-81,-32-49,76 127,-1 2,0 0,-1 1,-1 0,-22-16,-1 8,29 19,1-1,-16-11,-1-7,20 18,21 21,32 29,2-3,90 59,-58-44,-80-55,0 1,0-1,1 0,-1 0,0 0,0 0,0 0,1 1,-1-1,0 0,0 0,1 0,-1 0,0 0,0 0,0 0,1 0,-1 0,0 0,0 0,1 0,-1 0,0 0,0 0,1 0,-1 0,0 0,0-1,0 1,1 0,-1 0,0 0,0 0,0 0,1-1,3-10,-1-20,-3 24,0 4,0 0,0 0,1 0,-1 0,1 0,0 0,0 0,0 0,1-3,-1 5,-1 1,0 0,1-1,-1 1,0 0,0-1,1 1,-1 0,1 0,-1-1,0 1,1 0,-1 0,1 0,-1 0,0 0,1-1,-1 1,1 0,-1 0,1 0,-1 0,0 0,1 0,0 1,17 10,0 7,-1 1,-1 0,0 2,-2 0,0 0,15 35,-29-56,0 0,1 1,-1-1,0 1,0-1,0 0,1 1,-1-1,0 0,0 1,0-1,0 1,0-1,0 1,0-1,0 0,0 1,0-1,0 1,0-1,0 0,0 1,0-1,0 1,0-1,-1 0,1 1,0-1,0 1,0-1,-1 0,1 1,0-1,-1 0,1 1,0-1,0 0,-1 0,0 1,0-1,-1 1,0-1,0 0,0 1,1-1,-1 0,0 0,0 0,-3-1,-41-11,14-4,23 11,0 0,0 1,0 0,0 1,-1 0,1 0,-12-1,19 4,0 1,-1-1,1 1,0-1,0 1,0-1,0 1,0 0,0 0,0 0,0 1,0-1,0 0,-2 3,-25 25,20-19,-16 17,-40 59,35-42,30-44,0 1,-1-1,1 0,0 1,0-1,-1 0,1 1,0-1,0 0,-1 1,1-1,0 0,-1 0,1 1,0-1,-1 0,1 0,0 0,-1 0,1 1,0-1,-1 0,1 0,-1 0,1 0,0 0,-1 0,1 0,-1 0,1 0,-1 0,-6-12,1-21,6 30,-3-21,1 9,0-1,1-29,13 78,9 79,-21-112,0 0,1 1,-1-1,0 0,0 0,0 1,1-1,-1 0,0 0,0 0,0 1,1-1,-1 0,0 0,0 0,1 0,-1 0,0 1,0-1,1 0,-1 0,0 0,1 0,-1 0,0 0,0 0,1 0,-1 0,0 0,1 0,-1 0,0 0,0 0,1 0,-1-1,0 1,1 0,-1 0,0 0,0 0,1 0,-1-1,0 1,0 0,0 0,1-1,-1 1,0 0,0 0,0 0,0-1,0 1,1-1,16-18,-10 11,-3 5,-1-1,1 1,0 0,0 0,0 0,0 1,0-1,0 1,9-3,-11 5,0-1,0 1,0 0,-1 0,1 0,0 1,0-1,0 0,0 1,-1-1,1 1,0 0,0-1,-1 1,1 0,-1 0,1 0,0 0,-1 1,0-1,1 0,-1 1,0-1,0 0,0 1,0-1,0 1,2 3,4 10,0 1,-1 0,0 1,-1-1,-1 1,3 24,-2-13,-6-22,-3-8,-11-17,-3-4,15 21,0 0,1 1,-1-1,0 1,0 0,0 0,0 0,0 0,0 0,0 1,0-1,0 1,-6 0,-1 1,0 1,-19 4,-8 2,30-7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47.64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 30,'-1'-1,"-1"-2,-1-1,0 0,0-1,0 1,-1-1,1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5:50.14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0,'423'269'0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5:53.06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276 71,'9'189,"-12"-204,0 0,-9-23,6 23,2-1,-4-18,3-23,5 58,0 0,-1 1,1-1,0 0,-1 0,1 0,-1 0,0 0,1 0,-1 0,0 0,0 0,1 0,-1 0,0-1,0 1,0 0,0 0,0-1,0 1,0-1,-1 1,1-1,0 1,0-1,0 0,0 1,-1-1,1 0,-2 0,-46 1,36-2,-5 2,0-1,0-1,0-1,0-1,1 0,-29-9,45 14,6 5,7 7,12 15,-17-20,0 0,0-1,1 1,-1-2,2 1,-1-1,1 0,19 10,-27-17,0 0,0 1,0-1,0 0,0 0,0 0,-1 0,1 0,0 0,0 0,0 0,0 0,0-1,0 1,0 0,0-1,0 1,0 0,0-1,-1 1,1-1,0 1,0-1,-1 0,1 1,0-1,-1 0,1 0,0 1,-1-1,1-1,17-35,-7 11,-7 20,-1-1,0 1,0-1,4-13,-6 15,0 0,0 0,1 0,0 1,0-1,0 1,1-1,0 1,-1 0,1 0,5-5,-5 7,0 0,0 1,0 0,0-1,0 1,0 0,0 0,4 0,-4 0,1 0,-1 0,1 0,-1 0,1 0,4-4,-4 3,-1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12.32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863 1,'-1'0,"0"1,0-1,0 0,0 1,1-1,-1 1,0-1,0 1,0 0,1-1,-1 1,0 0,1-1,-1 1,0 0,1 0,-1 0,0 1,-11 21,7-13,-8 8,0 0,-22 23,7-11,19-20,-1-1,0 0,-1-1,0 0,-12 6,12-7,1 0,-1 0,1 1,0 0,1 1,-9 10,5-3,-1 0,-1 0,-20 16,15-20,-8 7,-32 51,12-12,42-51,0 1,1 0,-8 14,9-15,0 0,0 0,0 0,-1-1,0 0,-9 9,-16 10,-1-2,-39 24,58-41,0 2,1-1,0 1,1 1,0 0,0 0,1 1,0 1,1-1,0 1,0 1,1-1,1 1,0 0,1 1,-6 18,11-30,-1 0,1 0,0 0,0 0,-1 0,1 0,0 1,0-1,0 0,0 0,0 0,0 0,1 0,-1 0,0 0,0 0,1 0,-1 0,1 0,0 2,0-2,0-1,0 1,-1-1,1 1,0-1,0 0,0 1,0-1,0 0,0 1,0-1,-1 0,1 0,0 0,0 0,0 0,0 0,0 0,1-1,7-1,-1 0,0-1,0 0,9-4,-10 4,128-49,-80 32,104-51,-143 60,29-23,6-5,112-61,-157 97,0-1,-1 0,0 0,0 0,0-1,0 0,-1 0,1 0,-1 0,0-1,-1 0,0 1,0-1,0-1,0 1,-1 0,0 0,-1-1,1 0,-1 1,0-1,-1 1,0-14,-2-74,2 94,0-1,0 1,0 0,0-1,0 1,0 0,0 0,0-1,0 1,0 0,0-1,-1 1,1 0,0 0,0-1,0 1,0 0,-1 0,1 0,0-1,0 1,0 0,-1 0,1 0,0 0,0-1,-1 1,1 0,0 0,0 0,-1 0,1 0,0 0,0 0,-1 0,1 0,0 0,-1 0,1 0,0 0,0 0,-1 0,1 0,0 0,0 0,-1 0,1 0,0 0,-1 1,-19 11,-18 25,-4 14,2 3,-53 96,51-80,-31 60,89-156,1 1,1 0,1 1,29-29,-1 9,53-39,-84 69,-21 15,-30 20,-110 83,117-80,1 1,-45 51,71-75,1 0,0-1,-1 1,1 0,-1-1,1 1,-1 0,1-1,-1 1,1-1,-1 1,0-1,1 0,-1 1,0-1,1 1,-1-1,0 0,-1 1,2-13,12-26,-2 13,1 2,1-1,1 1,20-25,71-80,-63 80,43-65,-84 114,0-1,0 0,0 0,0 0,0 0,0 0,0 0,0 0,0 0,0 0,0 0,1 1,-1-1,0 0,0 0,0 0,0 0,0 0,0 0,0 0,0 0,0 0,0 0,0 0,0 0,1 0,-1 0,0 0,0 0,0 0,0 0,0 0,0 0,0 0,0 0,0 0,1 0,-1 0,0 0,0 0,0 0,0 0,0 0,0 0,0 0,-2 20,-9 31,10-47,1-2,-1-1,1 0,0 0,0 0,0 0,0 0,0 0,0 0,0 0,0 0,0 0,0 1,0-1,1 0,-1 0,0 0,1 0,-1 0,1 0,-1 0,1 0,0-1,-1 1,1 0,0 0,1 1,0-1,0 0,0 0,0 0,0-1,0 1,1 0,-1-1,0 1,0-1,1 0,-1 0,3 0,6-1,0 0,-1-1,1 0,16-6,-13 2,0 1,-1-2,0 0,0 0,0-1,-1-1,0 0,-1-1,0 0,13-16,-18 15,-9 8,-21 9,22-5,0 0,-1 0,1 0,-1 0,1-1,-1 1,1-1,-1 0,-2 1,3-3,0 1,0-1,0 1,1-1,-1 0,1 0,-1 0,1 1,-1-1,1-1,0 1,0 0,0 0,0 0,1-1,-1 1,0 0,1-1,0 1,-1-4,0-8,1 0,1-17,0 25,-7 25,-1 0,0 0,-12 20,14-28,-11 21,-10 27,-4-1,-64 96,69-126,17-21,16-22,130-172,-43 63,-86 111,-7 9,0 0,1 1,-1-1,1 1,0 0,0-1,0 1,7-4,-10 7,0-1,1 1,-1 0,0 0,0 0,0 0,0 0,0 0,1 0,-1 0,0 0,0 0,0 0,0 0,0 0,1 0,-1 0,0 0,0 1,0-1,0 0,0 0,1 0,-1 0,0 0,0 0,0 0,0 0,0 0,0 0,0 1,0-1,1 0,-1 0,0 0,0 0,0 0,0 1,0-1,0 0,0 0,0 0,0 0,0 0,0 1,0-1,0 0,0 0,0 0,0 0,0 0,0 1,0-1,0 0,0 0,0 0,0 0,0 0,-1 1,1-1,-3 14,0 0,-1 0,-1 0,-1-1,0 0,-9 16,-4 8,-175 331,189-357,-9 15,11-24,6-15,2-4,2-1,0 1,1 1,1-1,13-17,4-1,32-34,-58 68,1 0,-1 0,1 0,0 0,0 0,-1 0,1 0,0 1,0-1,0 0,0 0,0 1,0-1,0 1,0-1,0 1,0 0,0-1,0 1,1 0,0-1,-1 3,0-1,-1 0,1 0,-1 0,0 0,1 1,-1-1,0 0,0 0,0 1,0-1,0 0,0 0,0 1,0-1,0 0,-1 0,1 1,0-1,-1 0,0 2,-5 18,-1 0,-1 0,-1-1,-1 0,0 0,-2-1,-14 19,-109 120,64-79,62-68,9-11,0 0,0 0,0 0,0 0,0 0,0 0,0 0,1 0,-1 0,0 0,0 0,0 0,0 0,0 0,17-18,3-2,145-122,-161 141,-5 6,-8 10,-35 38,-2-2,-90 75,127-118,-2 1,11-14,17-17,13-4,0 1,2 2,0 1,2 1,64-29,-91 47,-1 0,1-1,-1 0,1-1,-1 0,0 0,-1 0,1 0,8-12,-49 55,18-22,2 1,-23 32,30-38,-1 1,-20 19,18-19,0-1,-10 17,2 1,-23 31,42-59,0-1,0 0,0 0,0 1,0-1,0 0,0 0,-1 0,1 1,0-1,0 0,0 0,0 0,-1 0,1 1,0-1,0 0,-1 0,1 0,0 0,0 0,0 0,-1 0,1 0,0 1,0-1,-1 0,1 0,0 0,0 0,-1 0,1 0,0 0,-1-1,0-7,6-15,0 14,0 1,0 0,1 1,0-1,0 1,14-12,51-35,-27 21,-36 27,67-58,-75 64,1 0,-1 0,0-1,0 1,1 0,-1-1,0 1,1 0,-1-1,0 1,0 0,0-1,1 1,-1-1,0 1,0 0,0-1,0 1,0-1,0 1,0-1,0 1,0 0,0-1,0 1,0-1,0 1,0 0,0-1,0 1,0-1,0 1,-1-1,-14-8,-25 3,38 5,-8-1,1 0,0 0,1-1,-1-1,1 1,-1-1,-11-8,-2-1,10 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15.1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220 1,'-41'203,"-121"347,156-536,3-13,7-24,86-201,-15 47,-58 128,20-86,-20 67,-17 68,0-1,0 1,0-1,1 1,-1 0,0-1,0 1,0-1,0 1,0 0,0-1,0 1,0-1,0 1,0-1,0 1,0 0,0-1,0 1,0-1,0 1,-1 0,1-1,0 1,0-1,0 1,-1 0,1-1,0 1,0 0,-1-1,1 1,0 0,-1 0,1-1,-2 1,1 0,0 0,0 0,0 0,0 0,-1 0,1 0,0 1,0-1,0 0,0 1,-2 0,-30 20,8 3,1 1,1 2,2 0,1 1,-33 60,48-80,2-2,-1 0,1 1,0-1,0 1,1 0,-3 10,5-16,0-1,-1 1,1 0,0-1,0 1,1 0,-1-1,0 1,0 0,0-1,0 1,0-1,1 1,-1 0,0-1,1 1,-1-1,0 1,1-1,-1 1,1-1,-1 1,1-1,-1 1,1-1,-1 0,1 1,-1-1,1 0,-1 1,1-1,0 0,-1 0,1 1,0-1,-1 0,1 0,-1 0,2 0,29-3,-10-3,-1-1,0 0,32-18,57-39,-89 51,180-117,-162 107,-32 24,-8 7,-11 13,-1-2,0 0,-20 20,2-2,-1 4,-77 86,110-127,0 1,-1-1,1 0,0 1,-1-1,1 1,0-1,-1 0,1 1,-1-1,1 0,0 0,-1 1,1-1,-1 0,1 0,-1 1,1-1,-1 0,1 0,-1 0,1 0,-1 0,1 0,-1 0,1 0,-1 0,1 0,-1 0,1 0,-1 0,1-1,-1 1,0 0,0-1,0-1,0 1,1 0,-1 0,1 0,-1-1,1 1,-1 0,1-1,-1 1,1 0,0-3,-1-7,1 1,1-19,4 0,0 1,2 0,15-39,40-80,-49 119,-2 3,-7 19,-5 12,-137 325,82-209,82-181,58-125,-67 156,-12 22,-9 19,-19 37,-1-2,-3 0,-51 68,73-110,1 1,0-1,0-1,-1 1,1-1,-1 0,-1 0,1 0,-1-1,-6 5,11-9,0 0,1 1,-1-1,0 0,0 0,1 1,-1-1,0 0,0 0,0 0,0 0,1 0,-1 0,0 0,0-1,0 1,1 0,-1 0,0-1,0 1,1 0,-1-1,0 1,0-1,1 1,-1-1,1 1,-1-1,0 1,1-1,-1 0,1 1,-1-1,1 0,0 1,-1-1,1 0,0 0,-1 1,1-1,0 0,0 0,0 0,-1-1,-2-13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22.01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27 144,'1'6,"-1"0,1 0,1 0,-1 0,4 8,3 13,-4 4,-1 0,-1 1,-4 38,1-9,-11 55,12 20,-3-122,-3-22,-5-23,5 2,1 0,1-1,2 1,1-1,4-48,-1 61,1 1,4-17,4-22,-10 47,0 1,0 0,1 0,0 0,3-9,-3 13,0 0,-1 0,1 0,1 0,-1 1,0-1,1 1,-1-1,1 1,0 0,0 0,6-3,4-5,-12 9,1 0,-1 0,1-1,-1 1,1 0,0 1,0-1,-1 0,3 0,-3 1,0 0,0 0,0 0,0 0,0 0,0 0,0 1,0-1,0 0,0 1,0-1,-1 1,1-1,0 1,0-1,0 1,-1-1,1 1,0 0,-1-1,1 1,-1 0,1 0,0 1,3 4,0 1,0-1,-1 1,0 0,-1 1,1-1,-1 0,-1 1,1-1,0 11,-1 12,-2 39,0-37,1-29,0-1,1 0,-1 0,0 0,0 0,0-1,-1 1,1 0,0 0,-1 0,1-1,-1 1,1 0,-1 0,-1 1,2-3,-1-1,1 0,0 1,-1-1,1 1,0-1,0 0,0 1,0-1,-1 0,1 1,0-1,0 0,0 1,0-1,1 0,-1 1,0-1,0 0,1 0,6-20,1 0,0 0,2 1,1 1,24-34,-21 32,32-44,81-87,-108 131,-14 16,1 0,-1 1,1 0,1 0,-1 0,0 0,1 1,0 0,0 1,0 0,0 0,0 0,12-1,-19 3,1 0,-1 0,1 0,-1 0,1 0,-1 0,1 0,0 0,-1 0,1 0,-1 0,1 0,-1 0,1 0,-1 0,1 1,-1-1,1 0,-1 0,1 1,-1-1,1 0,-1 1,0-1,1 1,-1-1,0 0,1 1,-1-1,0 1,1-1,-1 1,0-1,0 1,0-1,1 1,-1-1,0 1,0-1,0 1,0 0,0-1,0 1,0-1,0 1,0-1,0 1,0-1,0 1,-1-1,1 1,0-1,0 1,-1 0,-16 29,-132 155,139-171,-157 197,159-203,1 0,1 1,-1-1,1 2,1-1,-5 11,-45 75,52-87,1 0,0 0,0 1,1-1,0 1,1-1,0 14,-2 19,2-35,-2 11,0 0,-2 0,0 1,-6 16,-4 12,11-34,0-1,-1 0,0 1,-7 10,11-22,0 0,0 0,0 0,0 0,0 1,0-1,0 0,0 0,0 0,0 0,0 0,0 1,-1-1,1 0,0 0,0 0,0 0,0 0,0 0,0 0,0 0,-1 0,1 1,0-1,0 0,0 0,0 0,0 0,-1 0,1 0,0 0,0 0,0 0,0 0,0 0,-1 0,1 0,0 0,0 0,0 0,0 0,0 0,-1-1,1 1,0 0,0 0,0 0,0 0,0 0,0 0,-1 0,-3-11,-1-13,4 18,0-6,1-1,1-21,-1 32,0 1,0-1,0 0,0 1,0-1,1 0,-1 1,1-1,-1 0,1 1,0-1,-1 1,1-1,0 1,0 0,0-1,0 1,0 0,0-1,1 1,-1 0,0 0,1 0,-1 0,1 1,-1-1,1 0,-1 0,3 0,-3 1,0 0,0 0,0 0,0 0,0 0,0 0,0 1,0-1,0 0,0 0,0 1,0-1,0 1,0-1,0 1,-1-1,1 1,0 0,0-1,0 1,0 1,1 0,0 1,-1-1,1 1,-1 0,1-1,-1 1,1 4,1 3,-1 0,0 0,1 15,-3-13,-1 0,0 0,-1-1,0 1,0 0,-1-1,-1 1,0-1,-1 0,0 0,0-1,-1 1,-13 16,13-19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49.26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113 634,'5'0,"-1"-1,0 0,0 0,0 0,0 0,0-1,0 0,-1 0,7-4,29-24,-35 27,2-2,-1-1,0 1,0-1,0 0,5-8,-11 14,1 0,0-1,-1 1,1 0,-1 0,1 0,0 0,-1-1,1 1,-1 0,1 0,0 0,-1 0,1 0,-1 0,1 0,-1 0,1 0,-1 0,1 0,0 0,-1 0,1 0,-1 1,1-1,0 0,-1 0,1 0,-1 1,-15 4,12-3,0 0,1 0,-1 1,1-1,0 1,0 0,0 0,0 0,0 0,1 0,-1 1,1-1,0 1,0-1,-2 7,9-17,1 0,0 0,1 0,-1 1,1 0,8-5,7-8,-6 6,12-13,-14 11,5-7,-5-6,-7 14,1 1,10-16,-8 18,0 1,14-12,7-7,-12 13,-17 15,-3 2,-13 7,-77 38,83-42,1 0,0 1,0 0,1 0,0 1,0-1,-7 9,-12 11,19-20,1 0,-1 1,1-1,0 1,1 1,0-1,0 1,0-1,0 1,1 0,1 0,-1 0,-2 15,4-21,1 0,0 0,-1-1,1 1,0 0,0 0,0-1,0 1,0 0,0 0,0-1,0 1,0 0,0 0,0-1,0 1,0 0,1 0,-1-1,0 1,1 0,-1 0,0-1,1 1,-1-1,2 2,-1-2,0 1,0-1,0 0,0 0,1 0,-1 0,0 0,0 0,0 0,0-1,0 1,0 0,0-1,1 1,-1 0,0-1,0 1,0-1,1-1,13-7,-1-1,1 0,19-20,34-53,52-51,-97 106,-2 0,20-34,-36 54,3-2,0-1,1 1,0 1,1-1,0 2,20-15,-9 7,11-13,-51 54,-1-5,11-10,0-1,0 0,-1 0,-21 13,15-12,-1 1,-20 19,33-27,-2 3,0-1,-1 1,0-1,-8 4,9-6,1 0,0 0,0 1,0-1,1 1,-1 0,1 0,0 1,0-1,0 1,1 0,-1 0,1 0,1 1,-1-1,1 1,-3 8,-10 24,12-32,0-1,1 1,-1 0,1 0,1 1,-1-1,0 9,0 0,0-1,-1 0,0 1,-1-1,-1-1,-11 25,4-16,-1 1,0-2,-18 21,14-24,-1-1,-1-1,-1 0,0-1,-26 13,41-24,-1-1,0 1,0 0,1 0,-1 0,1 1,0 0,0 0,1 0,-8 12,9-11,0 0,0 1,1-1,-1 1,2 0,-1-1,1 1,-1 12,2 60,0-45,1-23,2-21,1-7,4-10,2 1,1 0,1 0,22-35,-34 60,0 1,1-1,-1 0,0 1,0-1,1 1,-1-1,1 0,-1 1,0-1,1 1,-1-1,1 1,-1 0,1-1,-1 1,1-1,0 1,-1 0,1 0,-1-1,1 1,0 0,-1 0,1 0,0-1,0 1,0 1,-1 0,1-1,-1 1,1 0,-1 0,1-1,-1 1,0 0,1 0,-1 0,0-1,0 1,0 0,0 0,0 0,0 1,-1 43,-3-22,-1 0,-1-1,-1 1,-1-1,-1-1,0 1,-2-1,-1-1,-16 22,25-38,2-6,4-14,11-22,8-9,2 1,1 1,3 2,2 0,45-49,-75 91,0 1,1-1,-1 1,1-1,-1 0,1 1,-1-1,1 1,-1-1,1 1,-1 0,1-1,0 1,-1-1,1 1,0 0,-1 0,1-1,0 1,-1 0,1 0,1 0,-2 0,0 1,0 0,1-1,-1 1,0 0,0-1,0 1,0 0,0-1,0 1,0 0,0-1,0 1,0 0,0-1,0 1,0 0,-1 0,-13 43,12-40,-23 62,-3-1,-2-1,-4-1,-75 105,98-158,11-10,0 0,-1 0,1 0,0-1,0 1,0 0,-1 0,1 0,0 0,0 0,0 0,0-1,-1 1,1 0,0 0,0 0,0-1,0 1,0 0,0 0,-1 0,1-1,0 1,0 0,0 0,0 0,0-1,0 1,0 0,0 0,0-1,0 1,0 0,5-29,5-1,2 0,1 1,1 0,2 1,0 1,2 1,1 0,1 1,2 1,0 1,1 1,29-21,-51 42,-1 1,1-1,0 0,0 0,0 1,0-1,0 0,0 1,0-1,0 1,0-1,0 1,1 0,-1-1,0 1,0 0,1 0,-1 0,-1 1,0-1,0 1,0-1,1 1,-1-1,0 1,0-1,0 1,0-1,0 1,0-1,0 1,0-1,0 1,0 0,0-1,-1 1,1-1,0 1,0-1,0 1,-1-1,1 1,-22 40,-11 6,-58 64,7-11,78-92,-3 4,12-20,11-14,0 1,1 1,0 0,32-29,81-59,-123 104,0 1,0-1,0 1,8-4,-12 7,-1 0,0 0,0 0,0 0,0 0,0 0,0 0,1 0,-1 0,0 0,0-1,0 1,0 0,1 0,-1 0,0 0,0 0,0 0,0 1,0-1,1 0,-1 0,0 0,0 0,0 0,0 0,0 0,1 0,-1 0,0 0,0 0,0 0,0 1,0-1,0 0,0 0,1 0,-1 0,0 0,0 0,0 1,0-1,0 0,0 0,0 0,0 0,0 0,0 1,0-1,0 0,0 0,0 0,0 0,0 1,-10 20,-278 383,280-396,10-13,11-18,28-26,88-82,-124 126,-4 5,-1-1,1 0,-1 1,1-1,-1 0,1 1,-1-1,1 1,0-1,-1 1,1-1,0 1,0-1,-1 1,1-1,0 1,0 0,0 0,-1-1,1 1,0 0,0 0,0 0,0 0,1 0,-2 1,0 0,1 0,-1 0,0 0,0 0,0 0,0 0,1 0,-2 0,1 0,0 0,0 0,0 0,0 0,-1 0,0 2,-17 47,1-11,-2-1,-1-1,-42 57,95-152,-20 36,1 2,0-1,2 2,29-28,-45 46,1 0,-1 1,1-1,0 1,-1-1,1 1,0-1,-1 1,1 0,0-1,-1 1,1 0,0-1,0 1,-1 0,1 0,0 0,0 0,0 0,1 0,-2 0,1 0,-1 1,0-1,1 0,-1 1,0-1,1 0,-1 1,0-1,1 1,-1-1,0 1,0-1,0 1,1-1,-1 0,0 1,0-1,0 1,0 0,0-1,0 1,0 4,0 0,0 0,-1 0,0 0,-1 5,-5 10,-1 0,-1-1,0 0,-1 0,-2-1,-21 27,-1-4,-58 53,81-86,6-11,4-20,2 20,0-5,0 1,1 0,0-1,1 1,-1 0,1 0,1 1,-1-1,1 1,1-1,-1 1,1 1,0-1,0 0,0 1,1 0,8-5,-15 10,1 1,0-1,0 0,0 1,0-1,0 1,0-1,0 0,0 1,0-1,0 0,0 1,0-1,0 0,0 1,0-1,0 1,0-1,0 0,1 1,-1-1,0 0,0 1,0-1,0 0,1 0,-1 1,0-1,0 0,1 0,-1 1,0-1,1 0,-1 0,0 0,1 1,-1-1,0 0,1 0,-1 0,0 0,1 0,-1 0,1 0,-1 0,0 0,1 0,-1 0,0 0,1 0,-1 0,0 0,1 0,-1 0,0 0,1 0,-1-1,0 1,1 0,-1 0,0 0,1-1,-1 1,0 0,0 0,1-1,-1 1,0-1,-6 30,-1-15,-1 0,0 0,-1 0,-1-1,-12 13,8-9,-23 33,36-48,0 0,0 0,0 0,0 0,0 0,0 0,1 0,-1 1,1-1,-1 4,1-6,0 0,0 0,0 0,0 0,0 1,0-1,0 0,1 0,-1 0,0 0,0 0,0 0,0 0,0 0,0 0,0 1,0-1,0 0,0 0,0 0,0 0,1 0,-1 0,0 0,0 0,0 0,0 0,0 0,0 0,0 0,0 0,1 0,-1 0,0 0,0 0,0 0,0 0,0 0,0 0,0 0,1 0,-1 0,0 0,0 0,0 0,0 0,0 0,0 0,0 0,0 0,0 0,1-1,-1 1,0 0,11-13,17-24,36-39,-61 73,-1 1,1-1,0 1,0 0,0 0,0 0,0 0,4-1,-7 3,1 0,-1 0,0-1,0 1,1 0,-1 0,0 0,1 0,-1 0,0 0,1 0,-1 0,0 0,1 0,-1 0,0 0,1 0,-1 0,0 1,1-1,-1 0,0 0,1 0,-1 0,0 1,0-1,1 0,-1 0,0 0,0 1,0-1,1 0,-1 2,0-1,1 0,-1 0,0 1,0-1,0 0,0 1,0-1,-1 0,1 0,0 1,0-1,-2 2,1 2,-1 0,-1 0,1-1,-1 1,1-1,-1 0,-1 1,1-1,0-1,-1 1,0 0,0-1,-5 4,-12 10,19-14,-1 0,0 1,1-1,0 1,0-1,0 1,-2 6,-8 13,10-22,3-8,4-9,36-50,-28 49,-1-2,13-27,-19 32,2 0,0 1,1 0,0 0,16-16,61-54,-37 38,-28 29,-16 16,-12 13,-6 5,-2 0,-21 19,17-18,-17 22,15-1,19-35,0 0,0-1,0 1,-1 0,0-1,0 1,0-1,0 0,-1 0,1 0,-1 0,-7 4,11-8,-1 0,1 0,0 0,0-1,0 1,-1 0,1 0,0-1,0 1,0 0,0 0,0-1,-1 1,1 0,0 0,0-1,0 1,0 0,0-1,0 1,0 0,0-1,0 1,0 0,0 0,0-1,0 1,0 0,1-1,-1 1,0 0,0 0,0-1,0 1,0 0,1 0,-1-1,5-13,1 5,1 1,14-13,-13 14,0-1,10-14,43-53,-3 4,-44 52,28-26,-25 27,23-29,-7-4,-19 28,30-37,-30 44,-8 9,-1 1,1-1,0 1,1 0,-1 0,1 1,10-6,-5 3,-9 6,-1 0,0 0,1 1,-1-1,1 1,0-1,4-1,-6 4,-1 0,0-1,0 1,0-1,0 1,0-1,0 1,0-1,0 1,0-1,0 1,0 0,0-1,-1 1,1-1,0 1,0-1,0 1,-1-1,1 1,0-1,-1 0,1 1,-1 0,-8 15,-9 9,-1 0,-1-1,-25 22,-74 58,101-89,-14 15,-35 39,15-13,42-44,1 0,1 0,0 1,0 0,-9 23,8-18,0 1,-15 20,1-8,61-58,-33 21,-1 0,1 0,-1 0,0-1,-1 0,1 1,-1-1,-1 0,4-14,2-3,-4 17,-1 0,1-1,1 2,-1-1,1 0,11-10,38-33,-47 44,56-41,-49 37,1 0,0 1,0 1,31-12,-42 17,0 0,0 0,0 0,0 0,0-1,0 1,-1-1,0 0,0 0,0 0,0-1,-1 1,0-1,0 1,0-1,0 0,1-6,-3 11,0 0,0-1,0 1,0 0,0-1,0 1,0 0,0 0,0-1,0 1,0 0,0-1,0 1,0 0,-1-1,1 1,0 0,0 0,0-1,0 1,-1 0,1 0,0-1,0 1,0 0,-1 0,1 0,0-1,0 1,-1 0,1 0,0 0,-1 0,1 0,-14 0,-12 10,3 3,0 1,2 0,-1 2,2 0,-21 22,-87 103,80-86,9-8,65-67,-9 8,35-32,51-56,-100 96,1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50.33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0,'0'3,"0"1,-1-1,1 0,-1 0,0 1,0-1,0 0,-1 0,1 0,0 0,-1 0,-2 3,-29 31,2-3,24-25,0-1,0 0,-1 0,-1-1,-8 6,8-6,1-1,0 2,0-1,1 1,-10 12,16-19,1 0,-1 1,0-1,0 0,0 0,0 0,0 1,0-1,0 0,-1 0,1 0,-3 1,0-1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52.10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307 169,'-2'0,"0"1,0-1,0 1,0-1,0 1,0 0,0 0,0 0,1 0,-1 1,0-1,1 0,-1 1,1-1,-1 1,-1 2,-22 31,20-28,-221 345,226-351,-1-1,1 1,0-1,0 1,-1 0,1-1,0 1,-1-1,1 1,0-1,-1 1,1-1,-1 1,1-1,-1 0,1 1,-1-1,1 1,-1-1,1 0,-1 0,1 1,-1-1,0 0,1 0,-1 0,1 0,-1 1,0-1,0-1,0 0,1 0,-1 0,1 0,0 0,-1 0,1 0,0 0,0 0,-1 0,1 0,0-1,0 1,1-2,3-49,8-8,1 1,31-80,60-106,-104 245,0 0,0 0,0 0,0 0,0 0,0 0,0 0,1 0,-1 0,0 0,0 0,0 0,0 0,0 0,0 0,0 0,0 0,0 0,1 0,-1 0,-6 22,-11 33,-72 169,96-238,2 0,-1 0,17-18,-5 7,20-30,90-95,-128 149,-1-1,1 0,0 1,-1-1,1 1,0 0,0-1,0 1,0 0,0 0,0 0,0 0,1 1,-1-1,3 0,-5 1,1 0,-1 0,1 1,-1-1,1 0,-1 0,1 0,-1 1,1-1,-1 0,1 1,-1-1,1 0,-1 1,0-1,1 0,-1 1,0-1,1 1,-1-1,0 1,1 0,3 22,-5-13,0 1,0 0,-1 0,0 0,0 0,-6 12,-29 58,11-28,23-47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55.50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0,'6'37,"1"1,-2 0,-2 1,-1-1,-5 52,-7-19,4-33,-3 67,10-67,1-1,10 47,-6-15,-4-24,-2-42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6:57.35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637 1,'-12'155,"13"-92,-2 62,1-123,0-1,0 1,0 0,0-1,0 1,0-1,-1 1,1 0,-1-1,1 1,-1-1,0 1,1-1,-1 0,0 1,0-1,0 0,0 1,0-1,-1 0,1 0,-2 2,0-2,0 0,-1 0,1-1,0 1,-1-1,1 1,0-1,-7-1,-11 1,9 2,0 0,0 0,0 1,0 1,-21 9,-56 33,46-23,-64 29,52-26,-94 58,134-70,15-14,-1 0,1 0,0 0,0 0,0 1,0-1,0 0,0 0,0 0,0 0,0 0,0 1,0-1,0 0,0 0,0 0,0 0,1 0,-1 0,0 1,0-1,0 0,0 0,0 0,0 0,0 0,0 0,0 0,0 1,1-1,-1 0,0 0,0 0,0 0,0 0,0 0,0 0,1 0,-1 0,0 0,0 0,0 0,0 0,0 0,1 0,-1 0,0 0,0 0,0 0,0 0,0 0,0 0,1 0,-1 0,0 0,37-8,51-25,136-71,-221 102,0 1,-1-1,1 1,0 0,0 0,0 0,0 0,1 1,-1-1,3 1,-5 0,-1 0,1 0,-1 0,1 0,-1 0,1 1,-1-1,1 0,-1 0,1 0,-1 1,1-1,-1 0,0 1,1-1,-1 0,0 1,1-1,-1 1,0-1,1 1,-1-1,1 1,-1 1,0-1,1 1,-1 0,0-1,0 1,0 0,0-1,0 1,0 0,-1-1,1 3,-3 4,0 1,0-1,0 1,-1-1,-1 0,1-1,-1 1,0-1,-1 0,0 0,0 0,-14 10,-8 5,-59 36,58-41,4 0,21-13,0-1,-1 0,1 1,-1-1,0-1,0 1,0-1,0 0,-1 0,1 0,-1-1,1 0,-1 0,1 0,-7-1,11 0,-1 0,1 0,0 0,0 0,0 0,-1 0,1-1,0 1,0 0,0-1,0 1,0-1,0 1,0-1,0 0,0 1,0-1,-2-2,3 2,0 0,0 0,-1 0,1-1,0 1,0 0,1 0,-1 0,0-1,0 1,0 0,1 0,-1 0,1 0,-1-1,1 1,-1 0,1 0,0 0,0-1,6-8,0 1,0 0,16-14,-22 22,19-18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01.51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223 487,'-13'8,"1"0,0 1,1 0,0 1,0 0,1 0,-15 22,-1 6,-23 45,45-77,3-3,5-7,14-17,22-32,-27 33,-1 0,9-22,-18 36,0 0,-1 0,0-1,0 1,-1 0,0-1,0 1,0-1,-1 1,0-1,0 1,-2-11,2 16,0 1,-1-1,1 1,0-1,0 1,0-1,-1 1,1-1,0 1,-1 0,1-1,0 1,-1-1,1 1,0 0,-1-1,1 1,-1 0,1-1,-1 1,1 0,0 0,-1-1,1 1,-1 0,1 0,-2 0,-16 3,-14 15,12-2,1 0,-21 23,42-41,88-104,-74 84,0-1,-1 0,14-32,-19 36,-8 16,-1 0,1 0,-1 0,1 0,-1 0,0 0,0 0,0-1,-1 1,1 0,-1-1,0-4,-1-19,0 25,1 4,1 14,-1 4,0-1,-1 1,-2-1,1 1,-2-1,-1 0,0 0,-1 0,-2-1,-9 20,17-38,0 0,0 1,0-1,0 0,0 0,-1 0,1 1,0-1,0 0,0 0,0 0,0 1,0-1,0 0,-1 0,1 0,0 0,0 1,0-1,0 0,-1 0,1 0,0 0,0 0,0 0,-1 0,1 0,0 0,0 1,0-1,-1 0,1 0,0 0,0 0,0 0,-1 0,1 0,0 0,0 0,0-1,-1 1,1 0,0 0,0 0,0 0,-1 0,1 0,-6-14,2-18,5 7,2 0,0 0,2 0,0 1,2-1,9-23,-3 10,-13 37,1 0,-1 0,0 0,1 0,-1 0,0 0,0 0,0-1,1 1,-1 0,0 0,-1 0,1 0,0 0,0-2,-1 3,0-1,0 0,0 1,0-1,0 1,0-1,0 1,0 0,0 0,0-1,0 1,0 0,0 0,0 0,0 0,0 0,-2 0,-6 0,-1 1,1 0,-1 0,1 1,-1 1,1-1,0 1,0 1,0 0,0 0,1 1,-1 0,1 0,1 1,-1 0,1 0,0 1,-12 14,27-30,0 1,1-1,-1 1,2 1,13-9,19-16,-24 19,-14 11,-1-1,0 1,1-1,-1 0,0 1,-1-1,5-6,0 0,1-1,0 1,15-12,13-16,-34 35,-1 0,0 0,0 0,0 0,0 0,0 0,0-1,-1 1,1 0,-1 0,1-3,-1 5,0 0,0-1,0 1,0 0,0 0,0 0,0-1,0 1,0 0,0 0,0-1,0 1,0 0,0 0,0 0,0-1,-1 1,1 0,0 0,0 0,0-1,0 1,0 0,0 0,-1 0,1 0,0 0,0-1,0 1,0 0,-1 0,1 0,0 0,0 0,0 0,-1 0,-12 9,-18 33,9-10,-52 44,70-71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03.61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178 1,'-4'7,"0"0,-1 0,-1 0,1 0,-1-1,-10 10,-9 8,-57 64,61-62,18-23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09.87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383 175,'0'2,"0"0,0-1,-1 1,1 0,-1-1,1 1,-1 0,0-1,0 1,0-1,0 1,0-1,0 0,0 1,0-1,0 0,-3 2,-31 20,11-7,-32 22,42-30,0 2,0-1,-16 17,26-22,-1 1,1 0,1 0,-1 0,1 0,0 0,-5 12,8-17,0 0,0 1,0-1,0 0,0 0,0 0,0 0,0 0,0 0,0 1,0-1,0 0,0 0,0 0,0 0,0 0,0 0,1 1,-1-1,0 0,0 0,0 0,0 0,0 0,0 0,0 0,0 0,1 0,-1 0,0 0,0 0,0 0,0 1,0-1,0 0,1 0,-1 0,0 0,0 0,0 0,0 0,0 0,1-1,-1 1,0 0,0 0,11-2,7-6,11-11,51-43,-72 55,-8 7,0 0,0 0,1 0,-1 0,0 0,0-1,0 1,1 0,-1 0,0 0,0 0,0-1,1 1,-1 0,0 0,0 0,0-1,0 1,0 0,0 0,0-1,1 1,-1 0,0 0,0-1,0 1,0 0,0-1,0 1,0 0,0 0,0-1,0 1,-1 0,1 0,0-1,0 1,0 0,0-1,-12-3,-16 4,15 5,0 0,0 1,0 1,1 0,0 1,1 0,-1 1,2 0,-1 0,-11 15,18-19,1 0,0-1,0 2,0-1,-4 9,-1 5,-24 26,8-12,24-33,0 0,0 0,0 0,0 0,0 0,1 0,-1 0,0 0,0 0,0 0,0 0,0 0,0 0,0 0,0 0,0 0,0 0,1 0,-1 0,0 0,0 0,0 0,0 0,0 0,0 0,0 1,0-1,0 0,0 0,0 0,0 0,0 0,1 0,-1 0,0 0,0 0,0 0,0 0,0 0,0 0,0 0,0 1,0-1,0 0,0 0,0 0,0 0,0 0,0 0,0 0,0 0,0 0,0 0,0 0,0 1,0-1,0 0,0 0,0 0,0 0,0 0,0 0,12-5,13-10,82-71,-95 76,-13 10,-21 17,20-16,-28 19,1 2,-48 45,72-63,3-2,0 0,0 0,0 0,0 0,1 0,-1 1,0-1,1 0,0 1,-1-1,1 1,-1 5,2-8,0 0,0 0,0 1,0-1,0 0,1 0,-1 0,0 1,0-1,1 0,-1 0,0 0,0 0,0 1,1-1,-1 0,0 0,1 0,-1 0,0 0,0 0,1 0,-1 0,0 0,0 0,1 0,-1 0,0 0,1 0,-1 0,0 0,0 0,1 0,-1 0,0-1,0 1,1 0,-1 0,0 0,0 0,0 0,1-1,-1 1,0 0,0 0,0 0,0-1,1 1,12-10,44-42,-28 28,-20 17,-1 1,0-1,0-1,8-10,0-3,-9 10,1 0,0 1,0 0,1 1,1-1,-1 2,18-12,-17 13,1 0,-1-1,0 0,-1-1,0 1,0-2,-1 1,0-1,-1-1,0 1,7-16,-7 14,-3 6,-1-1,1 1,-1-1,0 0,2-9,-4 14,-1 1,0-1,0 0,1 1,-1-1,0 0,-1 1,1-1,0 1,0-1,-1 0,1 1,-1-1,1 1,-1-1,0 1,0-1,1 1,-1 0,0-1,0 1,-1 0,1 0,0 0,0-1,0 1,-1 0,1 1,-2-2,-4-3,0 0,0 0,1 0,-12-13,15 15,0-1,1 1,-1-1,1 0,0 0,0 0,0 0,0 0,1 0,-1 0,0-5,2 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13.11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17,'0'3,"-1"0,1 0,-1-1,0 1,0 0,0-1,0 1,-4 3,4-4,0 0,0 0,0-1,0 1,0 0,1 0,-1 0,0 0,1 0,0 0,-1 0,1 0,0 3,17-31,-7-18,-8 39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14.27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20.27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0,'11'21,"2"0,0-2,1 1,2-2,26 27,98 75,-105-92,510 397,-519-405,206 140,-227-158,20 12,-24-14,0 1,0-1,0 1,0-1,0 0,0 1,0-1,0 0,0 0,0 0,0 0,0 0,0 0,0 0,0 0,0 0,-1 0,1 0,0-1,1 1,-1-1,-1 0,0 1,0-1,0 1,0-1,0 1,1-1,-1 0,0 1,0-1,0 1,-1-1,1 1,0-1,0 0,0 1,0-1,0 1,-1-1,1 1,0-1,0 1,-1-1,1 1,-1-1,1 1,-1-1,-13-18,12 18,-31-33,-2 1,-1 2,-50-33,53 39,-332-235,263 189,7-3,60 45,-69-44,69 53,0 2,-44-17,65 32,13 4,1-1,0 0,0 0,0 0,0 0,0 0,-1 0,1 0,0 0,0 0,0 0,0 0,0 0,0 1,0-1,0 0,0 0,-1 0,1 0,0 0,0 0,0 1,0-1,0 0,0 0,0 0,0 0,0 0,0 1,0-1,0 0,0 0,0 0,0 0,0 0,0 1,0-1,0 0,0 0,0 0,0 0,0 0,1 0,-1 1,18 20,24 15,88 57,62 19,162 56,14-24,-159-64,-129-49,-50-22,-28-11,-7-2,-39-24,-330-167,-14 18,334 153,16 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29.45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36.16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1,'150'101,"-81"-53,-26-21,2-2,1-2,72 25,-42-18,-41-15,0 2,-2 2,35 25,102 61,-107-68,24 19,-51-31,2-2,70 33,-51-32,123 44,-59-21,-31-11,-17-11,-18-7,99 48,-92-33,187 93,-87-45,-58-27,5 2,-86-45,-1 0,-1 1,35 26,51 45,-44-40,27 18,-12-7,-16-14,-31-19,0-2,35 16,102 56,-87-43,50 13,-122-57,95 48,-35-16,75 30,-8 15,-111-67,41 30,-4-1,-21-19,-18-12,34 25,19 7,52 36,-123-75,-1-1,1 0,-1 1,0 0,0 0,-1 0,4 6,-3-4,0 0,1 0,0-1,6 6,35 41,-44-50,1 1,-1-1,0 1,0-1,0 1,-1 0,1 0,-1 0,0 0,0 0,-1 0,1 7,-1 55,-2-35,11 180,-9-208,0 1,1 0,-1-1,1 1,-1-1,1 0,0 1,2 3,-1-46,-3-21,2-79,3 111,-2 20,-1 0,0 0,-1 0,0 0,-1-14,0 19,1 1,-1 0,0 0,0 0,0 0,0 0,0 0,0 0,0 0,-1 0,1 0,-1 0,1 1,-1-1,0 1,1-1,-1 1,0 0,0-1,0 1,0 0,-1 0,1 1,-4-2,4 1,-1 1,1-1,0 0,-1 0,1 0,0-1,0 1,0 0,0-1,0 1,0-1,0 0,0 0,1 0,-1 0,1 0,-1 0,1 0,0 0,0 0,0-1,0 1,0-1,0 1,1 0,-1-1,1 1,0-1,-1 1,1-1,1 1,-1-5,1 6,-1-1,1 1,0 0,-1 0,1 0,0 0,0 0,-1 0,1 1,0-1,0 0,0 0,0 0,0 1,0-1,0 1,1-1,-1 1,0-1,0 1,0 0,0-1,1 1,-1 0,0 0,0 0,1 0,-1 0,0 0,0 0,1 1,-1-1,0 0,1 1,4 0,0 0,0 1,0 0,0 0,9 5,-12-5,0 1,0 0,0 0,0 0,0 0,0 0,-1 1,1-1,-1 1,0 0,0-1,-1 1,1 0,1 9,-2-9,1 1,-1-1,1 1,0-1,0 0,1 1,-1-1,1 0,0 0,0-1,6 7,-4-6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4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0,'2'36,"10"60,2 12,-2 13,1 43,-13-149,0-2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42.89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1,'-1'43,"2"46,4-59,1-1,15 44,-16-58,-2 1,0-1,-1 1,1 19,-3-25,0-1,0 0,-1 0,-1 0,1 1,-1-1,-1-1,-5 15,3-15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45.63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2014 1356,'-5'-4,"-1"-1,0 1,0 1,0-1,-11-4,-2-1,6 2,-56-35,62 37,0 0,0-1,0 0,1 0,0-1,1 0,-6-8,2 4,0 0,-1 0,0 1,-1 0,0 1,-1 0,0 1,-20-11,-8-6,21 14,-33-15,33 17,1 0,-18-13,-57-31,48 26,34 21,0 0,0 0,1-1,-13-12,-11-11,-1 1,-1 2,-69-39,-53-15,18 9,123 61,0-1,-18-15,-21-16,21 22,1-2,1-1,2-2,-52-53,12 9,39 43,0 2,-44-25,-74-33,114 64,-19-21,50 37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7:49.10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2981 1631 0,'-2981'-1631'0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52.21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1,'2'1,"1"0,0-1,-1 1,1 1,-1-1,1 0,-1 1,1-1,-1 1,0 0,0 0,0 0,0 0,0 0,0 0,2 5,15 13,-3-9,1 1,0-2,1 0,0-1,1-1,35 10,-44-14,0 0,0 1,-1 0,0 1,12 8,15 9,77 28,-65-10,77 49,-27-18,20 13,-42-31,-24-21,80 36,-43-24,49 21,-121-59,-4-3,-1 1,-1 1,20 12,1 2,35 16,26 16,-80-44,0-1,20 8,-22-11,-1 0,1 1,-1 0,-1 1,14 10,-14-9,0-1,1 0,12 6,-14-8,0 1,0-1,0 2,0-1,7 8,-10-8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55.96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420 0,'0'9,"-1"0,1 0,-2-1,1 1,-1-1,-1 1,0-1,0 0,0 0,-1 0,0 0,-1-1,0 1,-7 8,-7 4,0-2,-1 0,-29 20,32-25,-65 59,45-39,21-20,-26 15,27-18,0 0,-20 18,30-22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7:58.76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98 15,'-1'0,"0"1,0-1,0 1,0-1,0 1,0 0,0-1,0 1,1 0,-1 0,0-1,0 1,1 0,-1 0,1 0,-1 0,1 0,-1 0,1 0,-1 0,1 0,0 2,-7 24,6-22,0 4,0 1,0-1,-1 0,0 0,-5 12,2-16,3-14,3-15,1 15,-1 0,0 0,0 0,-1-9,1-21,0 27,-5 21,-4 13,-33 48,34-57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8:03.81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4868 2704 0,'-4868'-2704'0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08.23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407 0,'-1'3,"0"-1,0 0,0 0,0 1,-1-1,1 0,-1 0,1 0,-1 0,0 0,-4 2,-5 8,-3 6,-25 23,24-26,1 1,-14 18,23-26,-1 0,0-1,0 0,-1 0,0 0,0-1,-1 0,1 0,-1-1,-1 0,1-1,-15 7,15-10,1 2,0-1,-1 1,1 0,0 0,0 1,1 0,-1 0,1 1,0 0,0 0,0 0,1 1,-8 9,-34 38,42-46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15.49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5776 2246,'-5'1,"0"1,1 0,-1 0,1 1,-1-1,1 1,0 0,0 0,1 1,-6 4,4-3,0 1,0-1,1 1,0-1,1 1,-1 1,1-1,0 0,1 1,-4 11,-11 25,4-23,-1 0,-32 35,39-47,-15 15,17-19,0 1,0 0,0 1,1-1,0 1,-5 9,2-3,-1 0,0 0,0-1,-1 0,0-1,-1 1,0-2,-1 1,0-2,0 1,-1-2,0 1,-19 7,17-9,0 2,0 0,1 0,0 1,0 1,1 0,1 0,-1 2,2-1,-1 1,2 1,-12 18,12-16,0-1,-1 0,-1-1,0 0,-1-1,0 0,-1-1,-16 12,25-21,0-1,1 0,-1 1,0-1,0 0,0-1,0 1,0-1,0 0,0 0,0 0,0 0,0-1,0 0,0 0,0 0,1 0,-1 0,0-1,-4-2,-7-3,0-1,1 0,-19-16,16 10,1-1,-27-31,0-2,26 28,15 17,-1 0,1-1,-1 1,0 0,0 1,0-1,-1 1,1-1,-7-3,-25-16,29 17,0 1,1 0,-2 0,1 1,-10-4,-11-4,0-2,-49-29,11 4,-8-4,-25-13,56 29,33 20,0 0,0 0,-13-5,-15-6,-53-34,54 30,-149-87,-47-40,130 91,54 31,0-2,-63-49,104 71,-8-7,0 0,-1 2,-23-13,-12-12,-225-106,134 72,-3-19,58 33,56 36,-19-11,40 26,1-1,0 0,-15-13,16 12,-1 0,1 1,-17-10,-5 2,2-1,-30-20,-43-24,66 37,-71-36,31 20,-67-31,26 13,58 30,37 17,0-1,-25-16,8 6,30 16,0 0,0 0,1-1,-13-10,6 4,0 1,-20-11,20 12,0 1,1-2,-12-10,17 14,0 0,0 1,0 0,-1 0,-9-3,-12-7,-109-62,19-4,101 66,-29-17,40 26,0 0,1 0,-8-8,9 8,-1 0,0 0,0 0,-8-4,-27-14,-46-34,41 31,3 3,27 13,0 1,0 1,-31-12,14 5,-56-34,59 30,-63-27,-64-25,153 70,1-1,-1 0,1-1,0 1,0-1,-4-5,-21-16,23 22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8:18.91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0,'0'412'0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20.68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0,'0'2,"0"1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23.36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0,'82'48,"7"8,-52-32,5 8,-31-23,0 0,1-1,20 11,85 43,-68-35,40 31,-59-37,40 22,-18-9,-12-6,10 4,37 22,-54-39,-23-11,0 0,0 1,-1 1,13 8,8 6,2-1,0-1,1-1,52 17,16 9,15 3,-76-29,-21-9,26 15,1 9,-27-18,31 17,-42-27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27.48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1,'2'5,"-1"1,2-1,-1 0,0 0,1 0,0 0,0 0,0-1,8 9,7 3,0 0,2 0,0-2,24 14,39 27,30 22,-95-62,-12-10,-1 0,1-1,0 0,1 0,7 4,39 20,-35-19,-1 0,29 10,-12-6,45 23,27 10,-72-32,-1 1,40 24,28 13,-81-42,-1 0,29 22,-25-16,31 15,-25-11,1-1,1-1,54 21,-15-7,-63-28,147 77,-123-65,-26-14,0 0,0 1,0 0,0 0,0 0,0 0,-1 1,0 0,6 5,3 5,2 0,22 18,-15-14,30 18,-37-28,-2 2,15 10,49 35,-60-41,1-1,35 20,3 1,-27-14,2-1,60 27,-83-42,40 15,60 33,-62-33,-3-2,55 44,-57-34,-23-15,1 1,28 27,-25-21,1-2,0-1,2-1,0-1,41 16,-59-26,-2-2,120 61,-100-46,-19-12,1 0,0-1,0 0,10 5,2-1,-1 2,-1 0,19 14,19 10,61 34,-107-63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50.30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1,'4'1,"0"1,1 0,-1 0,0 0,0 0,0 1,-1 0,1 0,0 0,-1 0,3 4,0-2,100 83,-76-64,17 10,78 45,59 17,-173-90,251 113,-149-62,70 31,66 24,-140-55,-20-10,-7-2,-2 4,89 71,21 13,-59-57,19 13,12 7,31 20,-128-74,2-3,103 45,-44-24,61 47,42 18,-147-75,-22-12,-42-27,-2 2,1 0,26 29,-2-3,8 4,82 56,-111-84,-16-12,0 0,1 1,-1-1,1-1,0 1,8 2,82 36,-28-11,-60-26,0 0,-1 0,1 1,-1-1,0 2,-1-1,8 8,4 4,-7-7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8:53.33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0,'44'40,"0"-2,3-1,73 42,160 73,297 101,-395-186,-130-45,241 115,-229-103,-27-15,67 47,14 20,47 35,-138-98,127 103,-81-75,157 81,-59-24,-72-42,0 2,19 13,-38-31,113 94,-29-8,-48-44,76 55,-173-135,0-2,33 14,4 1,47 24,127 42,-164-60,-23-10,-31-16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12.91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973 449,'13'8,"1"-1,-1-1,1 0,1-1,-1 0,1-1,0 0,18 1,-32-5,0 0,0 0,0 0,0 0,0 0,-1 0,1 0,0 0,0 0,0 0,0-1,0 1,-1 0,1-1,0 1,0 0,-1-1,1 1,0-1,0 1,0-2,-1 1,1 1,-1-1,0 0,0 1,0-1,0 1,0-1,0 0,0 1,0-1,0 0,0 1,-1-1,1 0,0 1,0-1,-1 1,1-1,0 0,-1 1,0-1,-2-4,0 1,-1 0,0 0,0 0,-4-3,-69-47,67 47,-1 2,0-1,0 2,-1-1,-18-3,-28-2,1 4,-1 1,-1 3,-58 7,104-4,-1 1,0 1,0 1,1 0,0 0,0 1,0 1,1 0,-15 10,1-3,15-8,1 0,0 1,0 0,0 1,1 0,-10 9,16-12,0 1,-1 0,2 0,-1 0,-2 7,-9 15,4-12,-1-1,-1 0,0-1,-26 22,21-20,1 1,0 0,1 2,-23 34,-14 16,48-64,-1 1,1-2,-1 1,0 0,-9 4,13-7,-1 0,0-1,0 1,0 0,0-1,0 1,0-1,0 0,-3 1,5-1,-1 0,0 0,1 0,-1-1,0 1,1 0,-1 0,0 0,1-1,-1 1,0 0,1-1,-1 1,1-1,-1 1,0-1,1 1,-1-1,1 1,-1-1,1 1,0-1,-1 1,1-1,-1-1,1 1,0 0,-1 0,1 0,0 0,0 0,0 0,0-1,0 1,0 0,0 0,0 0,0 0,1 0,-1 0,0 0,1-1,-1 1,1 0,-1 0,1 0,0 1,-1-1,1 0,0 0,-1 0,1 0,0 1,0-1,0 0,0 1,2-2,36-18,-29 16,0-1,0-2,0 1,0-1,-1-1,11-10,-10 8,0 1,1 1,-1 0,14-7,22-11,-20 11,30-12,-40 19,-1 0,0-1,-1-1,21-18,-1 1,-23 18,-1 0,-1-1,15-19,-12 14,63-90,-36 58,-20 22,36-34,-25 26,5-6,-25 31,-6 4,0 0,0 0,1 1,-1 0,9-4,-13 7,0 0,0 0,0 0,0 0,0-1,0 1,0 0,0 0,0 0,0 0,1 0,-1 0,0 0,0 0,0 0,0 0,0 0,0 0,0 0,0 0,1 0,-1 0,0 0,0 0,0 0,0 0,0 0,0 0,0 0,0 0,1 0,-1 0,0 0,0 0,0 0,0 0,0 1,0-1,0 0,0 0,0 0,0 0,0 0,1 0,-1 0,0 0,0 0,0 0,0 1,0-1,0 0,0 0,0 0,0 0,0 0,0 0,0 0,0 0,0 1,0-1,0 0,0 0,0 0,0 0,0 0,0 0,0 1,-6 11,-10 11,14-20,-11 15,-1-1,-22 21,29-33,1 1,-1-1,0-1,0 1,0-1,-1-1,0 1,1-1,-15 3,4-2,5-1,0 0,0 1,-20 9,-13 9,36-19,31-16,-7 4,0-1,-1-1,24-24,-18 17,-15 13,1-1,-1 1,1-1,3-8,13-16,2 2,-12 14,0 0,1 0,1 2,17-14,-26 23,1 1,-1-1,1 1,0 0,-1 1,9-2,-9 2,0 0,1 0,-1-1,0 1,0-1,0 0,0 0,5-4,-43 38,2 2,-53 72,53-64,23-32,0-1,-1 0,0-1,0 0,-1 0,0-1,-16 8,-21 14,-19 11,56-32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17.06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1,'0'4,"1"1,-1-1,1 0,0 1,1-1,-1 0,1 0,-1 0,1 0,1 0,-1 0,0 0,1-1,5 6,6 6,1-2,18 14,10 9,44 37,-43-40,198 161,-191-158,11 10,-11-7,2-3,2-2,72 34,-127-68,25 13,142 77,4 2,-144-78,394 198,-314-159,355 186,-1-13,-450-221,-1 1,-1-1,1 2,13 10,2 2,189 124,-206-138,0-1,0 0,11 3,19 10,98 51,43 13,-56-25,6 14,-24-19,130 86,-188-104,-13-8,1-2,61 30,-82-45,0 1,0 0,0 1,-1 1,-1 0,13 14,13 11,92 91,-113-110,22 20,3-2,66 44,22 10,-101-71,-21-14,-1 1,1 0,-1 1,7 6,12 12,-18-17,0 1,0 0,13 17,-15-17,0 0,0-1,9 7,17 21,-26-28,1 0,0-1,0 1,0-2,1 1,0-1,15 7,6 6,-22-14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9:20.33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530 294 0,'-529'-294'0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22.60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0,'8'9,"0"-1,0 0,0-1,1 0,10 6,7 4,-15-9,-1-1,1-1,0 0,0-1,1 0,0 0,13 2,-12-3,0 1,0 0,0 0,-1 1,0 1,21 15,24 12,-24-16,-27-14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25.41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688 1,'-1'5,"0"-1,0 1,0 0,-1 0,0-1,0 1,0-1,-4 6,-6 12,10-15,-1 2,-1 0,1-1,-2 1,1-1,-1 0,0 0,-10 11,6-9,2 0,0 0,-10 18,-9 14,5-12,16-22,1-1,-1 1,-1-1,0 0,0-1,0 0,-1 1,-11 7,-81 62,80-63,-70 50,77-54,1 2,0-1,0 1,2 1,-11 14,9-11,1-1,-2-1,0 0,-15 13,-59 41,80-62,-3 3,2-1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9:28.430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858 0 0,'-858'906'0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9:34.25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5034 2893 0,'-5034'-2893'0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41.20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1,'1'4,"0"0,0 0,1 0,-1 0,1-1,2 5,3 6,-3 1,0-1,-1 1,0 0,-1-1,-1 1,0 0,-2 16,1-27,0 12,0 1,-1-1,0 0,-1-1,-1 1,-1 0,0-1,-10 24,12-36,1 1,-1-1,0 0,1 1,0 0,0-1,0 1,0 0,1-1,0 1,-1 0,1 0,0-1,1 1,-1 0,2 4,2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49:47.03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0,'4515'2775'0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49.55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1,'-1'3,"0"1,0-1,0 0,-1 1,1-1,-1 0,0 0,-3 5,-3 4,1 0,0 0,0-1,-1 1,-1-2,0 1,0-1,-1-1,0 0,-1 0,-15 9,-77 46,90-56,3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54.30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4321 2560,'-5'0,"0"-1,0 0,1 0,-1-1,1 1,-1-1,1 0,0 0,-1-1,-4-3,-38-31,36 27,0 2,-1-1,-18-8,-10-7,-85-47,-18-17,125 78,0 2,-22-8,21 9,-37-20,18 8,24 12,0 0,-15-12,12 8,0 1,-29-13,38 19,-47-26,-12-6,47 26,0-1,-29-22,-7-3,-58-34,41 28,49 26,0 1,-34-14,-17-10,38 18,20 12,1 0,-22-17,-6-2,33 23,1-1,1 0,-11-8,6 3,-1 1,-30-17,-7-4,16 10,-9-6,25 13,-26-15,30 20,1 0,-1-2,-20-17,28 20,-2 1,1 1,-1-1,-11-4,9 5,1-1,-19-14,8 4,-43-25,17 13,-34-16,29 11,37 26,1-2,0 0,-25-23,35 28,-1 0,0 1,0 0,-8-4,-14-10,-224-158,212 147,24 17,-30-18,22 17,-21-19,-18-9,-108-63,-51-28,198 119,0-1,-1 2,-52-19,-132-41,161 56,-53-25,72 31,23 8,0 0,0 0,0 0,1-1,-10-6,-164-127,155 114,19 16,-1 0,-1 1,1-1,-1 1,-8-4,-2 0,0-1,-22-17,33 23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9:56.92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0,'12'6,"-1"0,0 0,0 1,-1 0,0 1,0 0,14 16,4 2,58 56,-66-62,1-1,0-2,2 0,0-1,40 21,142 62,-53-22,-115-59,0 2,36 26,79 65,-142-104,0-1,0 0,1-1,0 0,13 4,12 5,52 31,-74-39,-1 2,21 13,4 4,131 64,-115-50,-50-37,2 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04.25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4540 2718 0,'-4540'-2717'0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11.44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10 196,'-9'-157,"9"155,-1 0,1 0,0 0,0 0,0 0,0 0,0 0,1 0,-1 0,1 1,-1-1,1 0,-1 0,1 0,0 0,2-2,-2 3,0 1,0-1,0 1,0-1,0 1,0 0,0-1,1 1,-1 0,0 0,0 0,0 0,0 0,0 0,0 0,1 1,-1-1,0 0,0 0,0 1,0-1,0 1,0-1,0 1,0-1,0 1,0 0,0 0,0-1,0 2,18 12,25 26,0 0,4-6,46 46,-34-32,-33-26,41 23,-63-44,-9-9,-12-11,-93-81,96 84,-1 2,-1 0,-1 0,1 2,-2 0,-30-17,74 41,-1 2,-1 1,-1 1,0 1,21 20,-30-24,0-1,1-1,25 15,125 74,-105-67,-40-23,-1 1,20 14,-26-16,0-1,0-1,17 7,-17-9,0 2,-1-1,0 2,18 12,-13-7,30 18,-2-3,-25-15,29 14,-30-18,-1 1,20 14,-24-14,0-1,1-1,19 7,-15-6,26 15,24 11,-46-24,23 14,12 6,-39-21,-1 0,22 16,-16-9,30 15,0 0,-9-7,-30-17,-1 0,16 12,-15-9,1-1,25 11,-25-13,-1 0,0 1,17 13,-16-10,-9-7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15.93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 1 0,'0'612'0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19.76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1 375,'0'-12,"2"0,-1-1,7-21,-5 26,-1 0,0 0,0-1,-1 1,0-1,-1 1,0-1,0 0,-3-16,0 10,1-1,0 1,1-23,1 21,-1 1,-5-30,2 15,3 22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1.25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63 310,'-3'-3,"1"-1,0 1,0-1,0 0,0 0,1 0,-3-7,-4-12,1 9,0 0,2 0,-7-23,11 30,-1 0,1 0,0 0,1 0,0 0,0-1,0 1,1 0,3-12,23-55,-24 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2.00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1,'2'0,"5"0,5 2,4 0,4 1,2 1,0 0,-3-1,-1 0,-5 0,-2 1,1 1,0 0,-1-2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2.62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98 0,'-6'0,"-4"0,-2 2,-2 1,1 2,-1 0,3 1,1 1,2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3.16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3.84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26.84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2792 1557,'-3'0,"-6"1,0-1,0-1,0 1,0-1,1-1,-1 0,0 0,-12-5,-3-2,20 8,0 0,0-1,0 1,0-1,0 0,0 0,0 0,1-1,-1 1,1-1,0 0,-4-4,-5-5,0 0,-1 1,0 1,-1 0,0 0,-27-13,18 11,-37-28,51 34,0 0,-1 0,0 1,-10-4,10 5,0 0,1-1,0 0,-15-12,13 9,1 1,-1 0,0 1,-14-5,13 5,1 0,-1 0,-18-14,15 9,0 1,-28-14,-14-9,-4-3,39 24,-23-16,-92-58,61 41,1-3,36 24,10 5,14 9,-27-15,-38-22,51 29,-31-14,43 23,1 0,-16-13,-25-14,6 7,32 17,0 2,-23-10,25 12,0 0,-31-22,-7-4,-66-29,65 34,35 18,-26-16,33 19,0 1,-23-10,-18-9,-32-21,55 33,-16-9,26 10,0 1,-28-12,35 17,1-1,-20-12,21 11,-1 0,-25-10,25 12,-1 0,-18-13,19 11,0 0,-21-8,-7 1,29 11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34.72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637 382,'0'4,"1"0,0 0,0 0,0 0,0 0,1-1,0 1,-1 0,1-1,1 1,-1-1,6 6,37 37,-39-40,4 2,-1 0,1 0,0-1,0 0,18 7,2 5,-24-15,0 0,0-1,0 1,10 3,19 5,14 4,50 25,-77-32,-17-7,-1-1,0 1,1 0,-1 0,0 0,0 0,0 1,-1 0,1 0,-1 0,1 0,-1 0,0 1,5 6,-1 3,-3-6,-17-17,2 1,-1 1,-1 0,1 1,-1 0,-15-5,10 4,0-1,-18-11,6 2,25 16,0 0,0-1,0 1,1-1,-1-1,1 1,0 0,0-1,0 0,0 0,-4-7,1 2,-1 0,0 0,0 1,-1 0,0 0,-1 1,0 0,-20-10,8 3,12 9,0-1,-22-6,-13-7,-102-53,91 40,42 23,-1 1,-21-10,28 14,0 0,0-1,0 0,-11-10,-14-9,6 6,0-1,-24-24,6 5,-43-30,27 31,53 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0:37.42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0,'870'518'0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48.00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53.18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0,'0'94,"-1"-91,0 1,0-1,-1 0,1 0,-1 0,-3 5,-3 8,-23 55,28-63,-1 0,0 0,0-1,-1 0,0 0,-6 7,0 0,-16 9,14-14,-103 87,129-97,10-6,-18 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55.54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188 19,'16'-5,"-15"5,-1 0,0-1,1 1,-1 0,0 0,0 0,1 0,-1 0,0-1,1 1,-1 0,0 0,0-1,1 1,-1 0,0 0,0-1,0 1,1 0,-1 0,0-1,0 1,0 0,0-1,0 1,0 0,1-1,-1 1,0 0,0-1,0 1,0 0,0-1,0 1,-1-1,1 1,0 0,0-1,0 1,0 0,0 0,0-1,0 1,-1 0,1-1,0 1,0 0,-1-1,1 1,-1 0,0 0,1 0,-1 1,0-1,1 0,-1 0,1 0,-1 1,0-1,1 0,-1 0,1 1,-1-1,1 0,-1 1,1-1,-1 1,1-1,-1 1,1-1,0 1,-1-1,1 1,-1 1,-12 15,13-16,-9 10,0 0,-13 12,-17 21,33-36,0-1,-1 0,-9 8,-15 16,1 5,25-31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0:57.60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329 0,'-1'5,"0"0,-1 0,0-1,1 1,-2 0,1-1,0 0,-1 1,0-1,0 0,0-1,-7 8,-16 24,22-27,-1-1,1 1,-1-1,-1 0,1-1,-1 1,0-1,0 0,-1-1,-14 10,13-9,1 2,0-1,0 1,0 0,-6 10,-10 12,-50 41,55-43,16-23,-1 0,1-1,-1 0,0 1,-1-1,-4 5,5-7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02.78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1303 717,'-1'11,"1"0,1 0,0 0,0 0,1 0,0 0,6 13,-8-22,1-1,0 1,0 0,0-1,0 1,0-1,0 0,0 1,0-1,0 0,0 0,1 0,1 1,-3-1,1-1,0 0,-1 0,1 0,0 0,-1 0,1 1,-1-1,1 0,0-1,-1 1,1 0,0 0,-1 0,1 0,-1 0,1-1,0 1,-1 0,1 0,-1-1,1 1,-1-1,1 1,-1 0,1-1,-1 1,1-1,-1 1,0-1,1 1,-1-1,0 1,1-1,-1 0,0 1,0-1,0 1,1-1,-1 0,0 0,7-17,2 0,14-22,-20 31,-5 9,-11 11,11-8,-2 2,0 0,0 0,0 0,-8 6,9-9,1-1,-1 0,1 0,-1 0,1 0,-1 0,1 0,-1 0,0-1,0 0,1 1,-1-1,-4 0,1-1,-1-1,1 1,0-1,-1 0,1-1,0 1,0-1,1-1,-1 1,1-1,0 0,-9-7,-26-18,-59-18,56 22,12 6,24 15,-1-1,1-1,0 0,0 0,-5-7,6 7,0 0,1 1,-2 0,1 0,0 0,-1 1,-8-5,-32-13,12 2,-45-35,47 31,-52-29,80 51,-169-83,89 40,38 18,29 16,0-1,1-1,-26-24,27 22,-1 1,-1 1,0 0,-28-14,-48-28,88 50,4 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04.01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218 137,'-9'-7,"-1"-1,-19-11,19 14,0-2,1 1,-15-14,19 16,-1-1,-1 1,1 0,0 0,-1 1,0-1,-9-2,8 3,0 0,0-1,1 0,-1 0,-6-6,11 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0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418 238,'-31'-20,"23"16,0-1,0 0,-13-13,1-2,5 4,-1 1,-25-19,29 28,-1 0,1 0,-1 2,0-1,0 2,-1 0,-14-2,-9-2,18 3,17 4,-1 0,0 0,1-1,-1 1,1-1,-1 0,1 0,-1 0,1 0,0 0,-1-1,1 1,0-1,0 1,0-1,-3-3,-27-27,77 63,-19-15,35 30,-53-39,1-1,0 0,0 0,1-1,-1-1,1 1,0-2,1 1,11 2,33 12,-37-11,-15-6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13.30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900 532,'-9'0,"3"1,-1-1,1-1,0 1,-10-3,14 2,-1 0,1 0,-1 0,1 0,-1-1,1 1,0-1,0 1,0-1,0 0,0 0,0 0,-2-3,-7-9,-1 1,0 0,-1 1,-21-15,-74-43,41 26,35 18,25 20,0 0,0 1,0 0,0 0,-1 1,-9-5,-24-4,26 9,1 0,0-1,0 0,1-2,-1 1,-21-16,-29-21,48 33,-45-33,35 27,-56-22,60 24,-4 0,26 14,-1-1,1 1,0 0,-1 0,1 0,0 0,0 0,-1 0,1 0,0 0,-1 0,1 0,0 0,0 0,-1 0,1 0,0 0,-1 0,1 0,0 0,0 0,-1 1,1-1,0 0,0 0,-1 0,1 0,0 1,0-1,-1 0,1 0,0 1,0-1,0 0,0 0,-1 1,1-1,0 0,0 0,0 1,0-1,0 0,0 0,0 1,0-1,0 0,0 1,0-1,0 0,0 1,0-1,0 0,0 0,0 1,0-1,0 0,0 1,0-1,1 0,-1 0,0 1,0-1,0 0,1 1,8 17,7-3,-1-1,31 19,34 13,-67-38,-9-6,0 0,0 0,-1 1,0-1,1 1,2 3,16 14,1 0,1-2,0-1,30 16,-50-30,4 0,0 1,0-1,0 0,0-1,16 3,-13-3,-1 0,1 1,13 5,6 5,-18-8,-1 0,0 0,-1 1,19 13,36 34,-52-42,1-1,0-1,1 0,0-1,18 7,-11-5,-17-7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25.34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2 146,'2'-4,"-1"-1,1 1,-1-1,1 1,-1-1,-1 0,1 1,0-1,-1 0,0 0,-1 1,1-1,-1 0,1 1,-4-10,-1-14,4 25,0-23,2 26,-1 0,0-1,0 1,0 0,0 0,0-1,0 1,1 0,-1 0,0-1,0 1,0 0,1 0,-1-1,0 1,0 0,1 0,-1 0,0-1,0 1,1 0,-1 0,0 0,1 0,-1 0,1 0,13 4,-7 1,0 1,-1-1,0 1,0 0,0 0,6 10,-8-10,1 0,0 0,0-1,0 1,1-1,0 0,0-1,10 7,74 41,-44-17,11 6,95 40,-131-69,25 22,-27-19,31 17,39 22,20 18,-90-59,1-1,34 14,-1 1,46 23,103 52,-126-64,15 8,-10-2,-57-32,-1 1,38 26,-55-34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26.40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95,'-7'-2,"0"0,0 0,0 0,0-1,0 0,-6-5,5 4,-39-20,23 10,-36-14,56 27,2-1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0.14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 1 0,'0'732'0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32.72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3,'0'-1,"0"0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1:34.35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0,'1526'825'0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40.38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1,'6'1,"0"1,0 0,0 0,0 0,0 1,0 0,-1 0,1 0,-1 1,7 5,14 9,120 62,-44-17,-46-27,-14-11,47 21,-22-8,122 54,-128-60,-28-15,52 29,-82-44,1 0,-1 0,0 1,1 0,-1-1,-1 1,1 0,0 0,-1 1,1-1,2 6,-3-4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43.66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0,'4'2,"0"-1,0 1,0 0,-1 0,1 1,0-1,-1 1,7 5,-1-1,27 22,-24-18,1-1,0 0,0-1,1-1,23 11,-2-5,93 39,-22-7,-96-42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49.90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3522 2101,'-10'-2,"0"0,1 0,-1-1,0-1,1 0,0 0,0-1,0 0,-9-7,-77-49,79 49,-1 1,0 0,1-1,1-1,0-1,0 0,2-1,-16-21,19 24,0 0,-1 1,0 0,-1 0,-1 2,-14-10,-12-11,26 22,1 0,-2 1,1 1,-1 0,-26-8,1 0,-25-11,-66-36,102 47,17 10,1-2,0 1,-15-12,11 7,-1 0,-19-9,-15-10,18 8,-29-21,-11-6,-63-32,47 27,24 16,-49-26,83 47,-58-24,10 2,55 29,1-1,-33-21,21 11,-34-18,50 29,1 0,-21-17,-2-1,-54-29,3 1,3-1,61 39,18 11,-1 0,1 1,-19-8,12 6,-27-16,-3-1,-31-20,-2-7,49 31,-39-21,-45-28,89 57,-84-46,75 41,25 14,1-1,-1 0,1 0,-9-7,6 4,1 0,-1 1,-13-5,12 6,0-1,-17-13,-43-23,-17-16,68 47,-25-15,-44-29,83 50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52.66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1,'1'4,"1"1,0 0,0-1,0 1,1-1,0 0,-1 1,2-1,4 5,0-2,-1-2,1 1,0-1,1 0,-1-1,1 0,14 5,20 9,-29-10,1-1,0 0,29 7,-22-7,36 17,6 1,-56-22,0 1,-1 0,1 0,-1 1,9 7,20 13,98 56,-35-23,15 14,-102-63,23 22,3 2,33 22,-31-29,117 68,-139-84,-8-3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54.50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812 492,'-84'-52,"35"19,9 7,-26-15,-23-15,29 16,-84-55,66 41,-9 8,-12 4,90 38,2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1:58.70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478 292,'-2'-1,"-1"0,0 0,1 0,-1-1,1 1,0-1,-1 1,1-1,-4-3,-4-3,-99-74,106 80,-3-4,-1 0,0 1,0 0,0 0,-1 0,0 1,0 0,-10-3,7 3,0 0,1-1,0 0,0 0,-13-10,11 6,-1 1,-17-8,-86-43,115 58,-3-4,13 6,15 4,4 6,-1 2,49 30,-70-38,1 0,-1 1,0-1,9 13,20 18,-21-24,0 1,-1 0,12 17,-16-19,1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3.22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3006 1736 0,'-3005'-1736'0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05.13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378 232,'-1'-4,"0"0,-1-1,0 1,0 0,0 0,0 0,-1 1,0-1,1 0,-5-3,2 1,-6-7,-2 0,0 0,0 1,-1 1,0 0,-1 1,0 1,-1 0,0 1,-29-10,-102-30,133 44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2:08.87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0,'1143'705'0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14.83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30 3,'-5'0,"-3"0,-1-1,1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16.70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20.06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1,'1'2,"0"0,1 1,-1-1,1 0,-1 0,1 0,0 0,0 0,0 0,0 0,0-1,0 1,0-1,5 2,3 4,18 15,40 21,-2-1,9 3,-23-15,-20-14,-27-14,1 0,0 1,-1 0,0 0,0 0,9 7,2 3,1-1,1-1,-1-1,31 13,-19-9,24 17,-40-23,0 1,1-2,0 0,22 8,-19-9,-1 0,30 17,-6-2,76 40,-66-32,60 23,-96-46,-1 1,0 1,21 16,-18-13,71 59,-46-35,-36-31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24.61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263 0,'1'4,"-2"0,1 0,0 0,-1-1,0 1,0 0,0 0,0-1,0 1,-1-1,-3 7,-1-3,0 1,0-1,-12 9,14-12,-44 47,35-35,-1-1,-1-1,-19 16,28-27,-1 1,1-1,-15 6,15-7,1 0,-1 0,1 1,0-1,0 1,-8 6,19-8,6-5,-7 0,0-1,1 0,-2 0,1 0,0 0,-1-1,0 0,-1 0,1 0,3-9,17-26,-21 39,0 0,1 0,-1 0,0 1,1-1,-1 1,1 0,0 0,-1 0,1 0,0 1,6-1,11-2,-21 3,0-1,0 1,0 0,0 0,0 0,0 0,0 0,0 0,0 0,1 0,-1 0,0 0,0 1,0-1,0 0,0 0,0 0,0 0,0 0,0 0,1 0,-1 0,0 0,0 0,0 0,0 0,0 0,0 0,0 0,0 0,0 1,0-1,0 0,0 0,0 0,0 0,0 0,0 0,0 0,0 0,0 1,0-1,0 0,0 0,0 0,0 0,0 0,0 0,0 0,0 0,0 0,0 1,0-1,0 0,0 0,0 0,-4 12,-13 19,10-17,-5 7,-1-1,-30 36,33-47,13-19,11-19,9-5,1 1,2 1,43-41,-61 65,7-8,-14 13,1 1,-1 0,1 0,0 0,0 0,0 0,0 0,0 0,1 1,-1-1,1 1,-1-1,1 1,-1 0,1 0,-1 0,1 0,0 1,0-1,-1 1,1 0,0 0,3 0,42 1,-48-1,0 0,0 0,0 0,0 0,1 0,-1 0,0 0,0 0,0 0,0 0,0 0,0 0,0 0,0 1,0-1,1 0,-1 0,0 0,0 0,0 0,0 0,0 0,0 0,0 0,0 1,0-1,0 0,0 0,0 0,0 0,0 0,0 0,0 0,0 1,0-1,0 0,0 0,0 0,0 0,0 0,0 0,0 0,0 1,0-1,0 0,0 0,0 0,0 0,-1 0,-5 8,-7 5,6-8,0 0,0-1,0 1,-1-2,1 1,-1-1,-10 3,2-1,13-3,-8 1,1 1,0 0,-16 10,23-12,0 0,0 1,1-1,-1 1,0 0,1 0,-1 0,1 0,0 0,0 0,1 1,-1-1,0 1,0 4,0-3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30.4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95 47,'-3'0,"0"1,1-1,-1 1,0-1,1 1,-1 0,0 0,1 0,-1 1,1-1,0 0,-1 1,-2 3,-29 29,15-13,16-16,12-8,11-6,-16 5,0 0,0 0,0 0,0-1,-1 0,1 1,3-8,-5 8,-1 1,1-1,0 1,0 0,1 0,-1 0,1 0,0 0,0 0,0 1,0-1,0 1,0 0,0 0,1 0,-1 0,1 1,4-2,-7 3,1 0,-1 0,0 0,1 0,-1 1,0-1,1 0,-1 1,0-1,0 1,1 0,-1-1,0 1,0 0,0-1,0 1,0 0,1 1,21 23,-13-14,0-1,0-1,1 0,0-1,0 0,21 11,-19-12,-1 1,0 1,-1 0,1 1,-2 0,12 14,-7-8,30 24,29 12,89 46,-227-157,-22-11,5 5,54 33,23 27,1 0,-1 0,0 1,0 0,0-1,0 2,-1-1,1 0,-8-3,-178-76,186 81,-27-16,30 18,0-1,0 0,0 1,0-1,0 0,0 0,1 0,-1 0,0 0,1 0,-1 0,0 0,1 0,0 0,-1 0,1 0,-1-1,1 1,0 0,0 0,0 0,0-1,0 1,0 0,0 0,0-2,1 2,-1 1,0-1,1 1,-1-1,0 1,1 0,-1-1,1 1,-1 0,1-1,-1 1,1 0,-1-1,1 1,-1 0,1 0,-1 0,1 0,-1-1,1 1,-1 0,1 0,-1 0,1 0,-1 0,1 0,0 0,-1 1,1-1,-1 0,1 0,-1 0,1 0,-1 1,1-1,-1 0,1 1,-1-1,1 0,0 1,24 16,-21-15,95 68,-34-22,85 46,-38-23,-90-55,33 22,74 37,-22-20,-48-10,57 30,-90-58,48 23,-69-38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48.72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0,'4'1,"0"-1,0 1,0 0,0 0,0 0,0 0,0 1,-1-1,1 1,0 0,-1 0,1 1,-1-1,0 1,3 2,6 7,-1 1,14 18,-15-17,-4-7,1 0,0 0,0-1,0 0,1 0,9 5,55 28,-33-19,-9-4,162 82,-175-89,-1 1,0 0,18 16,-15-12,26 16,-15-10,11 6,-14-13,111 49,-125-57,-1 1,0 0,0 1,0 0,17 16,62 45,-58-48,40 19,-2-1,-47-22,0 1,36 35,-34-29,40 29,-16-15,-38-26,0-2,0 0,1 0,23 11,22 17,-33-24,25 16,-48-28,1 1,14 7,-14-11,-7-9,-1 2,-1 1,0 0,0 0,-1 1,0 0,0 0,-12-8,-2-1,-37-19,29 20,-47-17,69 29,0-1,0 0,1 0,-1-1,1 0,-10-10,-22-16,-59-22,153 98,-43-35,11 8,1 0,1-1,1-2,40 17,-19-14,30 10,-63-23,0 1,-1 1,1 0,-1 1,0 1,18 14,-23-16,28 16,67 33,-93-50,95 54,-9-4,16 5,-49-23,-46-28,-1 0,0 1,-1 1,20 18,12 8,118 78,-105-78,37 14,-44-23,-15-10,-14-6,34 12,-35-16,43 23,-30-9,34 22,-36-28,24 10,15 7,-68-31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54.33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1871 1175,'-3'-30,"2"28,1 0,-1 1,0-1,0 0,0 1,0 0,-1-1,1 1,0-1,-1 1,1 0,-1 0,1 0,-3-1,-37-28,-13-7,-39-21,22 12,-2 10,-23-16,75 40,-10-4,-28-20,-10-8,9 7,-66-37,-25-16,123 72,-54-31,-8-3,-73-38,19-6,60 46,20 14,-99-64,112 63,20 13,28 22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55.6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 66,'0'-1,"0"-1,0-1,0-2,-1 0,0-1,-1 0,0 0,0 0,-1-1,1 1,-1 1,0 1,1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2:57.99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512 276,'5'1,"-1"0,0 1,1-1,-1 1,0 0,0 0,-1 1,1-1,4 4,5 3,-19-14,-12-9,-37-24,-15 4,45 20,-21-12,-79-32,81 40,-50-30,69 35,17 9,-3-2,1 0,-18-12,24 14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3:00.57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455 1,'-6'0,"2"0,0 0,0 0,0 0,0 1,0-1,-7 3,9-2,1 0,-1-1,1 1,0 0,-1 1,1-1,0 0,0 0,0 0,0 1,0-1,0 1,0-1,0 0,1 1,-1 0,0-1,1 1,-1 3,-3 3,1-1,-2 1,1 0,-1-1,0 0,0 0,-1-1,0 1,-13 10,-8 9,10-7,8-8,0 0,0-1,-2-1,1 1,-1-1,0-1,-1 0,-24 12,24-14,1 0,0 1,0 1,0 0,-11 12,-14 9,26-21,1 0,0 1,-13 17,18-21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3:03.62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532 0,'-25'31,"23"-27,-1-1,0 1,1 0,-2-1,1 0,0 1,0-1,-1 0,0-1,0 1,-7 3,-5 3,1 0,0 1,1 0,0 1,1 1,-17 18,27-26,0 0,1 0,-1 0,1 0,-3 6,-9 16,-21 13,27-32,1 1,0-1,1 1,0 1,0-1,1 1,0 0,-5 12,8-16,0 0,0 0,-1-1,0 1,0-1,0 1,0-1,-1 0,0 0,1 0,-6 3,8-7,1 0,-1 0,0 0,1 0,-1 0,0 1,1-1,-1 0,0-1,1 1,-1 0,0 0,1 0,-1 0,0 0,1-1,-1 1,1 0,-1-1,0 1,1 0,-1-1,1 1,-1-1,1 1,-1-1,0 0,-17-19,7 8,2 5,0 0,-20-10,-14-9,7 1,33 23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3:04.9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0,'-3'1,"0"-1,1 1,-1 0,0 0,1 0,-1 0,0 0,1 0,-1 1,-3 3,-25 21,27-23,-38 44,39-43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3:08.37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251 143,'-2'-2,"1"1,0-1,-1 1,0 0,1-1,-1 1,0 0,0 0,1 0,-1 0,0 0,0 1,-2-2,-2 0,-114-74,102 64,12 8,0 1,0 0,0 1,-9-3,-22-11,32 13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5:53:11.55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1035 642 0,'-1035'-641'0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53:13.42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29 97,'-3'-5,"-1"0,1-1,0 1,1-1,0 1,-1-1,2 0,-1 0,1 0,0 0,-1-12,1 7,0 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7:44.86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7:55.16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7:58.17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0,'285'7,"127"-2,-327-6,88 2,53 11,-110-4,72 1,161-9,-343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01.32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0,'7'1,"0"1,0 0,0 0,0 1,-1 0,11 6,-10-6,-1 0,1-1,0 0,0 0,-1-1,1 1,0-2,10 1,53-3,-55 1,42-3,124-4,-100 7,87 3,-134-1,-1 3,0 1,34 9,-37-7,0-1,0-1,37 0,94-4,-73-3,99-10,-48 1,303 5,-336 6,-97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04.05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0,'538'0,"-334"6,562-6,-616 6,320 0,-463-6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05.83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23,'256'-6,"11"4,-136 4,-41-2,286-10,-355 8,-1 0,0 0,0 1,0 2,24 2,-39-2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22.72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7,'8'1,"-1"0,1 0,0 1,-1 0,9 4,9 3,13-1,0-1,77 5,80-12,-83-2,35 8,-61 2,-37-3,49-1,-108-4,0-2,0 0,-14-4,-14-2,-218-15,-2 22,135 2,111-2,17-2,20-2,36 1,104 6,-39 18,99-16,-127-5,114-5,-99 6,-106-3,-15-1,-13-3,-67-5,-168-4,169 18,-164-3,412 16,34 3,352 2,-508-20,201 9,-224-7,127 10,-139-12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24.97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2,'374'16,"-204"-3,-47-5,132 2,-204-10,-56-4,0 1,1-1,-1 1,-10-5,-1 3,1 0,-2 0,1 1,0 1,-26-1,-86 4,58 1,-316-1,375 1,8 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26.04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7,'76'-6,"212"6,-282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33.14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59,'39'-7,"1"2,-1 1,1 2,49 4,-20-1,1507 0,-1556 0,-1 1,1 1,19 5,-17-3,42 5,-3-4,-37-2,31 0,1681-5,-1733 1,0 0,0 0,0-1,0 1,0-1,0 0,0 0,0 0,-1 0,1 0,0-1,-1 1,6-4,-8 4,1 1,-1-1,1 1,-1-1,0 1,1-1,-1 0,0 1,1-1,-1 1,0-1,1 0,-1 1,0-1,0 0,0 1,0-1,0 0,0 1,0-1,0 0,0 1,0-1,0 0,-1-1,0 1,0-1,1 1,-1 0,0 0,0-1,-1 1,1 0,0 0,0 0,0 0,-1 0,1 1,0-1,-2-1,-9-4,1 1,-1 0,1 1,-1 0,0 0,-1 2,1-1,-1 2,1-1,-1 2,-12 0,-89 8,-19 0,-1097-9,659 2,550 0,0 1,-38 9,37-6,0-1,-31 1,41-5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35.20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0,'836'0,"-744"8,-4-1,2 0,5 0,2 0,-1 0,712-8,-788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39.35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1,'1'47,"0"-19,-1-1,-1 0,-9 48,6-47,1-1,1 1,1 0,4 29,-1 9,-2-41,2 1,0-1,2 0,9 30,-9-35,-1 1,1 35,1 5,-2-17,-2 76,0 23,6-105,1 12,-9 299,-5-300,1-28,3-8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41.20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84 1,'-4'16,"-11"43,2 1,2 0,-3 91,13-76,4 122,3-147,-3-32,1 31,3 38,1 9,-7-12,-3 71,-5-105,4-29,-2 36,3-1,-11 63,0-9,1-29,11-68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49.10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30,'302'-5,"103"11,347 1,-461-9,-80-4,-87 5,131 3,-178 3,33 1,88 0,-32-5,174-2,-158-11,113 6,-212 6,31 9,-11 0,154-3,-520-19,236 11,-77-2,-198 18,234-3,43-6,-48 2,21-6,-156-3,51-18,68 7,31 7,23 3,-57-12,73 11,-1 1,0 1,-37 2,-7-2,52 1,7 0,0 1,1 0,-1-1,0 2,-9 0,48 6,106 3,141-9,-130-2,-5 1,-137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53.79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2333 71,'-11'0,"1"-1,0-1,-15-4,15 4,-1 0,1 0,-17-1,-69-3,-40-7,-49-3,-55 10,-26 1,119 1,-83 2,220 4,0 0,-1 0,1 1,1 1,-1 0,0 0,1 1,-12 7,10-5,0-1,-1 0,0-1,0 0,-15 3,-33 2,-1-3,0-3,-106-6,95-4,-43 0,-5-6,111 12,-1 0,-1 0,1 0,0-2,-17-3,55-1,451-6,-307 14,-95-4,102-16,-83 7,0 5,119 8,-197-1,0 2,0 0,27 10,-28-7,0-2,0 0,35 3,245-6,-146-2,-146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56.78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13 0,'-10'199,"8"-173,2 1,4 46,-1-44,7 64,-3-46,-1 54,-6 22,0-123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8:59.63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54 0,'-2'2,"1"0,-1 0,1-1,0 1,0 0,-1 0,1 0,1 0,-1 0,-1 5,0-3,-4 13,0 1,1 0,1 1,-3 29,1 77,3-40,3-54,0-1,2 0,11 60,-11-76,-1-7,-1-16,-1-171,2 177,-1 0,0-1,1 1,-1 0,1 0,0 0,0 0,0 0,1 0,-1 0,1 0,0 1,-1-1,1 0,0 1,0 0,1-1,-1 1,4-3,-6 5,0 0,1 0,-1 0,0 0,0 0,0 0,0 0,0 0,0 0,1 0,-1 0,0 0,0 0,0 0,0 0,0 0,1 0,-1 0,0 0,0 0,0 0,0 0,0 0,0 0,1 0,-1 0,0 1,0-1,0 0,0 0,0 0,0 0,0 0,0 0,0 0,1 1,-1-1,0 0,0 0,0 0,0 0,0 0,0 0,0 1,0-1,0 0,0 0,0 11,-4 10,0-1,1 0,1 0,1 1,0-1,1 0,2 1,4 24,2 28,-2 1,-6 110,-2-75,-10 78,12-181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9:09.9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0,'4492'35'0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12.70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2536 0,'1'42,"-2"46,1-87,0 0,-1 0,1 0,0 0,0 0,-1 0,1 0,0 0,-1 0,1 0,-1 0,1 0,-1 0,0 0,1-1,-1 1,0 0,0 0,1-1,-1 1,0 0,0-1,0 1,0-1,0 1,-1 0,-32 3,3 0,-49 31,47-19,-43 14,56-25,-1-1,1-1,-1-1,-24-1,-3 2,6 2,-16 1,27-6,0-1,0-2,-39-7,39 4,-38-1,6 0,32 4,-45 2,47 2,-55-7,35 1,1 2,-61 5,25-1,-99 11,-217-12,276 12,-59 0,-68-12,238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14.36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0,'2'2,"2"1,4 1,-1 3,1 1,1 4,-1 2,-2 1,1-1,-2-1,-2-2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15.76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341 26,'-1'-1,"1"0,-1 0,1 0,-1 0,1 0,-1 0,1 0,-1 0,0 1,1-1,-1 0,0 0,0 1,0-1,0 0,0 1,0-1,0 1,0-1,0 1,0 0,0-1,0 1,-2 0,-26-6,-162 3,105 5,74-2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16.45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17.07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22.03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1,'0'1136,"0"-1128,1 0,0-1,4 15,-3-14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23.31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 0,'0'1,"-1"-1,1 0,-1 0,1 1,-1-1,1 0,-1 1,1-1,-1 0,1 1,0-1,-1 1,1-1,0 0,-1 1,1-1,0 1,0-1,-1 1,1-1,0 1,0-1,0 1,0 0,-1 0,-2 19,2-13,-6 41,3 1,1 0,5 59,0-18,0-55,1 0,12 51,-4-24,-1 31,-3-1,-7 94,-1-86,1-90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24.58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1,'-1'74,"2"79,5-99,-3-26,0 28,-3 294,0-338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29.30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25,'3275'0,"-3254"1,28 5,-9 0,-1-2,-9 0,33-1,682-3,-537-12,641 12,-617 12,10 0,-59 0,391-12,-548-2,50-8,-7 0,108-12,-91 9,140-2,63 15,90 1,-191 11,-25 5,-128-13,-22-3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19:32.61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3,'107'-1,"29"0,191 22,-271-16,102-4,-72-3,810 2,-774 12,33-6,46 0,-167-7,17 1,76 8,11 6,-6-11,-85-3,53 6,-27 0,109-5,-79-3,325 2,-411-1,32-5,-36 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9:36.6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0,'4832'141'0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19:43.42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0,'3500'57'0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0.27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19,'403'0,"-371"1,36 7,-36-4,38 1,1487-6,-1534 0,37-7,-36 4,33-1,93-4,0 0,505 10,-550 8,-45-10,83 2,-42 11,-91-10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2.84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0,'0'16,"0"-1,1 1,1 0,1-1,5 17,-2-6,0 0,-2 0,2 48,2 9,-4-50,0 38,5 31,-9 44,0-138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5.29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1,'0'0,"1"1,0-1,0 1,-1 0,1 0,0-1,-1 1,1 0,0 0,-1 0,0 0,1 0,-1 0,1 0,-1 0,0-1,0 1,1 2,3 19,-1 22,-3-37,0 1,0-1,1 0,0 1,0-1,1 0,4 11,1 1,-1 0,0 0,-1 0,-1 1,3 37,-7 104,-1-80,-1 0,4 85,2-134,0 24,-3-43,0 0,1-1,1 1,4 15,-2-12,-2-1,3 18,2 142,-8-152,1-12,-1 0,-3 22,1-24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7.34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31 0,'-10'61,"10"-18,1 1,-8 56,3-54,4 84,2-51,-2-67,0 27,-7 60,4-61,1-1,3 47,1-14,-2 10,0-73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9.32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0,'12'390,"-6"-291,9 64,-7-113,-2 0,0 57,-6-96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09.9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1,'0'7,"-2"3,0 1,0 2,1 0,-1-1,0-1,0 0,-1 3,-1 1,1 0,1-2,1-3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12.42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1,'0'10,"-1"1,1 0,1 0,-1-1,2 1,0 0,4 13,-5-22,-1-1,1 0,0 0,0 0,0 1,0-1,0 0,0 0,1-1,-1 1,0 0,0 0,1 0,-1-1,0 1,1-1,-1 1,1-1,-1 0,1 1,-1-1,1 0,1 0,44-1,-28-1,370 2,-258 9,460-9,-569 3,-16-1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14.17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1,'7'0,"67"-1,122 16,-120-5,109 1,-6-2,-47-4,-87-2,108 7,-31 2,59 2,-113-7,-59-6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17.56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0,'2179'0'0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21.21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62,'402'-8,"-371"6,57-10,-8 1,76 0,-43 2,308 1,435 8,-741 8,119 1,-222-9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22.45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1,'48'8,"712"1,-735-9,-15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25.54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2,'108'-1,"115"2,-65 12,92 2,1273-15,-1434 7,3 1,-37-8,73 10,-84-7,-31-2,1-1,17 5,-19-2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40.37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23,'217'-9,"21"5,-33 0,-201 4,48-1,66 10,-90-6,31 6,80 1,40-5,89-18,-213 10,67 4,-40 1,289-11,191 9,-397-10,22 2,-156 8,19-1,106 2,-53 4,-99-5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43.68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32,'272'-7,"-202"5,7-5,17 1,192-3,120 9,-403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0:46.20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0,'812'0'0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50.74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243 461,'1'-48,"0"13,-1 0,-2 0,-10-55,10 85,0 0,-1 1,1-1,-1 1,0 0,0 0,0 0,-7-7,-15-20,14-2,9 28,1-1,-1 1,0 0,0-1,-4-4,6 9,-1-1,0 1,0 0,0 0,-1 0,1 0,0 0,0 0,-1 0,1 0,0 0,-1 0,1 1,-1-1,1 1,-1-1,1 1,-1-1,1 1,-1 0,0 0,-1 0,0 0,0 0,0 0,1 0,-1 0,0 0,0 1,1 0,-1-1,1 1,-1 0,0 0,1 0,-3 2,2 0,1-1,0 0,0 1,1-1,-1 1,0-1,1 1,0 0,-1 0,1 0,-1 4,1-2,-1-1,0 1,0-1,-1 1,1-1,-1 0,0 0,-5 7,7-11,0 0,1 0,-1-1,0 1,1 0,-1 0,1 0,-1-1,1 1,-1 0,0 0,1-1,-1 1,1-1,-1 1,1 0,-1-1,1 1,0-1,-1 1,1-1,0 1,-1-1,1 0,0 1,-1-1,1 1,0-2,-9-20,9 20,-2-2,1 0,0 0,0 0,0 0,1-1,0 1,-1 0,2-1,-1 1,1-8,2 3,0-1,1 1,6-13,-8 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55.78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24,'37'-6,"-1"1,1 2,0 1,50 5,101 6,7-8,207-2,78 4,-390 1,372 2,-370-17,-61 6,47-1,64-3,-31 7,80 3,-11 5,249 7,-236-2,48 0,75-7,-148 7,-2 1,-8-8,-153-4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0:59.60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32,'11'-4,"0"0,-1 2,1-1,0 1,1 1,-1 0,13 1,3-2,327-3,-209 7,-32-11,-50 9,137 7,97 12,-55-6,-47-4,106-9,-297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02.01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33,'13'3,"0"-1,0 0,0-1,0-1,1 0,15-2,12 0,-34 3,27-3,-33 2,0-1,-1 1,1 0,-1 0,1 0,-1 0,1-1,0 1,-1 0,1 0,-1-1,1 1,-1 0,1-1,-1 1,1-1,-1 1,0 0,1-1,-1 1,0-1,1 1,-1-1,0 0,0 1,1-1,-1 1,0-1,0 1,0-1,0 0,0 1,1-1,-1 1,-1-1,1 0,0 1,0-1,0 1,0-1,0 0,0 1,-1-1,1 1,0-1,0 1,-1-2,0 1,0 0,0 0,0 0,0 0,0 0,0 1,0-1,0 0,0 1,-1-1,1 0,0 1,0-1,-1 1,1 0,0-1,-1 1,1 0,0 0,-2 0,-34 0,24 1,9-1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06.94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1,'-9'169,"9"-3,14-14,-10 13,-4-159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07.93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93 0,'-2'2,"0"0,0 0,0 0,0 0,1 1,-1-1,1 1,-1-1,1 1,0-1,-1 4,0-2,-6 15,2-1,0 1,0 1,-2 19,-7 83,10-66,-12 382,21-359,-3-73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11.21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155 1,'22'295,"-22"-277,-1 0,0 0,-2 0,0 0,-1 0,-9 23,6-19,2 1,-6 37,9-39,0 1,2 0,0 0,6 39,0-20,-2 2,-3 81,-13-29,4-49,-23 130,28-157,-9 30,-3 9,-29 139,40-175,4-18,-1 1,1-1,-1 0,0 1,-1-1,1 0,-4 7,3-9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13.7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59,'0'17,"0"-16,0-11,0 0,1-1,0 1,1-1,3-13,4 49,16 193,-22-188,0 38,-2-1,-3 0,-4 0,-21 106,21-103,2-204,-1-80,5 210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16.69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23 0,'-5'145,"1"122,-5-105,14 15,-5-162,-1 170,-7 29,8-211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18.33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31 194,'-1'-17,"-6"-31,1 3,-10-34,15 75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20.92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1017 0,'-5'1,"1"0,0 0,-1 0,1-1,-8 0,11 0,-94-2,-22 0,74 9,32-5,-1 0,-21 0,27-2,-73-1,1 2,-111 18,163-16,-1-1,-47-3,25 0,20 1,-57-9,61 4,22 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22.34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499 64,'-115'-9,"26"0,24 2,-71-18,49 13,80 10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26.12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2770 5,'-153'-2,"-154"4,-54 7,230-5,102-4,-329-4,248-1,-184-3,-10 17,161-10,-23 2,-176 3,274-4,64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30.93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3426 53,'-95'1,"-96"-2,-441-8,478 9,-13-4,-113-1,96 1,-324-1,355 6,50-6,-172-4,7 1,-143 3,406 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34.56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2065 47,'-25'-7,"0"2,0 0,0 2,-37 0,35 2,-121-5,-88-6,28 8,-125 3,124 20,-92-5,245-12,-184-1,122-2,97-1,16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37.43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2024 6,'-634'0,"472"14,124-9,-3 1,0-3,-67-2,-84-24,74 17,-57 0,-248 6,337 13,81-13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49.42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13,'133'-8,"53"16,-96-3,354-1,-370-10,20-1,144 5,194 4,-282 9,28 0,70-2,-26 0,234-1,-362-4,152-1,-216-4,-19 2,1-1,-1-1,0 0,20-5,4-7,10-4,-38 15,21-7,-71 7,-182 7,-48-14,-55 5,-378-1,543 11,-151 1,306-7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52.13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39,'3'-1,"1"0,-1 0,1 0,0 0,0 0,-1 1,1-1,0 1,0 0,0 0,-1 1,6 0,5 0,155-6,-69-1,24-1,-106 6,30-5,2 0,-2 3,1 2,-1 3,0 1,85 17,-70-4,-31-7,0-2,0-1,36 2,-19-7,234 2,-256-7,-22 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52.72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2,'2'-1,"1"0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1:54.67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0,'0'1,"0"0,0 0,1-1,-1 1,0 0,1 0,-1 0,1-1,-1 1,1 0,-1 0,1-1,-1 1,1-1,0 1,-1 0,1-1,0 1,0-1,-1 0,1 1,0-1,0 0,0 1,0-1,1 0,28 6,-23-5,67 8,122-1,-111-9,111 4,-39 2,-65-4,145 4,-25-13,-106 3,1 0,-102 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2:00.61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1,'5'5,"-1"1,0-1,0 1,0 0,-1 1,0-1,0 1,-1-1,2 8,0-3,35 94,-36-97,-1 0,0 0,-1 0,0 0,0 15,-1-16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2:01.52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2:05.39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141 0,'1'16,"1"1,1-1,6 23,2 17,-1 57,-7-78,2 61,-3 9,-4 85,-7-105,3-37,-14 53,12-65,1 0,1 1,0 49,1-17,1-27,-3 42,-3 66,9-122,-2 0,-9 41,1-10,11-58,0-1,0 0,1 0,-1 1,0-1,0 0,0 0,0 0,-1 1,1-1,0 0,0 0,0 1,0-1,0 0,0 0,0 1,0-1,0 0,0 0,-1 0,1 1,0-1,0 0,0 0,-1 0,1 0,0 1,0-1,0 0,-1 0,1 0,0 0,-1 0,-4-7,-7-26,9 23,-1-5,0-1,1 1,1-1,1 1,0-1,1 0,3-19,-2-14,-1 2,-6-206,-4 178,0-21,1-27,9-1,0 117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2:06.76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2:10.09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 1420,'1'-90,"-3"-94,-1 151,-2-56,-4-70,8 45,2-94,7 122,2-88,-11 130,0 21,0 0,2 0,1 1,8-41,-4 27,-6 29,1 0,0 1,1-1,-1 1,4-10,-4 16,-1 0,0 0,1 1,-1-1,0 0,1 0,-1 0,1 0,-1 0,0 1,0-1,1 0,-1 0,0 0,1 1,-1-1,0 0,0 1,1-1,-1 0,0 1,0-1,0 0,1 1,-1-1,0 0,0 1,0-1,0 0,0 1,0-1,0 0,0 1,0 0,6 15,10 115,-13-115,0 1,-2 0,0-1,-2 29,-14 68,3-27,-7 110,11-51,8-135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2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0 0 9830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1,'1'17,"-1"0,2 0,0 0,1 0,1-1,0 1,1-1,1 0,0 0,13 24,-8-24,27 28,-2-1,-17-21,0-1,2-1,0 0,1-2,0-1,33 19,-53-35,0 0,0 0,0 0,1 0,-1 0,0 0,0-1,1 1,-1-1,0 0,1 0,-1 0,0 0,1 0,-1 0,0-1,4 0,6-1,1 0,-10 2,-1 0,1 0,0-1,0 1,-1-1,1 1,5-4,-8 4,1 0,-1 0,0-1,0 1,1 0,-1 0,0-1,0 1,1 0,-1-1,0 1,0-1,0 1,1 0,-1-1,0 1,0-1,0 1,0 0,0-1,0 1,0-1,0 1,0-1,0-1,-1 1,1-1,0 1,-1-1,0 1,1-1,-1 1,0 0,0-1,-1 0,-10-14,0 1,-1 1,-19-16,-19-20,43 42,1-1,0-1,0 1,-5-11,44 37,128 82,-115-69,73 64,-51-33,-65-60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735 90,'0'3,"1"0,-1-1,1 1,0 0,0 0,0 0,0-1,0 1,0-1,1 1,-1-1,4 4,24 28,-22-26,16 15,0-1,1-1,1-2,0-1,44 23,145 55,-136-65,-75-30,1 0,-1 1,1-1,-1 1,0 0,1 0,-1 0,0 1,0-1,0 1,-1 0,1 0,-1 0,1 0,2 5,-4-6,1 1,-1-1,1 1,-1-1,1 0,0 0,0 0,0 0,0 0,5 3,-9-12,-6-2,-5-3,-1 1,0 0,0 1,-19-9,-68-28,53 25,-285-118,333 140,0 0,0-1,0 1,0 0,0 0,0 0,0 0,0 0,0 0,-1 0,1 0,0 0,0 0,0-1,0 1,0 0,0 0,0 0,-1 0,1 0,0 0,0 0,0 0,0 0,0 0,0 0,-1 0,1 0,0 0,0 0,0 0,0 0,0 0,0 0,0 0,-1 1,1-1,0 0,0 0,0 0,0 0,0 0,0 0,0 0,0 0,-1 0,1 1,0-1,0 0,0 0,0 0,0 0,0 0,0 0,0 1,0-1,0 0,0 0,0 0,0 0,7 11,21 19,-22-24,40 41,2-3,2-2,2-2,1-3,111 57,-134-79,68 31,-140-73,-54-26,-3 4,-2 6,-1 4,-149-33,228 67,23 5,-1 0,1 0,0-1,0 1,0 0,0 0,0 0,0 0,0 0,-1 0,1 0,0 0,0 0,0 0,0 0,0 0,-1 0,1 0,0 0,0 0,0 0,0 0,0 0,0 0,-1 0,1 0,0 0,0 0,0 0,0 0,0 0,0 0,-1 0,1 0,0 1,0-1,0 0,0 0,0 0,0 0,0 0,0 0,-1 0,1 1,0-1,0 0,0 0,7 7,15 8,-20-14,148 103,-81-54,84 46,-152-96,-1 1,1-1,-1 0,1 1,-1-1,0 0,1 0,-1 1,1-1,-1 0,1 0,0 0,-1 0,1 0,-1 0,1 0,-1 0,1 0,-1 0,1 0,-1 0,1 0,-4-10,-16-15,-2 3,0 1,-36-28,-53-27,50 36,55 38,8 10,0-3,14 19,-14-21,0 0,-1 0,0 0,1 0,-1 1,0 0,0-1,-1 1,1 0,1 5,-3-9,-1 1,1-1,0 0,0 1,-1-1,1 1,0-1,-1 0,1 1,0-1,-1 0,1 1,-1-1,1 0,0 0,-1 1,1-1,-1 0,1 0,-1 0,1 0,-1 0,1 0,-1 0,1 0,0 0,-1 0,1 0,-1 0,1 0,-1 0,0-1,-17-1,3-5,0 0,-26-18,22 13,11 7,0 0,0 1,-16-6,-35-14,33 15,-27-15,42 18,0 0,1-2,0 1,0-2,0 1,-12-15,-3-3,-1 3,-1 0,-1 2,-31-17,47 29,64 47,-44-33,0 2,0-1,-1 1,1 1,6 8,8 9,-10-11,-12-12,-8-10,-6-8,0 1,-2 1,-33-25,11 19,30 17,1-1,-1 0,1-1,-1 0,-11-11,-45-37,58 48,-1-1,1 1,-1 0,0 0,0 1,-1 0,1 0,-1 1,-10-3,17 6,1 0,-1 0,1 0,-1 0,1 0,-1 0,0 0,1 0,-1 0,1 0,-1 1,1-1,-1 0,1 0,-1 1,1-1,-1 0,1 0,-1 1,1-1,0 1,-1-1,1 1,-1-1,1 0,0 1,-1-1,1 1,0 0,0-1,-1 1,1-1,0 1,0-1,0 1,0 0,0-1,0 1,0-1,0 1,0 0,0-1,0 2,0-1,0 0,0 0,0 1,0-1,0 0,1 0,-1 0,0 1,1-1,-1 0,1 0,-1 0,1 0,0 0,-1 0,1 0,0 0,0 0,-1 0,1 0,2 1,2 0,-1 0,1 0,0-1,7 1,-8-1,0 0,-1 0,1 0,0 0,-1 0,1 1,0 0,-1 0,4 2,6 5,0-1,17 8,54 33,-69-39,-1 1,19 18,-22-20,0-1,1 0,-1-1,1-1,1 0,17 5,-24-9,-1 1,1 0,-1 0,7 5,-8-5,-20-15,-30-23,32 28,1 1,-16-4,18 7,1-1,-1-1,1 0,-16-9,-44-26,68 38,1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226 321,'3'6,"0"0,0-1,1 1,0-1,0 0,0 0,0-1,1 1,5 3,-1 1,39 36,84 59,61 24,29 4,-288-183,-181-91,84 52,125 67,20 10,-28-12,51 28,-1 0,0 0,0 0,5 7,6 4,43 31,3-2,1-3,1-4,2-2,1-4,92 29,-53-25,-104-34,0 1,0-1,0 0,0 1,0-1,0 0,0 0,0 0,0 0,0 0,0 0,0 0,2 0,-3 0,0-1,0 1,0 0,0 0,1 0,-1-1,0 1,0 0,0 0,0-1,0 1,0 0,0 0,0-1,0 1,0 0,0 0,0-1,0 1,0 0,0 0,0-1,0 1,0 0,0 0,0-1,0 1,-1 0,1 0,0-1,0 1,0 0,0 0,-1-1,-21-25,-9-4,-1 2,-40-27,-77-41,80 53,41 26,-57-37,-91-76,165 119,20 14,21 15,62 35,3-4,137 49,-232-98,0 0,1 0,-1 1,0-1,0 0,0 0,0 0,0 0,1 0,-1 0,0 0,0 0,0 0,0 1,0-1,1 0,-1 0,0 0,0 0,0 0,0 0,1 0,-1 0,0 0,0 0,0-1,0 1,1 0,-1 0,0 0,0 0,0 0,0 0,1 0,-1 0,0 0,0-1,0 1,0 0,0 0,0 0,1 0,-6-9,-11-8,-28-23,-2 2,-97-60,62 52,-94-36,171 81,6 3,14 10,24 14,181 93,-221-119,1 1,0-1,-1 1,1-1,0 0,-1 1,1-1,0 0,-1 1,1-1,0 0,0 0,-1 0,1 0,0 0,0 0,-1 0,1 0,0 0,0 0,-1-1,2 1,-2-1,0 0,0 0,0 1,0-1,0 0,0 1,-1-1,1 0,0 1,0-1,-1 0,1 1,0-1,-1 0,1 1,0-1,-1 1,0-2,-26-30,-9 1,-2 2,-1 2,-55-30,35 22,44 27,0 1,-20-7,19 8,4 0,0 0,-15-10,-20-10,-34-20,78 45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2 261,'5'2,"0"-1,-1 1,1-1,0 0,6 1,12 2,-11 1,12 4,-23-9,0 1,0-1,1 0,-1 0,0 0,0 0,0 0,0 0,1 0,-1 0,0 0,0 0,0-1,0 1,0-1,1 0,-1 0,0 0,0 0,0 0,-1-1,1 1,-1 0,1-1,-1 1,1-1,-1 1,0-1,1 1,-1-1,0-2,0-25,0 24,0 2,-1 1,1-1,-1 1,0 0,0 0,0-1,0 1,0 0,-1 0,1 0,0 0,-1 0,1 1,-1-1,0 0,0 1,1-1,-4-1,-1-1,0 0,0 0,0 1,-13-5,4 4,13 4,0-1,-1 1,1-1,-1 0,1 0,0 0,-3-2,4 3,0-1,0 0,0 0,1 0,-1 0,0 0,1 0,-1 0,1 0,-1 0,1-1,-1 1,1 0,0 0,-1 0,1-1,0 1,0 0,0 0,0-2,-5-28,4 28,1-1,-1 0,0 1,1-1,0 0,0 1,0-1,0 0,0 1,1-1,-1 0,2-5,0 5,-1-1,0 0,0 1,-1-1,1 0,-1-8,0 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0,'1'1,"0"-1,0 0,0 0,0 0,0 1,0-1,0 1,0-1,0 1,0-1,0 1,-1-1,1 1,0 0,0 0,0 0,-1-1,2 2,11 21,1-1,-6-14,25 20,19 16,21 4,0 1,5 4,-32-23,-33-23,-1 0,15 13,1 2,58 33,-26-18,-23-6,-8-6,35 31,11 7,-66-55,1 0,12 16,7 4,20 17,-19-17,2 0,37 24,21 15,-68-48,1-2,1 0,46 24,18-5,166 42,-232-73,-4-1,-1 0,0 1,31 14,-38-12,-8-5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1463 901,'-3'-2,"0"0,0 1,0-1,1 1,-1 0,0 0,-1 0,1 1,0-1,0 1,-3 0,-20-5,-7-10,-34-21,-23-8,59 28,-38-25,61 35,-27-21,27 19,0 2,-1-1,-9-5,-21-11,19 11,-27-13,-102-50,105 51,14 9,16 8,0 0,0-1,1 0,-22-19,-84-102,100 112,1 1,-2 1,0 2,-39-21,-59-32,5-1,91 54,12 7,-1 0,-11-10,12 7,0 1,-19-10,26 17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2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4 113,'7'9,"0"-1,0 0,1-1,0 1,0-2,1 1,15 8,4 4,194 124,-208-137,-19-14,-19-16,-135-88,120 85,29 20,0 0,0-1,1 0,0-1,1 0,0-1,-11-15,9 11,7 11,0 0,1 0,0 0,-1-1,1 1,0-1,0 0,1 1,-1-1,-1-8,3 11,0 0,0 0,0 0,0 0,0 0,0 1,0-1,0 0,1 0,-1 0,0 0,1 0,-1 0,0 1,1-1,-1 0,1 0,-1 1,1-1,-1 0,1 1,0-1,-1 1,1-1,0 1,-1-1,1 1,0-1,0 1,-1 0,1-1,0 1,0 0,0 0,0 0,-1-1,1 1,0 0,1 1,0-2,1 2,-1-1,1 0,-1 1,1-1,-1 1,1 0,-1 0,1 0,-1 0,4 2,5 8,-12-10,1-1,-1 0,1 0,0 0,-1 1,1-1,-1 0,1 0,-1 0,1 0,-1 0,1 0,-1 0,1 0,-1 0,1 0,-1 0,1 0,-1-1,1 1,-1 0,1 0,-1 0,1-1,-1 0,-1 1,1-1,0 1,0-1,0 0,-1 0,1 0,0 0,0 0,0 0,0 0,0 0,0 0,-1-3,-11-10,10 12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3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488 309 0,'-488'-309'0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3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412 262 0,'-412'-262'0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 10,'-1'-1,"-3"-1,1 1,-1-1,0 0,0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3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390 278 0,'-390'-277'0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186 122,'-3'-1,"-1"0,0 0,0 0,1-1,-1 0,0 1,1-1,0-1,-1 1,1 0,0-1,0 0,0 0,-4-6,-4-2,34 15,-20-3,1 1,-1-1,-1 1,1 0,0 0,0 1,-1-1,1 1,-1-1,1 1,-1 0,3 6,-5-9,1 0,-1 0,0 1,0-1,0 0,0 0,0 0,0 0,0 1,0-1,0 0,0 0,0 0,0 0,0 1,0-1,0 0,0 0,0 0,0 1,0-1,0 0,-1 0,1 0,0 0,0 0,0 1,0-1,0 0,0 0,0 0,0 0,-1 0,1 0,0 1,0-1,0 0,0 0,0 0,-1 0,1 0,0 0,0 0,-9-3,-9-10,18 13,-33-30,23 21,1 1,-1-1,0 2,-1-1,0 2,-14-8,-5 3,27 10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0,'0'2,"0"3,0 3,0 2,0 2,0 0,0-3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8 107,'-8'-103,"8"99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3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0,'2'1,"0"-1,0 1,0 0,0 0,-1 0,1 0,0 0,-1 0,1 0,0 1,-1-1,2 3,17 19,-15-17,42 52,-41-52,1 0,0 0,-1-1,2 0,-1 0,12 5,-13-6,0 0,-1 0,1 0,-1 1,0 0,0 0,5 7,15 14,-13-17,-10-9,-8-5,-63-52,42 32,17 17,1 0,0-1,1 0,-10-13,9 6,9 15,0 0,-1 1,1-1,0 0,-1 1,1-1,0 0,0 0,-1 1,1-1,0 0,0 0,0 1,0-1,0 0,0 0,0 0,0 1,0-1,1-1,20 21,-1 2,0-1,46 33,-44-36,125 82,-114-79,-27-16,-6-5,-14-9,-4-4,-6-6,16 14,1 0,0-1,0 0,0 0,0-1,-8-13,11 15,-1 0,1 1,-1-1,-1 1,1 0,-1 0,1 1,-1 0,-13-7,51 41,54 41,112 91,-185-154,-12-9,-7-5,-23-23,23 23,3 2,0 1,0 0,-1 1,1-1,0 1,-1 0,1-1,-1 2,0-1,-4-1,-3-1,20 4,19 6,-14 5,19 18,-3-3,-30-26,0 0,0 0,0 0,0 0,0 0,0 0,0 0,0 0,0 0,0 0,0 0,-1 0,1 0,0 0,0 0,0 0,0 0,0 0,0 0,0 0,0 0,0 0,0 0,0 1,0-1,0 0,0 0,0 0,0 0,0 0,0 0,0 0,0 0,0 0,0 0,0 0,0 0,0 0,0 0,0 0,0 0,0 0,1 0,-1 0,-9-2,-10-6,14 4,-1 0,1-1,0 0,1 0,-9-11,-8-9,2 10,18 13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0,'0'1,"0"1,0 2,1 2,-1-1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0,'15'10,"20"16,-28-21,57 55,-87-75,20 14,-1-1,0 0,1 0,-1-1,1 1,-5-5,8 7,0 0,0 0,0 0,0-1,-1 1,1 0,0 0,0 0,0 0,0 0,0-1,0 1,0 0,0 0,0 0,0 0,0-1,-1 1,1 0,0 0,0 0,0 0,0-1,0 1,0 0,0 0,0 0,0 0,0-1,1 1,-1 0,0 0,0 0,0 0,0-1,0 1,0 0,0 0,0 0,0 0,0 0,1-1,-1 1,0 0,10-3,-7 3,-1 0,0 0,1 0,-1 0,0 1,1-1,3 2,58 54,-49-46,66 39,-3 0,-13-13,-50-27,-1 0,15 13,-5-3,33 17,-41-27,-1 1,1 0,20 20,-28-22,0-1,1 0,0-1,0 0,0-1,12 6,3-2,34 8,-53-16,14 3,-15-8,-8-6,-7-4,0 0,-2 1,1 0,-1 2,-20-15,11 10,-22-24,20 14,36 36,0 0,26 15,-26-17,47 28,1-2,1-4,112 38,-172-68,-1 0,0 0,0 1,0-1,0 0,1 0,-1 0,0 0,0 0,0 0,1 0,-1 0,0 0,0 0,0 0,1 0,-1 0,0 0,0 0,0 0,1 0,-1 0,0 0,0 0,0 0,1 0,-1 0,0 0,0-1,0 1,0 0,1 0,-1 0,0 0,0-1,-4-7,-16-14,14 15,-1-2,-1 1,1 0,-1 0,-1 1,-9-7,15 14,4 5,5 7,5 0,0 0,1 0,0-2,0 1,1-2,1 0,-1-1,26 11,-3-4,1-1,50 10,-12-8,-12-3,74 26,-122-36,-20-12,-25-15,26 21,-26-20,-1 2,-1 2,-1 1,-50-19,83 37,0 0,0-1,-1 1,1 0,0 0,-1 0,1-1,0 1,-1 0,1 0,0 0,-1 0,1 0,0 0,-1 0,1 0,-1 0,1 0,0 0,-1 0,1 0,0 0,-1 0,1 0,0 1,-1-1,6 8,16 12,14 6,1-2,1-2,0-1,51 19,164 42,-251-82,-1 0,1 0,-1 1,1-1,0 0,-1 0,1 0,0 0,-1 0,1 0,0 0,-1 0,1 0,0 0,-1 0,1 0,-1-1,1 1,1-1,-2 1,0-1,0 1,0-1,0 1,0 0,0-1,0 1,0-1,0 1,0-1,0 1,0 0,-1-1,1 1,0-1,0 1,0 0,0-1,-1 1,1 0,0-1,0 1,-1-1,-23-26,-11-4,0 1,-2 3,-1 1,0 2,-2 1,-1 3,-57-19,87 34,8 3,-1 1,1 0,-1-1,1 1,-1 0,1 1,-1-1,0 1,1 0,-7 0,10 0,0 0,0 1,0-1,-1 0,1 0,0 0,0 0,0 1,0-1,-1 0,1 0,0 0,0 1,0-1,0 0,0 0,0 1,0-1,0 0,0 0,0 1,0-1,0 0,0 0,0 1,0-1,0 0,0 0,0 1,0-1,0 0,0 0,0 0,0 1,0-1,0 0,0 0,1 1,-1-1,0 0,0 0,0 0,0 1,0-1,1 0,-1 0,0 0,1 0,9 12,-9-10,27 23,0 0,1-2,1-1,1-2,53 25,-40-25,2-2,0-2,79 15,-116-29,-3-1,0 0,0 0,0 0,10-1,-15 0,-1 0,1 0,-1-1,0 1,1 0,-1 0,1 0,-1 0,0 0,1 0,-1-1,1 1,-1 0,0 0,1-1,-1 1,0 0,1 0,-1-1,0 1,0 0,1-1,-1 1,0-1,0 1,1 0,-1-1,0 1,0-1,0 1,0-1,0 1,0 0,0-1,0 1,0-1,0 1,0-1,0 1,0-1,0 1,0-1,0 1,0-1,0 1,0 0,-1-1,1 1,0-1,-13-20,-11-5,-1 2,-1 1,-48-33,44 34,11 7,-24-17,-1 1,-72-37,220 132,-38-27,2-3,77 25,-129-56,-16-3,0 0,0 0,1 0,-1 0,0 0,0 0,0 0,0 0,0 0,0 0,0-1,0 1,1 0,-1 0,0 0,0 0,0 0,0 0,0 0,0 0,0-1,0 1,0 0,0 0,0 0,0 0,0 0,0 0,0-1,0 1,0 0,0 0,0 0,0 0,0 0,0 0,0-1,0 1,0 0,0 0,0 0,0 0,0 0,0 0,0 0,0-1,0 1,0 0,0 0,-1 0,1 0,0 0,0 0,0 0,-24-24,-37-24,-108-64,168 112,2 2,11 9,18 14,14 4,1-2,1-3,1-1,1-4,0-1,76 16,-122-34,1 1,-1 0,1-1,-1 0,1 0,0 0,2 0,-5 0,1 0,-1 0,0 0,0 0,0 0,0 0,0-1,0 1,0 0,0 0,0 0,1 0,-1 0,0 0,0 0,0 0,0-1,0 1,0 0,0 0,0 0,0 0,0 0,0 0,0 0,0-1,0 1,0 0,0 0,0 0,0 0,0 0,0-1,0 1,0 0,0 0,0 0,0 0,0 0,0 0,0 0,0-1,0 1,0 0,0 0,-1 0,-9-11,-32-24,-1 3,-1 2,-84-43,128 73,-1 0,1-1,-1 1,1 0,0 0,-1-1,1 1,-1 0,1 0,-1 0,1-1,-1 1,1 0,-1 0,1 0,-1 0,1 0,-1 0,1 0,-1 0,1 0,-1 1,1-1,-1 0,6 10,16 14,-7-12,0-1,0 0,1-1,0-1,0-1,1 0,0-1,0-1,1-1,25 5,-31-7,-8-2,-1 0,1-1,0 1,0 0,-1-1,1 0,0 0,0 0,0 0,3 0,-7-2,0 1,1-1,-1 1,0-1,0 1,0 0,0 0,0-1,-1 1,1 0,-1-1,1 1,-27-22,-1 1,-1 1,-47-24,31 19,-143-72,97 53,78 38,0 0,0-1,1-1,-17-15,21 15,1-2,0 1,1-1,0 0,-7-16,-10-14,19 34,2 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642 427,'-5'-4,"1"0,0 1,-1-1,0 1,-9-5,-16-11,-2-1,4 3,-11-12,-4 1,7 2,25 18,0 0,0 0,-1 2,-13-7,17 9,0 0,1 0,-13-10,-13-7,8 8,-1-1,-43-32,6-2,-2-1,62 48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50 46,'0'-2,"0"1,-1-1,1 1,-1-1,0 0,1 1,-1-1,0 1,0 0,0-1,0 1,0 0,0-1,0 1,0 0,0 0,0 0,-3-1,-24-15,25 16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4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0,'712'452'0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0,'1'3,"0"-1,0 0,1 0,-1 1,1-1,-1 0,1-1,-1 1,1 0,3 2,0 0,99 93,-92-86,1 0,0-1,1 0,0-1,0-1,17 6,27 17,-9-7,-37-19,0 1,0 0,17 13,-53-35,-47-24,2 2,38 22,22 11,-1 0,1-1,-1 0,-9-9,19 15,-10-11,9 8,9 4,0 3,0 0,-1 1,1 0,-1 1,0-1,10 12,17 12,-2-8,64 29,-6-4,-50-29,-31-14,-1 1,1 0,13 8,21 25,-33-27,0-1,0-1,17 11,11 5,-36-23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1064 469,'0'-1,"0"0,-1-1,1 1,0-1,-1 1,0 0,1 0,-1-1,0 1,1 0,-1 0,0 0,0 0,0 0,0 0,-2-2,-21-15,17 14,-27-19,-1 3,-37-15,12 6,-122-62,-233-130,404 216,9 6,15 17,33 26,2-3,2-2,54 32,-82-56,247 145,-110-70,-134-76,-1 2,39 33,-56-41,-11-8,-17-11,18 9,-447-229,287 157,160 73,-19-6,22 7,0 0,0 0,0 0,-1 0,1 0,0 0,0 0,0 0,0 0,0 0,0 0,0 0,-1 0,1 0,0 1,0-1,0 0,0 0,0 0,0 0,0 0,0 0,0 0,0 1,0-1,0 0,0 0,0 0,-1 0,1 0,0 0,0 1,0-1,0 0,0 0,0 0,0 0,0 0,1 1,-1-1,0 0,0 0,0 0,0 0,0 1,8 13,9 10,2-1,0-2,27 25,73 54,-113-95,70 53,88 49,88 30,-222-124,-30-13,0 0,0 0,0 0,0 0,0 0,0 0,0 0,0 0,0-1,0 1,0 0,0 0,0 0,0 0,0 0,0 0,0 0,0 0,0 0,0 0,0 0,0 0,0 0,0-1,0 1,0 0,0 0,0 0,0 0,0 0,1 0,-1 0,0 0,0 0,0 0,0 0,0 0,0 0,0 0,0 0,0 0,0 0,0 0,0 0,0 0,0 0,0 0,1 0,-1 0,0 0,0 0,0 0,0 0,0 0,-15-12,-306-197,-17 34,330 172,-131-57,137 59,0 1,1-1,-1 1,0-1,0 1,0 0,1 0,-1 0,-2 0,3 0,1 0,0 0,0 0,-1 0,1 1,0-1,0 0,0 0,-1 0,1 0,0 0,0 1,0-1,-1 0,1 0,0 0,0 1,0-1,0 0,-1 0,1 1,0-1,0 0,0 0,0 1,0-1,0 0,0 0,0 1,0-1,0 0,0 1,0-1,0 0,0 0,0 1,1 2,0 1,1-1,-1 0,1 0,0 0,-1-1,1 1,0 0,3 2,29 30,1-2,1-1,2-2,0-2,61 32,-87-52,-6-4,1 0,-1-1,1 1,0-1,0-1,12 4,-19-6,0 0,0 0,0 0,0 0,0 0,1-1,-1 1,0 0,0 0,0 0,0 0,0 0,0 0,1 0,-1 0,0-1,0 1,0 0,0 0,0 0,0 0,0 0,0-1,0 1,0 0,0 0,0 0,0 0,0 0,0-1,1 1,-1 0,0 0,-1 0,1 0,0-1,0 1,0 0,0 0,0 0,0 0,0-1,0 1,0 0,0 0,0 0,0 0,0 0,0 0,0-1,-1 1,1 0,0 0,0 0,0 0,0 0,0 0,0 0,-1 0,1 0,0-1,0 1,-10-13,-1 0,0 0,-1 2,0-1,-14-10,15 14,-61-49,-98-58,-85-31,232 134,16 10,7 3,37 25,1-1,49 22,86 31,274 107,-512-238,-29-16,-135-73,-113-23,286 143,55 21,-1 1,1-1,-1 1,1-1,0 1,-1 0,1-1,-1 1,1 0,-1 0,1 0,-1 1,1-1,-1 0,1 0,-3 2,4-2,0 0,0 1,-1-1,1 0,0 1,0-1,0 0,0 1,0-1,0 0,0 1,0-1,0 0,0 1,0-1,0 1,0-1,0 0,0 1,0-1,0 0,0 1,0-1,0 1,9 16,3-1,1 1,0-2,27 24,52 36,-87-71,59 42,1-2,2-4,2-4,1-2,1-5,91 25,-154-51,-5-2,0 0,-1 0,1-1,0 1,1-1,-1 1,0-1,0 0,5-1,-8 1,0 0,0 0,1 0,-1 0,0-1,0 1,0 0,0 0,1 0,-1 0,0 0,0 0,0-1,0 1,1 0,-1 0,0 0,0 0,0-1,0 1,0 0,0 0,0 0,0-1,0 1,1 0,-1 0,0-1,0 1,0 0,0 0,0 0,0-1,0 1,0 0,0 0,-1-1,1 1,0 0,0 0,0 0,0-1,0 1,0 0,0 0,-8-11,8 10,-39-41,-65-54,79 74,-25-16,117 82,89 44,78 20,-209-97,-6-2,0-2,27 8,-46-15,1 1,-1-1,0 0,0 0,0 0,1 0,-1 0,0 0,0 0,1 0,-1 0,0 0,0 0,1 0,-1 0,0 0,0 0,0 0,1 0,-1 0,0 0,0-1,0 1,1 0,-1 0,0 0,0 0,0 0,1-1,-1 1,0 0,0 0,0 0,0-1,1 1,-4-10,-11-11,-25-25,-67-58,60 61,43 39,16 12,30 24,-31-22,56 40,2-2,140 68,-209-115,3 1,1 0,-1 0,1-1,-1 1,1-1,0 0,-1 0,8 0,-12-1,1 0,-1 0,0 0,1-1,-1 1,1 0,-1 0,1 0,-1 0,0 0,1-1,-1 1,1 0,-1 0,0-1,1 1,-1 0,0-1,1 1,-1 0,0-1,0 1,1-1,-1 1,0 0,0-1,0 1,1-1,-1 0,-3-16,-13-14,-1 7,-1 1,-1 2,0 0,-2 1,-42-32,26 13,23 23,12 13,0 0,0 0,0 1,-1-1,1 1,-6-3,-2-2,0 0,1 0,0 0,0-2,0 1,1-1,-8-10,16 18,0 1,0 0,0 0,-1 0,1 0,0 0,0 0,0 0,0 0,0 0,0-1,0 1,0 0,-1 0,1 0,0 0,0 0,0 0,0-1,0 1,0 0,0 0,0 0,0 0,0-1,0 1,0 0,0 0,0 0,0 0,0 0,0-1,0 1,0 0,0 0,0 0,0 0,0-1,0 1,0 0,1 0,-1 0,0 0,0 0,0 0,0-1,0 1,0 0,0 0,0 0,1 0,-1 0,0 0,0 0,12 1,15 10,24 16,-18-10,43 17,-69-31,0 0,-1 1,0-1,10 9,-10-7,1 0,-1-1,1 0,8 3,4 3,-11-5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0,'17'12,"-7"-5,110 71,-89-57,1-1,35 16,1 6,-7-3,-22-11,-21-15,0 3,-14-12,0 0,1 0,-1-1,8 4,3 2,0 1,-1 1,16 14,-12-10,9 6,40 22,-35-23,31 17,-21-4,-30-22,0-2,1 1,16 8,-15-10,0 0,14 13,16 10,-11-10,46 40,-19-14,-44-34,-8-6,1-1,0 0,10 5,-14-8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4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0,'24'22,"1"0,1-2,0-2,29 16,-38-23,168 84,7-17,-47-20,-118-44,-25-12,-4-2,-14-8,-260-142,71 36,192 108,9 4,-1-1,0 1,0-1,-4-4,10 5,7 3,10 3,86 34,-95-36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4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0,'208'293'0,"441"127"0,-857-714 0,-441-125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0,'66'52,"108"65,81 19,-249-133,-2-2,-1 1,1 0,-1 0,0 0,6 5,-5-3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0,'18'16,"1"1,25 30,3 4,2-9,95 64,-22-18,-105-73,-12-11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0,'10'11,"11"7,7 7,5 1,3 0,-2-1,-4-4,-4-4,-7-3,-4-3,-5-4,-3-2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0,'0'1,"0"1,1-1,0 0,-1 0,1 1,-1-1,1 0,0 0,0 0,0 0,0 0,0 0,1 1,1 1,19 18,0-1,0-2,2 0,0-2,31 16,135 54,-151-69,-20-10,-99-41,-146-53,222 85,0 1,0 0,-1 1,1-1,-1 1,-6 0,11 0,-1 0,1 0,-1 0,1 0,-1 1,1-1,0 0,-1 0,1 0,-1 1,1-1,-1 0,1 1,-1-1,1 0,0 1,-1-1,1 1,0-1,-1 0,1 1,0-1,0 1,-1 0,1 0,0 0,0 1,0-1,0 0,0 0,0 0,1 1,-1-1,0 0,1 0,-1 0,1 0,-1 0,1 0,-1 0,2 2,6 8,1 1,0-2,0 0,1 0,12 9,8 8,3 4,-33-32,0 1,0 0,0 0,-1 0,1 0,0 0,0 0,0 0,0 0,0 0,0 0,-1 0,1 0,0 0,0 0,0 0,0 0,0 0,-1 0,1 0,0 0,0 0,0 0,0 0,0 0,0 0,-1 0,1 1,0-1,0 0,0 0,0 0,0 0,0 0,0 0,0 0,0 1,0-1,-1 0,1 0,0 0,0 0,0 0,0 1,0-1,0 0,0 0,0 0,0 0,0 0,0 1,0-1,0 0,0 0,0 0,0 0,0 0,0 1,0-1,0 0,1 0,-1 0,0 0,0 0,0 1,-12-3,-19-9,1-1,-33-20,-5-1,-2-1,-39-16,106 49,-17-6,20 7,-1 0,0-1,0 1,0 0,1 0,-1 0,0 0,0 0,0 0,0 0,1 0,-1 0,0 0,0 1,0-1,1 0,-1 1,-1 0,2-1,-1 1,1 0,0-1,0 1,0-1,0 1,0 0,0-1,0 1,1 0,-1-1,0 1,0-1,0 1,0-1,1 1,-1 0,0-1,0 1,1-1,-1 1,1-1,-1 1,12 16,-8-12,11 11,-13-14,0 0,0 0,0 0,0 0,0 0,0 1,-1-1,1 1,2 5,-4-7,0 0,0-1,0 1,0 0,-1 0,1 0,0 0,0 0,-1 0,1 0,0 0,-1 0,1-1,-1 1,1 0,-1 0,1 0,-1-1,1 1,-1 0,0-1,1 1,-1-1,0 1,0-1,1 1,-1-1,0 1,0-1,-1 0,0 1,1 0,-1 0,0-1,0 1,0-1,0 0,1 1,-1-1,0 0,0 0,0 0,0-1,-2 0,-19-18,11 9,21 23,21 14,-3-4,20 20,-15-16,3 2,57 37,-39-29,-45-33,-1 0,0-1,1 0,0 0,-1-1,1 0,10 1,16 4,-31-6,0-1,0 1,-1 0,1 0,0 0,-1 0,1 0,-1 1,1-1,-1 1,0 0,1 0,-1 0,0 0,0 0,0 1,-1-1,3 3,7 9,1 0,1-1,0-1,1 0,27 18,-31-25,0 1,0-1,19 6,8 4,-37-15,0 0,0 0,0 0,0 0,0 0,0 0,-1 0,1 0,0 0,0 0,0 0,0 0,0 0,0 0,-4-1,-1-2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5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0,'0'265'0,"154"-265"0,-308-265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0,'3'4,"0"0,0 0,0-1,0 0,0 0,1 0,-1 0,1 0,7 3,9 8,19 19,-8-6,0-2,57 34,-68-49,-5-2,0 0,17 14,-28-19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0,'7'1,"4"2,1 1,-1 0,-1 1,-1-1,-2 0,0-1,-1 1,-2-1,2 1,-1-1,1 0,0-1,0 0,-2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5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0,'37'44,"2"-3,53 44,94 61,-122-98,-57-43,-1 0,1 1,-1 0,0 0,0 1,-1 0,1 0,-1 0,5 11,69 122,-73-131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0,'1'27,"2"0,0-1,2 1,8 28,-6-31,-1 1,-2 0,0 1,1 44,-5-60,-1-2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3,'0'1,"0"0,1 1,-1-1,0 0,1 0,-1 0,0 0,1 0,-1 0,1 0,-1 0,1 0,0 0,-1-1,1 1,0 0,-1 0,1 0,0-1,1 2,22 11,-10-5,-2 1,0 0,-1 1,18 20,-57-49,18 10,4 4,-1-1,1 1,0-1,1-1,0 1,-1-1,2 0,-1-1,-4-9,33 34,-9-6,24 14,-16-9,-17-13,0 1,0-1,-1 2,1-1,-1 1,9 10,7 11,31 30,-24-29,-24-23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0,'5'8,"1"-1,0 0,0-1,1 1,-1-1,10 6,1 1,13 11,56 34,-56-38,-20-13,0-1,1 0,21 9,16 8,-8-4,-36-17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0,'69'56,"-56"-47,0-2,22 10,-9-5,26 4,-49-15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0,'0'0,"1"0,-2 0,0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0,'1'0,"1"0,-1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0,'0'1,"-1"5,1 0,1 0,-1 1,1-1,2 9,-2-13,0 1,0-1,0 0,0 0,0 0,1 0,-1 0,1 0,-1 0,1 0,0-1,0 1,0-1,0 1,0-1,2 2,1 0,-3-2,0 0,0 1,0-1,0 0,0 0,0 0,0-1,3 1,-12-29,5 23,-1 1,1 0,-1-1,0 2,-4-6,1 1,4 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0,'-3'112,"-4"85,7 66,0-262,0-1,0 0,0 0,0 0,0 1,0-1,0 0,0 0,0 0,0 0,0 1,0-1,0 0,0 0,0 0,0 0,0 0,0 1,0-1,0 0,0 0,0 0,0 0,0 0,0 1,-1-1,1 0,0 0,0 0,0 0,0 0,0 0,0 0,0 1,-1-1,1 0,0 0,0 0,0 0,0 0,-2-1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6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0,'4'79,"-1"-55,-2 0,-2 40,-6 59,3-61,1-23,1-22,1 0,0 0,1 0,3 20,-3-33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203 87,'1'5,"-1"0,1 0,1 0,-1 0,1 0,0-1,4 9,2 5,22 71,28 67,-47-127,-11-29,0 0,0 0,0 0,0 0,0 0,0 0,0 0,0 0,0 0,0 0,0 0,0 0,0 0,0 0,0 0,0 0,0 0,0 0,-1 0,1 0,0 0,0 0,0 0,0 0,0 0,0 0,0 0,0 0,0 0,0 0,0 0,0 0,0 0,0 0,0 0,0 0,0 0,0 0,0 0,0 1,0-1,0 0,0 0,-10-16,-37-72,-27-45,63 116,-1 0,0 1,-1 1,-1 0,-18-15,0 8,23 16,0 0,-11-10,-3-7,18 17,16 19,26 25,2-1,73 51,-47-38,-64-50,-1 0,0 0,0 1,0-1,0 0,1 0,-1 0,0 0,0 0,0 0,0 0,1 0,-1 0,0 1,0-1,0 0,1 0,-1 0,0 0,0 0,0 0,1 0,-1-1,0 1,0 0,0 0,0 0,1 0,-1 0,0 0,0 0,0 0,0 0,1-1,-1 1,4-10,-2-18,-2 22,0 3,0 0,0 1,0-1,1 0,-1 0,1 1,0-1,0 0,1-2,-2 4,0 1,0 0,1-1,-1 1,0 0,0 0,1-1,-1 1,0 0,1 0,-1 0,0 0,1-1,-1 1,0 0,1 0,-1 0,0 0,1 0,-1 0,0 0,1 0,-1 0,0 0,1 0,14 10,0 6,-2 1,1 1,-2 0,0 1,-1 1,13 30,-24-50,0 0,0 1,0-1,1 0,-1 0,0 1,0-1,0 1,0-1,0 0,0 1,0-1,1 0,-1 1,0-1,0 1,0-1,0 0,0 1,-1-1,1 0,0 1,0-1,0 1,0-1,0 0,0 1,0-1,-1 0,1 1,0-1,0 0,-1 0,1 1,0-1,0 0,-1 0,1 1,0-1,-2 1,1-1,-1 0,1 1,-1-1,1 0,-1 0,1 0,-1 0,-2-1,-33-10,11-3,19 9,0 1,-1 1,1-1,-1 1,0 0,1 1,-10-2,15 4,0 1,1-1,-1 0,0 1,0 0,0-1,1 1,-1 0,0 0,1 0,-1 0,1 0,-1 0,-1 2,-21 24,17-19,-13 17,-33 53,29-39,23-39,1 1,0-1,0 0,0 1,0-1,-1 0,1 0,0 1,0-1,0 0,-1 0,1 1,0-1,0 0,-1 0,1 0,0 1,-1-1,1 0,0 0,0 0,-1 0,1 0,0 0,-1 0,1 0,0 0,-1 0,1 0,0 0,-1 0,-5-10,1-20,5 28,-2-20,0 8,0 0,2-27,9 71,9 71,-18-101,0 0,0 0,0 1,0-1,0 0,1 0,-1 0,0 1,0-1,0 0,0 0,1 0,-1 0,0 0,0 1,0-1,1 0,-1 0,0 0,0 0,1 0,-1 0,0 0,0 0,1 0,-1 0,0 0,0 0,0 0,1 0,-1 0,0 0,0 0,1 0,-1 0,0 0,0 0,0-1,1 1,-1 0,0 0,0 0,0 0,1-1,-1 1,0 0,0 0,0 0,0-1,0 1,1 0,-1 0,0-1,14-16,-8 10,-3 3,-1 1,1 0,0 1,1-1,-1 0,0 1,1 0,-1 0,8-3,-10 5,1 0,-1 0,1 0,-1 0,1 0,-1 0,1 1,-1-1,1 0,-1 1,1-1,-1 1,0 0,1-1,-1 1,0 0,1 0,-1 0,0 0,0 0,0 1,0-1,0 0,0 0,0 1,0-1,0 1,0 2,6 10,-2 0,0 1,0-1,-1 1,-1 1,3 21,-2-13,-5-18,-2-8,-9-15,-3-4,13 19,0 1,-1-1,1 1,0 0,-1 0,1 0,-1 0,1 0,-1 1,1-1,-1 1,1 0,-5 0,-1 1,-1 0,-14 5,-7 1,24-6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27,'-1'-1,"-1"-2,0 0,-1-1,1 0,-1 0,1 0,-1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7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0,'343'242'0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224 63,'7'171,"-9"-184,-1-1,-7-20,6 20,0 0,-2-17,2-20,4 52,0 0,0 0,-1 0,1 0,0 0,-1 0,1 0,-1 0,1 0,-1 0,0 0,1 0,-1-1,0 1,1 0,-1 0,0-1,0 1,0-1,0 1,1-1,-1 1,0-1,0 1,0-1,0 0,0 0,0 0,0 1,-2-1,-37 1,30-2,-4 2,-1-2,0 0,1 0,-1-1,1-1,-23-9,36 14,5 4,5 7,12 14,-16-19,0 0,1-1,0 1,1-1,0-1,0 1,0-1,15 9,-21-14,0-1,0 0,-1 0,1 0,0 0,0 0,-1 0,1 0,0 0,0 0,0 0,-1 0,1 0,0-1,0 1,-1 0,1 0,0-1,-1 1,1-1,0 1,-1-1,1 1,0-1,-1 1,1-1,-1 0,1 1,-1-1,1 0,0-1,13-31,-5 10,-6 17,0 0,-1 0,1 0,2-12,-4 14,0-1,0 1,0 0,1 0,-1-1,1 1,0 0,1 1,-1-1,0 0,5-4,-5 7,0-1,1 1,-1-1,0 1,1 0,-1 0,1 1,2-2,-2 2,0-1,0 0,0 0,0 0,-1 0,5-3,-4 2,0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701 1,'-1'0,"0"0,1 1,-1-1,0 1,0-1,1 0,-1 1,0 0,1-1,-1 1,1-1,-1 1,1 0,-1-1,1 1,-1 0,1 0,-1 0,-9 20,6-12,-6 8,-1-1,-18 20,7-8,14-19,0-1,0 0,-1-1,1 0,-11 6,10-7,0 0,1 1,-1 0,1 0,1 1,-8 9,5-2,-2-1,0 0,-16 15,11-17,-5 4,-27 47,10-11,34-45,1 0,-1 0,-5 13,7-14,-1 1,1-1,-1 0,1-1,-2 1,-6 7,-13 10,-1-2,-32 21,47-36,1 0,0 1,0 0,0 1,1 0,0 1,1 0,0 0,0 0,0 1,1 0,1 1,0 0,0 0,0 0,-3 17,7-27,1 0,0 0,0 0,-1 0,1 0,0 0,0 0,0 0,0 0,0 0,0 0,0 0,0 0,1 0,-1 0,0-1,0 1,1 0,-1 0,1 2,0-3,0 1,-1-1,1 1,0-1,-1 0,1 1,0-1,0 0,-1 0,1 1,0-1,0 0,-1 0,1 0,0 0,0 0,-1 0,1 0,1-1,5 0,-1-1,1-1,0 1,7-5,-9 4,105-44,-66 30,86-48,-117 56,23-22,5-4,92-55,-128 87,-1 0,1-1,-1 0,0 0,0 0,0 0,-1-1,1 1,-1-1,0 0,0 0,0 0,-1-1,0 1,0-1,0 0,0 1,-1-1,0 0,0 0,0 0,-1 0,0-12,-2-66,2 83,0 1,0 0,0 0,0-1,0 1,0 0,0 0,0-1,0 1,0 0,0 0,0-1,0 1,0 0,0 0,-1 0,1-1,0 1,0 0,0 0,0 0,0-1,-1 1,1 0,0 0,0 0,0 0,-1 0,1 0,0-1,0 1,-1 0,1 0,0 0,0 0,0 0,-1 0,1 0,0 0,0 0,-1 0,1 0,0 0,0 0,0 0,-1 1,1-1,0 0,-1 0,-15 11,-15 22,-3 14,2 1,-44 87,42-72,-25 54,72-140,0 0,2 0,0 2,24-27,0 8,42-34,-68 61,-17 14,-25 19,-88 73,94-72,1 2,-37 46,59-69,0 1,-1 0,1-1,0 1,-1-1,1 1,0-1,-1 1,1-1,-1 1,1-1,-1 1,1-1,-1 0,1 1,-1-1,0 0,1 0,-2 1,2-12,10-23,-2 12,1 1,1 0,0 0,17-23,57-71,-50 72,34-58,-68 101,0 0,0 0,0 0,0 0,0 0,0 0,0 0,0 1,0-1,0 0,0 0,0 0,0 0,0 0,0 0,0 0,1 0,-1 0,0 0,0 0,0 0,0 0,0 0,0 0,0 0,0 0,0 0,0 1,0-1,0 0,0 0,1 0,-1 0,0 0,0 0,0 0,0 0,0 0,0 0,0-1,0 1,0 0,0 0,0 0,1 0,-4 18,-5 28,7-42,1-3,-1 0,1 0,0 0,0 0,0 0,0 0,0 0,0 0,0 0,0 0,0 0,0 0,0 0,1 0,-1 0,0 0,1-1,-1 1,0 0,1 0,-1 0,1 0,-1 0,1-1,0 1,0 1,1-1,0 0,-1-1,1 1,0 0,-1-1,1 1,0-1,0 1,0-1,0 0,-1 0,4 0,3-1,1 0,0-1,0 0,13-5,-11 3,0-2,0 1,0-2,-1 0,0 0,0-1,0 0,-1 0,0-2,11-13,-16 13,-7 7,-16 9,17-5,1 0,-1 0,0-1,0 1,0-1,-1 1,1-1,0 0,-2 1,3-3,-1 1,0 0,1-1,0 1,-1-1,1 1,0-1,0 0,0 0,0 0,0 0,0 1,0-1,1 0,-1-1,1 1,-1 0,1 0,-1 0,1-4,-1-6,1 0,1-16,-1 22,-4 23,-2 0,0 0,-9 18,11-25,-9 19,-8 24,-3-1,-53 87,57-114,13-19,14-18,105-157,-35 57,-70 100,-5 9,0 0,0-1,0 1,0 0,1 0,-1 0,1 1,5-5,-8 7,0 0,0-1,0 1,0 0,0 0,1 0,-1 0,0 0,0 0,0 0,0 0,0 0,0 0,0 0,1 0,-1 0,0 0,0 0,0 1,0-1,0 0,0 0,0 0,1 0,-1 0,0 0,0 0,0 0,0 0,0 0,0 1,0-1,0 0,0 0,0 0,0 0,1 0,-1 0,0 0,0 1,0-1,0 0,0 0,0 0,0 0,0 0,0 1,0-1,0 0,0 0,0 0,0 0,0 0,0 0,-1 1,1-1,0 0,0 0,0 0,0 0,-2 13,-1 0,-1-1,0 0,0 1,-1-2,-8 16,-2 6,-142 298,153-321,-8 13,10-21,4-13,3-5,0 0,1 1,1 0,0 0,10-16,4 0,26-32,-46 62,-1 0,1 1,-1-1,1 0,0 0,-1 0,1 1,0-1,-1 0,1 1,0-1,0 1,0-1,-1 1,1-1,0 1,0 0,0-1,0 1,0 0,1-1,-1 2,-1 0,0 1,1-1,-1 0,0 0,1 0,-1 0,0 0,0 0,0 0,0 1,0-1,0 0,0 0,0 0,0 0,0 0,-1 0,1 0,0 1,-1 0,-4 17,-1 0,-1 0,0-1,-1 0,0 0,-2-1,-11 17,-89 109,53-73,50-60,7-10,0 0,0 0,0 0,0 0,0 0,0 0,0 0,0 0,0 0,0 0,0 0,0 0,0 0,0 0,14-15,2-3,119-111,-132 128,-4 6,-6 8,-29 35,-2-2,-72 68,103-107,-2 0,9-10,14-17,10-4,0 2,2 1,0 1,2 1,51-25,-73 41,-1-1,1 1,-1-1,0 0,0 0,0-1,-1 1,1-1,6-11,-39 51,14-20,2 0,-19 28,24-32,0 0,-16 17,14-18,0 0,-8 15,1 1,-18 29,34-55,0 0,0 0,0 1,0-1,0 0,0 0,0 0,0 1,0-1,-1 0,1 0,0 0,0 0,0 0,0 1,-1-1,1 0,0 0,0 0,0 0,0 0,-1 0,1 0,0 0,0 0,0 1,-1-1,1 0,0 0,0 0,0 0,-1 0,1-1,0 1,-1-8,5-12,0 12,0 1,0 0,1 0,0 0,0 1,11-11,42-32,-23 19,-28 25,53-52,-59 56,-1 1,0 0,1 0,-1-1,0 1,0 0,0 0,1-1,-1 1,0 0,0-1,0 1,1 0,-1-1,0 1,0 0,0-1,0 1,0-1,0 1,0 0,0-1,0 1,0-1,0 1,0 0,0-1,0 1,0 0,0-1,0 1,-1-1,1 1,-12-8,-21 2,31 6,-5-2,0 0,-1 0,1-1,0 0,0 0,0-1,-9-7,-2 0,8 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179 1,'-34'182,"-97"314,126-484,2-11,7-21,69-182,-13 42,-45 117,15-79,-17 61,-13 60,0 1,1 0,-1-1,0 1,0 0,0-1,0 1,0-1,0 1,0 0,0-1,0 1,0 0,0-1,0 1,0-1,0 1,0 0,0-1,0 1,0 0,0-1,0 1,-1-1,1 1,0 0,0-1,0 1,-1 0,1 0,0-1,0 1,-1 0,1 0,0-1,-1 1,0 0,0 0,0 0,0 0,0 0,0 0,0 0,0 1,0-1,0 0,1 1,-3 0,-24 18,7 2,1 2,0 1,2 0,0 2,-25 53,38-72,1-2,0 1,0 0,1 0,-1 0,1 0,-1 10,3-16,-1 1,1-1,0 1,0-1,0 1,0 0,1-1,-1 1,0-1,0 1,0-1,0 1,0 0,1-1,-1 1,0-1,0 1,1-1,-1 1,0-1,1 0,-1 1,1-1,-1 1,0-1,1 0,-1 1,1-1,-1 0,1 0,-1 1,1-1,-1 0,1 0,-1 0,1 0,-1 1,1-1,0 0,24-3,-8-2,0-1,-1-1,26-16,46-34,-71 45,145-105,-131 97,-26 20,-7 8,-8 10,-1 0,-1-1,-15 18,1-2,-1 4,-63 77,90-114,0 1,0-1,-1 0,1 1,0-1,0 0,-1 1,1-1,0 0,-1 1,1-1,0 0,-1 0,1 1,-1-1,1 0,0 0,-1 0,1 0,-1 0,1 1,0-1,-1 0,1 0,-1 0,1 0,-1 0,1 0,0-1,-1 1,1 0,-1 0,1 0,-1-1,0 0,1 0,-1 0,1 0,-1 0,1 0,-1 0,1 0,-1 0,1-1,0 1,0 0,-1-3,1-5,-1 0,3-17,1 0,2 0,0 1,13-35,32-72,-39 106,-2 4,-6 16,-4 12,-111 292,67-188,66-164,48-111,-56 139,-9 21,-7 17,-15 33,-2-1,-2-2,-42 63,61-100,0 1,-1-1,1 1,-1-1,0-1,0 1,0-1,-1 1,1-1,-6 3,9-6,0-1,1 0,-1 0,1 1,-1-1,0 0,1 0,-1 0,0 0,1 0,-1 0,0 0,1 0,-1 0,0 0,1-1,-1 1,0 0,1 0,-1-1,1 1,-1 0,0-1,1 1,-1 0,1-1,-1 1,1-1,-1 1,1-1,-1 0,1 1,0-1,-1 1,1-1,0 0,-1 1,1-1,0 0,0 0,0 1,0-1,-1 0,1-1,-2-11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22 129,'0'6,"1"-1,0 1,0-1,0 1,3 6,3 12,-4 4,-1 1,0-1,-4 35,1-8,-9 49,11 19,-3-111,-4-19,-3-21,4 2,1 0,1-1,1 1,2-1,2-44,0 57,0-1,4-15,3-19,-8 42,0 1,0-1,0 1,0 0,4-9,-4 12,1 1,-1-1,1 0,-1 1,1 0,0-1,0 1,0 0,0 0,1 0,-1 0,5-3,4-3,-10 7,0 0,1 0,-1 0,0 0,1 0,-1 0,0 0,1 1,1-2,-2 2,0 0,0 0,-1 0,1 1,0-1,0 0,-1 0,1 0,0 1,0-1,-1 1,1-1,0 0,-1 1,1-1,0 1,-1 0,1-1,-1 1,1-1,-1 1,1 0,-1-1,1 2,2 4,0 0,0 0,0 0,-1 1,1-1,-2 1,1-1,-1 1,1 0,-1 9,0 11,-1 35,-1-34,1-24,0-3,0 1,0 0,0-1,0 1,0 0,0-1,0 1,-1-1,1 1,0 0,-1-1,1 1,-1-1,-1 2,2-3,0-1,0 1,-1-1,1 1,0-1,0 1,0-1,0 1,-1-1,1 0,0 1,0-1,0 1,0-1,0 0,0 1,0-1,1 1,-1-1,0-1,6-17,0 1,2-1,0 1,0 1,20-31,-16 29,25-39,67-79,-89 118,-11 15,1-1,-1 1,1 1,0-1,0 1,1 0,-1 0,1 0,-1 1,1 0,0 0,-1 1,11-2,-16 3,0 0,1 0,-1 0,1 0,-1-1,1 1,-1 0,1 0,-1 1,0-1,1 0,-1 0,1 0,-1 0,1 0,-1 1,0-1,1 0,-1 0,1 0,-1 1,0-1,1 0,-1 1,0-1,1 0,-1 1,0-1,0 1,1-1,-1 1,0-1,0 0,0 1,0-1,1 1,-1-1,0 1,0-1,0 1,0-1,0 1,0-1,0 1,0-1,0 1,0-1,0 1,0-1,-1 1,1-1,0 1,0-1,-1 1,-12 26,-108 140,112-155,-127 178,130-183,1 0,-1 1,1 0,0 0,1 1,-4 9,-37 67,43-78,0 1,1-1,-1 1,1-1,0 1,1 0,0 11,-1 19,0-34,0 12,-1-1,-1 1,0-1,-5 17,-4 9,10-31,-1 1,0-1,0 0,-6 10,9-20,0 0,0 0,0 0,0 0,0 0,0 1,0-1,0 0,0 0,0 0,0 0,0 0,0 0,0 0,0 1,-1-1,1 0,0 0,0 0,0 0,0 0,0 0,0 0,0 0,0 0,-1 0,1 0,0 0,0 0,0 0,0 0,0 0,0 0,-1 0,1 0,0 0,0 0,0 0,0 0,0 0,0 0,0 0,-1 0,1 0,0 0,0 0,0 0,0 0,0 0,0 0,0-1,-4-8,0-12,4 15,-1-5,0 0,2-20,-1 29,0 1,0-1,0 1,0-1,0 1,1-1,-1 1,0-1,1 1,-1-1,1 1,0 0,-1-1,1 1,0 0,0 0,0-1,0 1,-1 0,1 0,1 0,-1 0,0 0,0 1,0-1,0 0,1 0,-1 1,2-1,-2 1,-1 0,1 0,0 0,0 0,0 0,0 0,-1 0,1 0,0 1,0-1,0 0,-1 1,1-1,0 1,0-1,-1 1,1-1,0 1,-1-1,1 1,0 1,1 0,-1 0,0 0,1 1,-1-1,0 1,0-1,1 4,0 3,0 0,-1 0,1 14,-2-13,0 1,-1 0,0-1,-1 1,0 0,-1-1,0 0,0 0,-1 0,0 0,0-1,-1 1,-10 14,10-17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92 571,'4'-1,"-1"1,0-1,1 0,-1 0,0 0,0-1,0 1,0-1,5-3,24-23,-29 25,2-1,-1-1,0 0,0 0,0 0,4-8,-8 13,-1 0,1-1,0 1,-1 0,1 0,0 0,0-1,-1 1,1 0,0 0,-1 0,1 0,-1 0,1 0,0 0,-1 0,1 0,0 0,-1 0,1 0,0 0,-1 0,1 0,0 1,-1-1,1 0,0 0,-1 0,1 1,-14 3,11-2,0 0,1 0,-1 0,0 0,0 1,1-1,0 1,-1 0,1 0,0 0,0 0,0 0,1 0,-1 0,-1 6,7-16,1 1,0 0,0 0,0 0,1 1,6-5,6-7,-5 6,9-13,-10 11,3-8,-3-4,-6 13,0 0,9-14,-7 16,0 1,11-10,7-8,-11 13,-14 13,-2 2,-9 6,-65 34,69-37,0 0,1 0,-1 0,1 1,0 0,0 0,-5 8,-11 9,17-17,-1-1,1 1,0 0,0 1,0-1,1 1,-1 0,1 0,1 0,-1 0,1 1,0-1,-3 14,5-19,0-1,0 1,-1 0,1-1,0 1,0 0,0-1,0 1,0 0,0 0,0-1,0 1,0 0,0-1,0 1,0 0,0-1,1 1,-1 0,0-1,0 1,1 0,-1-1,0 1,1-1,0 2,0-2,0 0,0 0,0 0,-1 1,1-1,0 0,0-1,0 1,0 0,0 0,0 0,0 0,0-1,0 1,-1-1,1 1,0-1,0 1,1-1,10-8,0 0,-1 0,17-18,27-47,43-47,-80 96,0-1,15-29,-29 48,2-3,1 1,0 0,1 0,-1 1,1 0,17-12,-8 5,9-11,-42 48,0-3,9-11,0 1,-1-1,0-1,-16 13,10-10,1 0,-17 16,26-23,-1 3,0-2,0 1,-1 0,-6 3,7-5,1-1,0 1,0 0,0 1,0-1,1 1,-1 0,1 0,0 0,0 0,0 0,0 1,1 0,-1-1,1 1,0 0,-2 8,-8 21,10-29,0 1,0-1,0 0,0 1,1-1,0 1,-1 8,0-1,1 0,-2 0,0 0,0-1,-1 1,-9 20,4-12,-2-1,0-1,-13 18,10-20,-1-2,-1 0,1-1,-2-1,-20 13,32-23,1 0,-1 1,0-1,1 1,-1 0,1 0,0 0,0 1,0 0,-5 10,6-10,1 1,0 0,0-1,0 1,0 0,1 1,0-1,0 10,0 56,2-42,0-20,1-19,1-6,4-9,1 0,0 0,2 1,18-32,-28 55,0-1,0 1,1-1,-1 0,0 1,0-1,1 1,-1-1,0 1,1 0,-1-1,1 1,-1-1,0 1,1 0,-1-1,1 1,-1 0,1-1,-1 1,1 0,-1 0,1-1,-1 1,1 0,-1 0,2 0,-2 1,0-1,1 1,-1-1,1 1,-1 0,0-1,1 1,-1 0,0 0,0-1,0 1,1 0,-1 0,0 0,0-1,0 3,-2 36,-1-18,-1 0,-1-1,0 0,-2 0,0 0,-1-1,0 0,-2-1,-13 20,20-35,3-5,3-12,8-20,6-9,3 2,1 1,1 1,2 1,37-45,-61 82,1 1,-1-1,0 0,1 1,-1-1,1 1,-1-1,0 1,1 0,-1-1,1 1,-1-1,1 1,-1 0,1 0,-1-1,1 1,0 0,-1 0,1 0,-1-1,2 1,-2 1,0-1,0 1,0 0,0-1,1 1,-1-1,0 1,0 0,0-1,0 1,0-1,0 1,0 0,0-1,0 1,-1-1,1 1,0 0,-12 39,11-37,-19 57,-3-1,-2-2,-2-1,-62 96,80-143,9-9,0-1,0 1,0 0,0 0,-1 0,1 0,0 0,0 0,0 0,0 0,0-1,-1 1,1 0,0 0,0 0,0 0,0 0,0-1,0 1,0 0,0 0,-1 0,1-1,0 1,0 0,0 0,0 0,0-1,0 1,0 0,0 0,0 0,0-1,4-25,4-1,2 0,0 1,2 0,1 1,0 1,2 0,0 1,2 0,0 2,1 0,1 1,23-18,-42 37,1 0,0 0,-1 1,1-1,0 0,0 1,0-1,-1 1,1-1,0 1,0 0,0-1,0 1,0 0,0 0,0-1,1 1,-2 1,0-1,0 0,0 1,0-1,1 1,-1-1,0 1,0-1,0 1,0-1,0 1,0-1,0 1,0-1,0 1,0-1,0 1,-1-1,1 0,0 1,0-1,0 1,0-1,-1 1,-17 36,-8 5,-49 58,8-10,62-83,-3 5,11-20,8-12,0 1,1 1,1 1,25-27,66-54,-100 95,0-1,0 1,0 0,7-3,-11 6,0 0,0 0,1 0,-1 0,0 0,0 0,0 0,0 0,0 0,0 0,0 0,1 0,-1 0,0 0,0 0,0 0,0 0,0 0,0 0,1 0,-1 0,0 0,0 0,0 0,0 0,0 0,0 0,1 0,-1 0,0 0,0 0,0 0,0 1,0-1,0 0,0 0,0 0,0 0,0 0,0 0,1 0,-1 1,0-1,0 0,0 0,0 0,0 0,0 0,0 1,0-1,0 0,0 0,0 0,0 0,-8 19,-226 345,227-356,8-13,10-16,22-23,73-74,-102 114,-4 3,0 1,1-1,-1 0,1 1,-1-1,1 1,-1-1,1 1,-1-1,1 1,-1-1,1 1,-1 0,1-1,0 1,-1 0,1 0,0-1,-1 1,1 0,0 0,-1 0,1 0,0 0,0 0,0 1,-1 0,0-1,0 1,1 0,-1 0,0 0,0 0,0 0,0 0,0 0,0 0,0 0,-1-1,1 1,0 0,-1 2,-14 42,1-10,-1-1,-1 0,-35 50,78-136,-16 32,0 2,1-1,1 2,23-26,-36 43,1-1,-1 1,1-1,-1 1,1-1,-1 1,1-1,-1 1,1 0,-1-1,1 1,0 0,-1 0,1-1,0 1,-1 0,1 0,-1 0,1 0,1 0,-2 0,1 1,-1-1,0 0,0 0,1 1,-1-1,0 1,1-1,-1 0,0 1,0-1,0 0,1 1,-1-1,0 1,0-1,0 1,0-1,0 1,0-1,0 1,0 0,0 3,0 1,0-1,-1 0,1 1,-2 4,-4 9,0 0,-1-1,-1 0,0 0,-1-1,-18 25,-1-4,-47 48,66-78,5-10,4-18,0 18,1-3,0-1,0 0,1 1,0-1,0 1,1 0,0 0,-1 0,2 0,-1 1,1-1,0 1,0 0,0 0,0 0,1 1,6-5,-11 9,0 0,0 0,-1 1,1-1,0 0,0 1,0-1,0 0,0 1,0-1,0 0,0 1,0-1,0 0,0 1,0-1,0 0,1 1,-1-1,0 0,0 1,0-1,0 0,0 0,1 1,-1-1,0 0,0 0,0 1,1-1,-1 0,0 0,0 0,1 1,-1-1,0 0,0 0,1 0,-1 0,0 0,1 0,-1 1,0-1,0 0,1 0,-1 0,0 0,1 0,-1 0,0 0,1-1,-1 1,0 0,0 0,1 0,-1 0,0 0,1 0,-1-1,0 1,0 0,0 0,1 0,-1-1,0 1,0 0,1 0,-1-1,-5 27,-1-13,0-1,-1 1,-1-1,1 0,-11 11,6-8,-18 31,30-44,-1-1,0 1,0 0,0 0,1 0,-1-1,1 1,-1 0,1 0,-1 4,1-6,0 0,0 0,0 0,0 0,0 0,0 0,0 1,0-1,0 0,1 0,-1 0,0 0,0 0,0 0,0 0,0 0,0 0,0 0,0 0,0 1,0-1,0 0,0 0,0 0,1 0,-1 0,0 0,0 0,0 0,0 0,0 0,0 0,0 0,0 0,0 0,0 0,1 0,-1 0,0 0,0 0,0 0,0 0,0 0,0 0,0 0,0 0,0 0,0-1,1 1,-1 0,0 0,0 0,0 0,0 0,9-12,13-21,31-36,-51 67,0 0,0 0,0 0,1 0,-1 0,1 0,-1 0,4-1,-6 3,1 0,-1 0,0 0,0 0,1 0,-1 0,0 0,0 0,1 0,-1 0,0 0,0 0,1 0,-1 0,0 0,0 0,1 0,-1 0,0 0,0 0,1 0,-1 0,0 1,0-1,1 0,-1 0,0 0,0 1,0-1,1 0,-1 0,0 1,0 0,1 0,-1 0,0 0,0 0,0 1,0-1,0 0,0 0,0 0,-1 0,1 0,0 0,-1 2,-1 2,1-1,-1 0,0 1,0-1,0 0,-1-1,1 1,-1 0,0-1,0 1,0-1,0 0,-5 3,-8 9,13-12,1 0,0 0,0 0,0 0,1 1,-1-1,-1 6,-7 12,8-20,3-7,3-9,30-44,-24 43,0-1,10-24,-14 28,0 1,0 0,1 0,1 1,12-16,50-47,-30 33,-23 27,-13 14,-9 12,-7 4,1 0,-18 17,13-16,-13 20,12-1,15-32,1 1,-1-1,0 0,0 0,0 1,-1-1,1-1,-1 1,0 0,0-1,0 0,-6 5,9-8,0 0,-1 0,1 0,0-1,0 1,0 0,0 0,0 0,-1-1,1 1,0 0,0 0,0-1,0 1,0 0,0 0,0-1,0 1,0 0,0 0,0-1,0 1,0 0,0-1,0 1,0 0,0 0,0-1,0 1,0 0,0 0,0 0,1-1,-1 1,0 0,0 0,0-1,4-12,2 5,-1 1,12-12,-10 13,-1-1,9-13,34-48,-2 5,-35 45,22-22,-20 24,18-27,-5-3,-16 26,25-34,-25 39,-6 9,-1 0,1 0,0 1,0 0,1 0,-1 0,9-5,-4 2,-8 7,0-1,0 0,0 1,0 0,0-1,0 1,4-1,-6 2,1 0,-1 1,0-1,0 1,0-1,0 1,0-1,0 1,0-1,0 1,0-1,0 1,-1-1,1 1,0-1,0 1,0-1,0 1,-1-1,1 1,0-1,0 0,-1 1,1-1,-7 15,-8 8,0-1,-2-1,-19 21,-61 52,82-81,-11 14,-28 36,12-13,34-40,0 1,1 0,1 0,0 1,-8 21,7-17,-1 1,-11 18,0-7,50-52,-27 19,-1-1,1 1,-1-1,1 0,-2 0,1 0,0 0,-1-1,3-11,1-4,-3 16,0-1,0 1,1 0,-1 0,1 0,9-10,31-29,-38 40,45-38,-40 34,1 1,0-1,1 2,24-11,-33 15,-1 1,0-1,1 0,-1 0,0 0,0 0,-1 0,1-1,-1 0,1 1,-1-1,0 0,0 0,-1-1,1 1,-1 0,2-6,-3 10,0 0,0-1,0 1,0 0,0-1,0 1,0 0,0 0,0-1,0 1,0 0,-1-1,1 1,0 0,0 0,0-1,0 1,0 0,0 0,0 0,-1-1,1 1,0 0,0 0,0-1,0 1,-1 0,1 0,0 0,0 0,-1 0,1-1,0 1,-1 0,-10 1,-10 8,2 2,1 2,0 0,1 1,0 1,-16 18,-71 94,65-77,8-8,51-59,-6 6,28-29,43-51,-83 88,1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0,'0'3,"0"0,-1 0,1 0,-1 0,1 0,-1-1,0 1,0 0,0 0,-1-1,1 1,-2 2,-24 29,2-3,19-23,1-1,-1 0,-1 0,1-1,-9 7,8-8,0 1,1 1,-1-1,1 1,-7 11,12-17,1 1,-1-1,0 0,1 0,-1 0,0 0,0 0,0 0,0 0,0 0,0 0,-2 1,0-1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7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249 152,'-1'0,"-1"1,0-1,1 1,-1-1,1 1,-1 0,0 0,1 0,0 0,-1 0,1 0,-1 0,1 1,0-1,0 0,-2 3,-17 27,16-24,-180 310,184-317,0 1,0-1,0 1,-1-1,1 1,0-1,0 1,-1-1,1 1,0-1,-1 1,1-1,0 1,-1-1,1 0,0 1,-1-1,1 0,-1 1,1-1,-1 0,1 0,-1 0,1 1,-1-1,1 0,-1 0,1 0,-1 0,0-1,1 0,-1 1,1-1,0 0,-1 0,1 0,0 0,0 0,-1 0,1 0,0 0,0 0,0 0,0-1,4-46,5-5,3 0,23-72,49-97,-83 222,-1 1,0-1,0 0,0 0,0 0,0 0,0 0,0 0,0 0,0 0,0 0,0 0,0 0,0 0,0 0,1 0,-1 0,0 0,0 0,0 0,-5 20,-9 29,-58 153,78-215,1 0,0 1,13-17,-4 6,16-26,74-86,-104 134,-1-1,0 1,1-1,-1 1,1 0,-1 0,1 0,-1 0,1 0,0 0,-1 0,1 0,0 1,0-1,2 0,-4 1,1 0,-1 0,0 1,1-1,-1 0,1 0,-1 0,0 1,1-1,-1 0,1 0,-1 1,0-1,1 0,-1 1,0-1,0 0,1 1,-1-1,0 1,0-1,1 1,2 19,-3-10,-1 0,0 0,0 0,-1 0,0-1,-5 12,-23 52,9-26,19-41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0,'5'33,"0"2,-1-1,-1 1,-2-1,-3 47,-6-17,3-30,-2 61,7-61,3-1,6 43,-4-14,-4-22,0-37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518 1,'-10'139,"10"-82,0 56,0-112,0 1,0-1,0 1,0-1,-1 0,1 1,0-1,0 1,-1-1,1 0,-1 1,1-1,-1 0,0 1,1-1,-1 0,0 0,0 0,0 0,0 1,0-2,-2 3,1-2,-1 0,1-1,-1 1,0 0,1-1,-1 0,0 0,-4 0,-11 0,8 1,1 1,-1 0,0 1,1 0,-18 9,-46 29,39-20,-53 26,42-24,-76 53,108-64,13-12,0 1,0-1,0 0,0 0,0 0,0 0,0 0,0 0,0 1,0-1,0 0,0 0,0 0,0 0,0 0,0 0,0 1,0-1,0 0,1 0,-1 0,0 0,0 0,0 0,0 0,0 1,0-1,0 0,0 0,0 0,0 0,0 0,1 0,-1 0,0 0,0 0,0 0,0 0,0 0,0 0,0 0,1 0,-1 0,0 0,0 0,0 0,0 0,0 0,0 0,0 0,1 0,-1 0,0 0,0 0,0 0,30-7,42-23,110-63,-180 91,0 1,0-1,1 1,-1 0,1 0,-1 1,1-1,-1 0,1 1,2 0,-5 0,1 0,-1 0,1 0,-1 0,0 0,1 0,-1 0,1 1,-1-1,0 0,1 0,-1 1,0-1,1 0,-1 1,0-1,1 0,-1 1,0-1,0 0,1 1,-1-1,0 1,1 1,-1-1,0 1,0-1,0 1,1-1,-1 1,0-1,-1 1,1-1,0 1,-1 1,-1 4,0 1,-1 0,1-1,-2 0,1 1,-1-2,0 1,0 0,-1-1,1 0,-1 0,-11 10,-7 4,-48 31,47-35,5-1,15-11,1-1,-1 0,0 0,0-1,0 1,0-1,0 0,0 0,-1 0,1-1,0 0,-1 0,1 0,-1 0,-5-1,9 0,0 0,0 0,0 0,0 0,0 0,1 0,-1 0,0-1,0 1,0-1,0 1,0 0,0-1,0 0,1 1,-1-1,0 0,-1-1,2 1,0 0,-1 0,1 0,0 0,0 0,0 0,0 0,1 0,-1 0,0-1,0 1,0 0,1 0,-1 0,0 0,1 0,-1 0,1 0,-1 1,2-3,3-5,1 0,0 0,12-13,-17 19,15-15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181 438,'-10'7,"0"1,0-1,1 2,0 0,0 0,1 0,-12 19,-2 7,-17 40,36-70,2-2,4-7,12-15,17-29,-22 31,0-2,8-19,-16 33,0 0,0-1,0 0,-1 1,0-1,0 0,0 0,-1 1,1-1,-1 0,-1 0,0-9,1 14,0 1,-1 0,1-1,0 1,0-1,0 1,0-1,-1 1,1-1,0 1,0 0,-1-1,1 1,0 0,-1-1,1 1,0 0,-1-1,1 1,0 0,-1 0,1 0,-1-1,1 1,0 0,-1 0,0 0,-14 3,-11 13,10-2,1 1,-18 20,35-37,71-93,-60 75,0 0,-1-2,12-27,-16 32,-7 14,1 1,-1-1,0 0,0 0,0 1,0-1,0 0,-1 0,1 0,-1 0,1 0,-1-5,-2-16,2 22,0 4,0 12,1 4,-2 0,0-1,0 1,-2-1,0 1,0-1,-2 0,0 0,-1-1,-8 18,14-33,0-1,0 0,0 0,0 0,0 1,0-1,0 0,0 0,-1 0,1 1,0-1,0 0,0 0,0 0,0 0,0 0,0 1,-1-1,1 0,0 0,0 0,0 0,0 0,0 0,-1 0,1 0,0 0,0 1,0-1,0 0,-1 0,1 0,0 0,0 0,0 0,0 0,-1 0,1 0,0 0,0 0,0-1,0 1,-1 0,1 0,0 0,0 0,-1 0,-3-12,1-17,4 6,0 1,2-1,1 1,0 0,2 0,7-22,-3 10,-9 33,-1 0,0 0,1 0,-1 1,0-1,0 0,0 0,1 0,-1 0,0 0,0 0,0 0,-1 0,1 0,0-2,-1 3,1-1,-1 1,0-1,0 1,1-1,-1 1,0 0,0-1,0 1,0 0,1 0,-1 0,0-1,0 1,0 0,0 0,-1 1,-6-1,1 0,-1 1,0 1,0-1,1 1,-1 1,1 0,-1 0,1 0,0 1,0 0,1 1,-1 0,1 0,0 0,0 1,0 0,-9 13,21-27,1 0,0 1,0 0,1 0,11-7,14-15,-18 17,-12 10,0 0,0 0,-1-1,1 1,-1-1,0 1,4-6,0 0,0-1,0 1,13-12,11-13,-29 32,0-1,0 0,0 0,-1 0,1 0,0 1,-1-1,1 0,-1 0,1 0,-1-3,0 5,0 0,0 0,0 0,0-1,0 1,0 0,0 0,0 0,0-1,0 1,0 0,0 0,0 0,0-1,0 1,0 0,0 0,0 0,0 0,-1-1,1 1,0 0,0 0,0 0,0 0,0 0,0-1,-1 1,1 0,0 0,0 0,0 0,0 0,0 0,-1 0,1 0,-11 8,-14 30,8-9,-44 39,58-64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1,'-4'6,"1"1,-1-1,0 0,-1 0,0 0,-8 8,-7 8,-47 57,50-56,15-20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311 158,'0'1,"0"1,0-1,-1 1,1-1,0 1,-1-1,0 1,1-1,-1 1,0-1,1 0,-1 0,0 1,0-1,0 0,0 0,-2 2,-25 17,8-6,-26 21,35-28,0 2,0 0,-14 13,22-18,-1 1,1-1,0 0,0 1,0 0,1-1,-5 12,7-16,0 0,0 0,0 0,0 0,0 0,0 1,1-1,-1 0,0 0,0 0,0 0,0 0,0 0,0 0,0 0,0 1,0-1,0 0,0 0,0 0,0 0,0 0,0 0,0 0,1 0,-1 0,0 0,0 0,0 1,0-1,0 0,0 0,0 0,0 0,1 0,-1 0,0 0,0 0,0 0,0 0,0 0,0 0,0 0,1 0,-1 0,0-1,9-1,6-5,8-10,42-39,-59 50,-6 6,0 0,1 0,-1 0,0 0,0 0,0 0,1-1,-1 1,0 0,0 0,0 0,0 0,0-1,1 1,-1 0,0 0,0 0,0-1,0 1,0 0,0 0,0-1,0 1,0 0,0 0,0 0,0-1,0 1,0 0,0 0,0-1,0 1,0 0,0 0,0-1,0 1,0 0,0 0,0-1,-10-3,-13 4,12 5,1 0,-1 0,1 1,0 0,1 1,-1 1,1 0,1 0,-1 0,-9 14,15-18,0 0,1 1,-1-1,1 1,-3 8,-2 4,-19 23,6-10,20-30,1 0,-1 0,0 0,0 0,0 0,0 0,0 0,0 0,0 0,0 0,0 0,0 0,0 0,0 0,0 0,0 0,1 0,-1 0,0 0,0 0,0 0,0 0,0 0,0 0,0 0,0 0,0 0,0 1,0-1,0 0,0 0,0 0,0 0,0 0,0 0,1 0,-1 0,0 0,0 0,0 0,0 0,0 0,0 0,0 1,0-1,0 0,0 0,0 0,0 0,0 0,0 0,0 0,0 0,0 0,0 0,0 0,0 0,0 1,0-1,0 0,-1 0,1 0,11-5,9-8,67-65,-78 69,-9 9,-18 16,17-15,-24 17,1 1,-38 41,58-56,2-2,1 0,-1-1,0 1,1 0,-1 0,1 0,0 0,0 1,0-1,0 0,0 0,-2 5,4-6,-1-1,0 0,0 0,0 0,0 1,0-1,1 0,-1 0,0 0,0 1,0-1,0 0,1 0,-1 0,0 0,0 0,0 0,1 0,-1 0,0 0,0 0,1 1,-1-1,0 0,0 0,0 0,1 0,-1-1,0 1,0 0,1 0,-1 0,0 0,0 0,0 0,1 0,-1 0,0 0,0-1,0 1,0 0,1 0,-1 0,0 0,0-1,0 1,0 0,1-1,9-7,36-39,-22 25,-17 16,0 0,-1 0,1-1,6-9,0-3,-7 9,0 0,0 1,1 0,1 1,-1-1,1 2,14-12,-14 13,1 0,-1-1,0 0,-1-1,1 0,-1 0,-1-1,1 0,-1 0,-1-1,6-12,-5 11,-3 5,0 0,0 0,0 0,-1 0,3-9,-5 14,0-1,0 1,0-1,1 1,-1-1,0 1,-1-1,1 1,0 0,0-1,-1 1,1-1,0 1,-1-1,1 1,-1 0,0 0,1-1,-1 1,0 0,0 0,0 0,0 0,0 0,0 0,0 0,0 0,0 0,-1-1,-4-2,0 0,1-1,0 0,-9-11,11 13,1 0,0 0,0 0,0-1,0 1,0-1,1 1,-1-1,1 0,0 1,-1-6,2 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17 16,'0'2,"-1"1,1-1,-1 0,0 1,1-1,-1 0,0 1,-3 3,4-5,-1 1,0-1,0 1,0 0,1-1,-1 1,0 0,1 0,0-1,-1 1,1 0,0 0,0 3,14-29,-6-15,-7 34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0,'9'19,"1"-1,1 0,1 0,0-2,22 25,80 66,-85-81,413 356,-421-364,168 126,-186-142,18 10,-20-11,0-1,-1 1,1-1,0 0,0 1,-1-1,1 0,0 0,0 0,0 1,-1-1,1 0,0 0,0 0,0-1,-1 1,1 0,0 0,0 0,0-1,-1 1,1-1,-1 1,0-1,0 1,0-1,0 1,0-1,0 0,0 1,0-1,0 1,0-1,0 1,0-1,0 1,0-1,0 1,-1-1,1 1,0-1,0 1,0-1,-1 1,1 0,0-1,-1 1,1-1,-12-16,11 16,-26-30,-1 2,-2 1,-40-30,43 36,-269-212,213 170,6-3,49 41,-57-40,57 48,0 2,-37-15,53 29,12 2,0 0,0 0,0 0,0 0,0 0,0 0,0 0,-1 0,1 0,0 0,0 0,0 0,0 0,0 1,0-1,0 0,0 0,0 0,0 0,0 0,0 0,0 0,-1 1,1-1,0 0,0 0,0 0,0 0,0 0,0 0,0 1,0-1,0 0,0 0,0 0,0 0,0 0,1 0,-1 1,0-1,0 0,0 0,0 0,0 0,15 19,19 14,71 50,51 18,132 50,11-21,-130-58,-103-44,-42-20,-23-9,-4-3,-34-22,-267-149,-10 16,270 137,13 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8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0,'123'91,"-68"-47,-19-20,0-1,2-3,58 23,-35-16,-32-13,-2 2,1 0,27 24,83 54,-87-60,20 17,-42-29,1-1,58 29,-41-28,99 39,-48-19,-25-9,-13-11,-15-5,80 41,-75-27,152 81,-71-39,-46-24,4 2,-71-42,0 1,-1 1,28 23,42 41,-36-36,22 15,-9-5,-14-13,-25-17,1-2,27 14,84 52,-71-41,40 14,-99-53,78 44,-29-15,61 28,-7 13,-90-61,34 28,-4-1,-16-18,-16-10,28 23,17 5,40 33,-99-68,0 0,-1 0,1 0,-1 1,0-1,0 1,2 5,-1-4,-1 0,1 0,0 0,5 5,28 36,-35-44,0 0,0 1,0-1,-1 0,1 0,-1 1,0-1,0 1,0 0,0-1,-1 1,1 6,-2 50,0-33,8 163,-7-187,1 0,-1 1,0-1,1 0,-1 0,1 0,0 0,1 3,0-41,-3-19,2-71,2 100,-2 18,0 0,0-1,-1 1,0 0,-1-13,1 18,-1 0,1 0,-1 0,0 0,1 0,-1 0,0 1,0-1,0 0,0 0,0 1,-1-1,1 1,0-1,-1 1,1 0,-1 0,1-1,-1 1,0 0,1 1,-1-1,0 0,-3-1,3 2,0-1,0 0,1 1,-1-1,0 0,0 0,0-1,1 1,-1 0,0-1,1 1,-1-1,1 1,0-1,-1 0,1 0,0 0,0 0,0 0,0 0,0 0,1 0,-1 0,0 0,1 0,-1-1,1 1,0 0,0 0,0-1,0 1,1-4,-1 5,0 0,1 0,-1 0,1 0,-1 0,1 0,0 0,-1 1,1-1,0 0,0 0,0 1,-1-1,1 0,0 1,0-1,0 1,0-1,0 1,0 0,0 0,0-1,0 1,0 0,0 0,0 0,0 0,0 0,0 0,0 0,0 0,0 1,0-1,1 1,3 0,-1 0,1 0,0 1,0 0,7 4,-10-4,1 1,0-1,-1 1,0 0,1 0,-1-1,0 2,0-1,-1 0,1 0,0 1,-1-1,0 1,2 7,-2-7,0 0,0 0,1 0,-1 0,1 0,0 0,0 0,0-1,1 1,-1-1,6 5,-4-4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0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0,'1'32,"10"54,0 12,-2 11,2 38,-11-133,0-3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1,'-1'38,"2"43,3-54,1-1,12 40,-14-53,0 1,0 0,-1 0,0 18,-2-24,0 1,0-1,-1 0,0 1,-1-1,1 0,-1 0,-5 12,3-12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1636 1220,'-5'-4,"1"1,-1-1,0 1,0 0,-9-4,-2-2,6 3,-46-32,50 34,1-1,-1 0,1-1,0 0,0 0,0 0,-3-7,1 3,-1 0,0 0,0 1,-1 0,0 1,-1 0,1 1,-18-10,-5-6,17 13,-28-14,28 17,0-2,-14-10,-46-29,38 24,28 19,0-1,1 0,-1 0,-10-11,-8-10,-2 1,0 2,-56-36,-43-13,14 8,100 56,0-2,-14-13,-18-15,18 20,0-2,2 0,0-3,-41-47,9 8,33 39,-2 1,-34-22,-61-29,92 56,-14-17,39 31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9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2421 1468 0,'-2421'-1468'0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1,'3'1,"-1"-1,0 1,0 0,0 0,0 0,0 0,0 1,0-1,0 1,0-1,-1 1,1 0,0 0,-1 0,1 0,1 4,12 11,-1-6,-1-1,1 0,1-2,-1 0,1-1,30 10,-37-13,0-1,0 2,-1-1,1 1,9 8,12 8,63 25,-54-9,64 44,-22-16,16 11,-34-27,-20-20,65 34,-35-23,40 19,-98-53,-4-1,0-1,-1 1,16 11,2 2,27 15,21 14,-64-41,-1 1,18 6,-20-9,1 0,-1 0,0 1,0 0,11 10,-12-9,0 0,1-1,10 5,-12-6,1 0,0 0,-1 1,0 0,7 7,-10-8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341 0,'0'8,"0"0,-1 0,0 0,-1-1,1 1,-1 0,0-1,-1 1,0-1,0 0,0 0,-1-1,0 1,-6 8,-5 2,-1 0,0-1,-24 19,26-24,-52 53,36-34,17-18,-21 14,21-18,2 1,-18 17,25-21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13,'0'1,"-1"-1,0 1,0-1,0 1,1-1,-1 1,0-1,1 1,-1 0,0-1,1 1,-1 0,1 0,-1 0,1-1,-1 1,1 0,-1 0,1 0,0 0,0 0,-1 1,-4 23,4-21,1 4,-1 1,-1-1,1 1,-1-1,-3 10,0-13,4-13,2-13,1 13,-1 0,-1 0,1-1,-1-7,1-19,-1 24,-2 19,-5 12,-26 43,27-51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59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3953 2434 0,'-3953'-2434'0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331 0,'-1'2,"0"0,0 1,0-1,0 0,0-1,0 1,0 0,-1 0,1 0,-1-1,-2 4,-5 5,-3 6,-19 21,19-23,0 0,-11 17,19-24,-1 0,1-1,-2 1,1-1,-1 0,0 0,0-1,0 0,-1 0,1-1,-1 0,-12 6,13-9,0 1,0 0,0 1,0 0,1 0,-1 0,1 0,-1 1,1 0,0 1,1-1,-1 1,1 0,-7 9,-27 34,34-42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59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4690 2021,'-4'2,"1"-1,-1 1,0 0,1 0,-1 1,1-1,0 1,-1 0,1 0,-3 4,1-2,1 0,1-1,-1 2,1-1,0 0,0 1,1-1,-1 1,1 0,-2 10,-10 23,3-21,0 0,-26 32,31-43,-12 13,14-16,0 1,0-1,0 1,0 0,1 0,-4 9,1-3,0 0,0-1,-1 0,0 0,-1 0,0-1,0-1,-1 1,0-2,0 1,-1-1,1-1,-16 8,13-8,1 1,0 0,0 0,0 2,1-1,0 1,1 1,0 0,0 0,1 1,0 1,-9 15,10-13,-1-2,0 1,-1-1,0 0,0-1,-1-1,-1 1,-13 9,21-19,0 1,0-1,0 0,0 0,0 0,0-1,-1 1,1-1,0 0,0 0,-1 0,1 0,0-1,0 0,0 1,0-1,-1 0,1-1,0 1,-3-2,-6-4,0 0,0-1,-15-13,13 8,1 0,-21-29,-1-1,21 25,12 15,0 0,0 1,0-1,-1 0,1 1,-1-1,0 1,1 0,-7-3,-19-16,23 17,1 0,-1 1,0 0,0 0,-8-4,-9-3,0-1,-40-27,10 4,-8-4,-19-11,45 25,26 18,1 1,-1 0,-9-5,-13-5,-44-31,46 27,-123-79,-37-34,105 80,44 28,0-1,-51-44,84 63,-6-5,-1 0,0 0,-18-10,-10-11,-183-96,108 65,-2-17,48 29,45 33,-16-10,33 24,1-1,-1-1,-11-11,12 10,0 1,0 1,-13-9,-4 1,1 0,-24-19,-35-21,54 33,-59-32,26 17,-54-27,21 12,47 26,30 16,-1-1,-19-14,7 5,23 15,1-1,-1 0,1 0,-10-9,5 3,-1 1,-15-11,16 13,-1-1,2-1,-11-9,15 13,0-1,-1 2,0-1,0 1,-8-3,-9-6,-89-57,16-3,81 60,-23-17,33 26,-1-2,1 1,-5-8,6 8,-1-1,0 1,1 0,-8-4,-21-13,-37-31,32 29,4 2,21 13,1 0,-2 0,-24-10,12 6,-46-33,47 29,-50-26,-52-21,124 61,0 1,1-1,-1 0,1 0,0 0,-4-6,-16-13,17 19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00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0,'0'370'0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0,'0'2,"0"0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0,'67'43,"5"8,-42-30,4 8,-25-21,0 0,1-1,15 10,71 39,-57-31,34 27,-49-33,33 19,-15-7,-10-6,9 4,30 19,-44-34,-19-10,0 0,0 0,0 1,9 7,8 7,0-2,2-1,-1-1,43 16,13 7,13 4,-63-27,-17-7,22 13,0 7,-21-15,24 14,-33-23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1,'1'5,"1"-1,-1 1,1 0,0-1,1 1,-1-1,0 0,1 1,6 6,5 4,1-1,1 0,0-1,20 12,31 25,26 19,-79-56,-9-8,-1-1,1 0,0 0,0 0,7 3,31 17,-29-15,0-1,23 9,-9-6,36 22,23 9,-60-30,0 1,32 22,23 12,-66-38,0 0,23 20,-20-14,24 13,-19-10,0-1,2-1,43 19,-13-6,-50-26,119 71,-100-61,-21-11,1 0,-1 1,0-1,0 1,0 0,-1 0,1 0,0 0,3 6,4 4,1 0,18 15,-13-12,26 16,-31-24,-1 0,11 11,41 31,-49-38,0 0,30 17,1 2,-21-13,1-1,49 25,-68-39,33 14,49 30,-51-30,-2-2,45 40,-47-31,-18-13,0 1,23 24,-20-19,1-2,0-1,1 0,0-1,33 14,-46-24,-3-1,97 55,-81-42,-15-10,1-1,-1 0,1 0,8 3,1 1,0 0,-1 1,15 13,15 9,51 30,-88-56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1,'3'1,"1"1,-1-1,1 1,-1 0,0 0,0 1,0-1,0 1,0-1,0 1,2 4,-1-3,82 75,-61-57,13 9,64 40,47 15,-140-81,203 102,-120-56,57 29,53 21,-113-50,-17-9,-5-1,-2 3,72 64,17 12,-48-52,16 12,10 6,24 19,-103-67,2-3,83 40,-36-21,50 43,34 15,-119-67,-19-11,-33-23,-2 0,1 1,21 25,-2-2,7 5,66 49,-90-76,-12-10,-1 0,1 0,0-1,-1 1,1-1,7 3,66 31,-23-8,-48-25,0 0,-1 1,0 0,0 1,0-1,-1 1,7 7,2 4,-5-8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0,'35'36,"2"-1,0-3,61 40,130 64,240 92,-320-168,-106-40,196 103,-186-92,-22-14,54 43,13 17,36 32,-111-88,103 92,-65-67,126 73,-46-22,-60-38,0 3,16 10,-31-27,91 85,-23-8,-38-39,61 50,-141-123,1 0,26 11,4 2,37 21,104 37,-133-53,-20-9,-24-15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790 404,'11'7,"0"-1,0 0,0 0,1-2,0 1,0-2,0 0,15 2,-26-5,-1 0,1 0,0 0,0 0,-1 0,1 0,0 0,-1 0,1 0,0 0,-1 0,1-1,0 1,-1 0,1-1,0 1,-1 0,1-1,-1 1,1-1,0 0,0 0,-1 1,0-1,0 0,0 1,0-1,0 1,0-1,0 0,0 1,0-1,0 1,0-1,-1 1,1-1,0 0,0 1,0-1,-1 1,1-1,0 1,-1-1,-2-3,1 0,-1 0,0 1,-1-1,-3-2,-55-43,54 43,-1 1,0 0,0 1,0 0,-16-4,-22 0,0 2,0 2,0 3,-48 4,84-1,0 0,-1 0,1 1,0 1,1 0,-1 1,1 0,0 0,-12 10,1-3,12-8,1 1,0 0,0 0,0 1,0 0,-7 9,12-11,1 0,-1 1,1-1,0 1,-2 5,-8 15,4-12,-1 0,0-1,-1 0,-21 19,17-17,1 0,0 1,1 1,-19 31,-11 14,38-57,1 0,-1-1,0 1,0-1,-7 4,9-6,1 0,-1-1,1 1,-1 0,1-1,-1 1,0-1,1 0,-3 1,4-2,-1 1,0 0,1 0,-1 0,1 0,-1 0,1 0,-1-1,1 1,-1 0,1-1,-1 1,1 0,-1-1,1 1,-1 0,1-1,-1 1,1-1,0 1,-1-1,1 1,0-1,-1 0,1 0,0 0,-1 0,1 0,0 0,0 0,0 0,0 0,0 0,0 0,0 0,0 0,0 0,0 0,0 0,1 0,-1 0,0 0,1 0,-1 0,0 0,1 1,-1-1,1 0,0 0,-1 0,1 1,0-1,-1 0,1 1,0-1,-1 0,3 0,29-17,-24 15,0-3,0 1,0-1,0-1,0 1,8-11,-8 9,0 0,1 0,-1 1,12-6,17-11,-16 11,25-12,-34 18,1 0,-1-2,-1 1,18-17,-1 1,-20 16,0-1,0 0,11-17,-9 12,51-80,-30 51,-15 21,28-31,-19 23,4-5,-22 28,-3 3,-1 1,0 0,1 0,0 0,6-3,-10 5,0 1,0 0,0 0,0 0,0 0,0 0,0 0,0 0,0 0,0 0,1 0,-1 0,0 0,0 0,0 0,0 0,0 0,0 0,0 0,0 0,0 0,0 0,1 0,-1 0,0 0,0 0,0 0,0 0,0 0,0 0,0 0,0 0,0 0,0 0,0 0,1 0,-1 0,0 0,0 0,0 0,0 0,0 1,0-1,0 0,0 0,0 0,0 0,0 0,0 0,0 0,0 0,0 0,0 0,0 1,0-1,0 0,0 0,0 0,0 0,0 0,0 0,0 0,0 0,0 0,0 1,0-1,0 0,-5 11,-7 10,10-19,-9 14,0 0,-18 18,23-29,1 0,0-1,-1 0,0 0,0 0,0-1,0 0,-1 0,-10 3,2-3,5 0,-1 0,1 0,-17 9,-11 8,30-18,25-13,-5 2,-1 0,0 0,18-22,-13 14,-12 12,-1 0,1 0,-1 0,4-7,10-16,2 3,-10 13,0-1,1 1,0 1,14-13,-20 22,0 0,-1 0,1 0,0 0,0 1,6-2,-7 2,1 0,-1 0,1 0,-1-1,0 1,0-1,1 0,3-3,-34 34,0 1,-42 66,43-59,19-28,0 0,-1-1,0-1,-1 0,1 0,-1 0,-13 6,-17 13,-16 10,47-28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1,'0'4,"0"0,1 0,0 0,0-1,0 1,0 0,0 0,1-1,-1 1,1-1,0 1,0-1,0 0,5 6,4 3,1 1,15 11,8 8,36 34,-36-36,161 144,-154-141,8 8,-8-6,1-2,1-3,60 31,-104-61,20 12,116 69,3 2,-118-70,321 178,-255-144,288 168,0-11,-367-200,0 1,0 0,0 1,11 10,1 1,154 111,-168-124,1 0,-1 0,9 2,17 9,78 47,35 10,-45-21,5 12,-20-17,106 78,-153-95,-10-7,0-1,50 27,-66-41,-1 1,1 0,-1 1,-1 1,0 0,11 13,9 9,75 82,-91-98,19 17,0-2,55 40,18 9,-83-64,-17-11,1-1,-1 1,0 0,5 6,10 10,-14-14,-1 0,1 0,10 16,-13-16,1-1,1 1,5 5,15 20,-21-25,1-1,-1-1,1 1,0-1,0 0,1 0,11 6,6 4,-18-11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0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431 265 0,'-430'-265'0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0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0,'7'8,"0"-1,-1 0,1 0,0-1,8 6,7 3,-14-8,1-1,0 0,0-1,0 0,0 0,1-1,10 3,-9-4,-1 1,1 0,-1 1,0 1,0 0,17 13,19 12,-19-15,-22-12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0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559 1,'-1'4,"0"0,0 1,0-1,0 0,-1 0,1 0,-1 0,-3 5,-4 11,6-14,1 2,-1 0,0 0,0-1,-1 1,0-1,0 0,-8 11,5-10,1 1,0 1,-8 15,-7 12,4-9,14-21,-1-1,0 1,-1-1,1 0,-1 0,0 0,-1-1,-9 8,-65 56,64-57,-56 44,62-47,1 0,0 0,1 1,0 1,-8 13,7-11,1-1,-2 0,1 0,-14 11,-46 38,64-57,-2 3,1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1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697 0 0,'-697'815'0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1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4088 2603 0,'-4088'-2603'0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1,'1'3,"0"1,0 0,0-1,0 1,0-1,3 4,1 6,-1 0,-1 0,0 0,-1 0,-1 1,0-1,0 0,-2 15,1-24,0 10,0 1,0-1,-2 1,1-1,-2 0,0 0,0 0,-8 21,9-32,1 0,-1 0,1 0,0 0,0 0,0 1,1-1,-1 0,1 1,-1-1,1 1,0-1,0 0,1 1,-1-1,1 5,3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1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0,'3667'2498'0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1,'0'3,"-1"0,0 0,0 0,0 0,-1 0,1 0,0-1,-4 5,-1 5,1-2,-1 1,0-1,-1 0,0 0,0-1,-1 0,0 0,0-1,-1 0,-12 8,-62 42,72-51,3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3509 2304,'-4'0,"0"-1,0 0,0 0,1 0,-1-1,0 1,1-1,-1 0,1 0,-5-4,-30-28,29 26,0 0,-1 1,-14-9,-8-6,-70-41,-14-17,102 72,-1 0,-17-6,16 7,-30-16,16 5,18 12,1-1,-13-9,10 6,0 0,-22-10,29 17,-38-25,-9-4,37 23,1-1,-23-19,-7-4,-47-30,34 25,40 24,-1 0,-27-12,-14-9,31 16,16 11,1 0,-17-15,-7-2,29 20,0 0,0-1,-8-7,5 3,-1 1,-25-15,-6-3,14 8,-7-6,20 12,-21-12,24 17,0-1,1 0,-18-17,23 19,0 1,-1 0,0 0,-9-4,7 4,1 0,-15-13,6 4,-35-23,14 12,-27-14,22 9,32 23,-1 0,2-1,-22-21,28 26,1 0,-1 0,0 0,-6-3,-12-9,-182-143,173 133,19 16,-25-17,19 14,-18-15,-14-9,-87-57,-43-25,162 108,-1-1,0 0,-43-15,-107-38,132 51,-44-24,58 29,19 8,0-1,1 0,-1 0,0 0,-7-6,-133-115,126 103,14 15,0-1,0 1,0 1,-1-1,-6-3,-2 0,0-1,-17-15,26 20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0,'10'5,"-1"1,0-1,-1 2,1-1,-1 1,0 1,11 13,4 2,47 51,-54-56,1-1,1-1,0-1,1-1,32 19,115 56,-42-19,-94-54,0 2,29 23,65 60,-116-95,0-1,0 0,1 0,0-1,10 4,10 5,43 27,-61-34,0 1,16 12,4 3,107 58,-94-44,-42-34,4 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1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3687 2446 0,'-3687'-2445'0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1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9 177,'-8'-142,"8"140,-1 1,1-1,0 0,0 0,0 1,0-1,0 0,1 0,-1 1,0-1,1 0,-1 0,1 1,-1-1,1 1,1-4,-1 5,0-1,0 1,0 0,0-1,0 1,-1 0,1-1,0 1,0 0,0 0,0 0,0 0,0 0,0 0,0 0,0 0,-1 1,1-1,0 0,0 1,0-1,0 0,0 1,-1-1,1 1,0 0,0-1,-1 1,1 0,1 0,13 12,20 22,1 2,4-7,36 42,-28-28,-26-25,33 22,-50-40,-9-9,-9-9,-75-73,77 76,-1 1,0 1,0-1,-1 2,0 0,-25-15,59 38,0 0,0 1,-2 2,1 0,17 18,-26-21,2-1,-1-1,22 13,101 68,-86-62,-32-20,0 0,15 14,-21-15,1-1,-1 0,15 5,-15-7,0 1,0 0,-1 1,15 11,-10-6,24 15,-1-1,-22-15,25 13,-25-15,0 0,15 13,-19-14,1 0,0 0,15 6,-11-6,20 13,19 10,-36-21,18 13,10 5,-32-20,0 2,17 13,-13-8,25 14,0 0,-8-7,-24-15,0 1,12 10,-12-8,0-1,21 10,-20-12,-1 0,0 1,14 12,-13-9,-8-7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20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 1 0,'0'551'0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0 338,'1'-11,"0"0,1 0,4-20,-4 24,0-1,0 1,-1-1,0 0,0 1,-1-1,0 0,0 0,-3-14,1 8,0 0,1 0,0-20,1 19,-1 0,-4-26,2 13,2 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2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51 279,'-2'-3,"0"0,0 0,1-1,-1 1,1-1,-1 1,0-7,-5-11,1 9,1-1,0 0,-4-20,8 27,0 0,0-1,0 1,1-1,0 1,0-1,0 1,1-1,2-10,19-49,-20 54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3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1,'2'0,"3"0,5 1,3 2,3-1,2 2,0-1,-2 0,-2 0,-3 0,-2 0,0 1,1 1,-1-2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80 0,'-5'0,"-3"0,-2 2,-1 1,0 1,0 0,2 2,1 0,1 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5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7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2267 1401,'-2'0,"-6"1,1-1,0 0,0-1,0 0,-1 0,1-1,0 0,-10-4,-2-2,15 7,1 0,0-1,-1 1,1-1,0 0,0 1,0-1,0-1,0 1,1 0,-1-1,-2-3,-5-5,0 0,0 1,-1 1,0 0,-1 0,-21-11,14 9,-30-25,42 30,-1 1,1 0,-1 0,-9-3,9 4,0 0,1 0,-1-1,-11-10,10 8,1 1,-1 0,0 0,-11-4,10 5,1 0,0-1,-16-12,13 8,0 1,-23-12,-12-9,-2-2,31 21,-18-15,-76-51,50 37,2-3,28 21,8 5,12 7,-22-12,-31-20,42 26,-26-13,35 21,1-1,-13-10,-21-14,6 7,26 16,-1 0,-18-7,20 10,1-1,-26-19,-6-3,-53-28,52 32,29 17,-21-15,27 17,-1 0,-18-8,-15-9,-25-18,44 30,-13-9,21 9,0 1,-22-10,28 15,0-1,-15-12,16 11,0 0,-21-9,20 11,1-1,-16-11,15 10,1 0,-17-7,-7 0,24 11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28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517 344,'0'4,"1"-1,0 1,-1-1,1 1,1-1,-1 1,0-1,1 0,-1 0,1 0,0 0,4 5,31 34,-32-37,3 3,-1-1,1 0,1-1,-1 0,15 7,1 4,-19-13,-1-1,1 0,0 0,8 4,16 4,10 3,42 23,-63-29,-14-7,-1 1,1-1,-1 1,0 0,1 0,-1 0,0 0,0 1,0-1,0 1,0 0,-1 0,1 0,3 7,0 1,-3-4,-13-16,0 1,1 0,-1 1,0 1,-1 0,-12-6,8 5,1-1,-15-10,4 2,21 15,0-2,0 1,0 0,1-1,-1 0,1 0,-1 0,1 0,0-1,0 1,-4-7,1 2,0-1,0 1,-1 1,-1 0,1 0,-1 0,0 1,-16-9,6 2,10 8,-1 1,-16-7,-12-6,-82-48,73 36,35 21,-1 0,-17-8,22 13,0-1,1-1,0 1,-10-9,-11-9,5 6,1-1,-21-22,5 5,-34-27,22 27,42 29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2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0,'706'466'0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208 0,'0'85,"-1"-82,0 0,0-1,0 1,0 0,0 0,-3 4,-4 7,-17 51,23-58,-1 0,0-1,-1 1,0 0,0-1,-5 6,1 1,-15 7,13-12,-84 79,104-88,9-5,-15 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152 17,'14'-5,"-14"5,0 0,1 0,-1 0,0 0,0 0,1 0,-1-1,0 1,0 0,1 0,-1 0,0 0,0-1,0 1,1 0,-1 0,0-1,0 1,0 0,0 0,0-1,1 1,-1 0,0-1,0 1,0 0,0-1,0 1,0 0,0 0,0-1,0 1,0 0,0-1,0 1,0 0,0-1,0 1,0 0,0 0,-1-1,1 1,0 0,0-1,0 1,0 0,-1 0,1-1,0 1,-1 0,1 0,-1 0,1 0,-1 1,0-1,1 0,0 0,-1 0,1 1,-1-1,1 0,-1 0,1 1,-1-1,1 1,0-1,-1 0,1 1,0-1,-1 1,1-1,0 1,-1-1,1 2,-11 14,11-16,-7 10,0 0,-11 11,-14 18,27-32,0 0,-1-1,-7 8,-12 14,1 4,20-27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0,'-1'5,"0"-1,0 0,0 1,-1-1,0 0,1 0,-1 0,-1-1,1 1,0 0,-1-1,-5 6,-14 23,19-25,0 0,-1 0,0-1,0 0,-1 0,0 0,0-1,0 1,0-1,-12 8,11-7,0 0,0 1,0 0,1 0,-6 10,-8 10,-40 36,45-37,12-22,0 0,0 0,-1 0,1 0,-1 0,-4 4,5-6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1058 645,'0'10,"0"0,0 0,1 0,0 0,0 0,1-1,4 13,-5-20,-1-1,1 1,0-1,-1 0,1 1,0-1,0 0,0 0,0 1,0-1,0 0,0 0,1 1,-1-2,-1 0,1 0,-1 0,1 0,-1 0,1 1,-1-1,1 0,-1 0,1-1,-1 1,1 0,-1 0,1 0,-1 0,1 0,-1 0,1-1,-1 1,1 0,-1-1,1 1,-1 0,1-1,-1 1,0 0,1-1,-1 1,0-1,1 1,-1-1,0 1,0-1,1 1,-1-1,0 1,0-1,0 1,0-1,0 1,1-2,5-14,1 0,11-20,-15 28,-5 8,-8 10,8-8,-1 3,0 0,0-1,-1 0,-6 6,8-8,0-1,0 0,0 0,0 0,0 0,0 0,0-1,0 1,-1-1,1 1,0-1,0 0,-4 0,1-1,0 0,-1-1,1 1,0-1,0 0,1-1,-1 1,0-1,1 0,-1-1,1 1,-7-8,-21-14,-49-18,46 21,10 5,19 13,0-1,0 0,1 0,-1 0,-4-7,5 6,1 1,-1 0,0 0,0 1,-1 0,1 0,-7-4,-26-11,9 0,-36-30,39 27,-44-25,67 45,-139-74,73 34,31 18,23 14,1 0,0-2,-21-21,22 19,-1 2,0 0,-1 0,-22-12,-40-26,72 46,4 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177 124,'-7'-7,"-1"0,-16-10,16 12,0-1,0 0,-11-11,15 13,-1-1,0 2,0-1,-1 1,1-1,-1 2,-7-4,7 3,-1 0,1 0,0-1,0 1,-6-6,10 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339 214,'-25'-17,"19"12,-1 1,1-1,-12-11,3-1,2 2,0 1,-20-16,23 24,0 1,0 0,-1 1,1 0,-1 1,0 0,-12-1,-7-3,15 4,13 3,0 0,0 0,-1-1,1 1,0-1,0 0,0 0,0 0,0 0,0 0,1 0,-1 0,0-1,0 1,1-1,-3-2,-22-25,62 57,-15-13,29 26,-43-35,0 0,0-1,1 0,-1-1,1 1,0-2,0 1,1-1,9 2,27 11,-31-9,-11-6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731 479,'-8'0,"3"0,0 0,0 0,0 0,-8-3,11 3,0-1,0 0,0 0,0-1,0 1,1 0,-1-1,0 1,0-1,1 1,-1-1,1 0,-2-3,-7-7,1 0,-1 1,-1 0,-16-14,-60-37,32 21,28 18,22 18,0 0,-1 0,0 0,0 1,0 0,-8-4,-19-3,21 7,0 0,1 0,0-1,0 0,0-1,-18-14,-23-19,40 30,-38-30,29 25,-46-20,49 22,-3-1,21 12,-1 1,1 0,0 0,0 0,-1 0,1 0,0 0,0 0,0 0,-1 0,1 0,0 0,0 0,-1 0,1 0,0 0,0 0,-1 0,1 0,0 0,0 0,-1 0,1 1,0-1,0 0,0 0,-1 0,1 0,0 1,0-1,0 0,0 0,0 0,-1 1,1-1,0 0,0 0,0 1,0-1,0 0,0 0,0 1,0-1,0 0,0 0,0 1,0-1,0 0,0 0,0 1,0-1,0 0,0 1,0-1,0 0,0 0,0 1,0-1,0 0,0 0,1 0,-1 1,0-1,0 0,8 17,4-4,1 0,24 17,29 11,-56-34,-7-5,0 0,0 0,0 0,0 0,-1 1,4 2,11 13,2 0,0-1,1-2,24 15,-41-28,4 1,-1 0,0 0,1 0,0-1,12 2,-10-2,-1 0,1 0,11 6,4 4,-15-8,0 0,0 1,0 0,15 13,28 29,-41-37,0-1,0-1,1 0,1-1,14 7,-9-5,-15-7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1 131,'2'-3,"-1"-1,1 0,-1-1,0 1,0 0,-1 0,1 0,-1-1,0 1,0 0,0 0,0-1,-1 1,1 0,-3-8,-2-13,5 22,-1-20,1 22,1 1,-1 0,0 0,0-1,0 1,0 0,0 0,0-1,0 1,1 0,-1 0,0-1,0 1,0 0,0 0,1 0,-1 0,0-1,0 1,1 0,-1 0,0 0,0 0,1 0,-1 0,0 0,12 4,-6 0,-1 1,0 0,0 0,0 1,0-1,5 10,-7-10,1 0,0 1,0-1,0-1,1 1,0-1,-1 0,10 6,58 37,-34-16,9 6,76 36,-106-62,20 20,-21-18,24 16,32 20,17 16,-73-54,0 0,28 12,-1 1,37 22,84 45,-102-57,12 8,-8-2,-47-30,0 2,30 23,-44-31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3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85,'-6'-1,"0"-1,0 0,0 0,1-1,-1 1,-5-5,5 3,-32-18,18 10,-28-13,45 23,1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 1 0,'0'659'0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2,'0'0,"0"-1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4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0,'1239'743'0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1,'6'1,"-1"0,0 1,0 0,-1 0,1 1,0-1,-1 1,1 0,-1 0,5 6,13 6,97 58,-37-17,-36-23,-12-11,38 19,-18-6,100 48,-104-54,-24-14,43 26,-66-39,0 0,0 0,-1 0,1 1,-1-1,0 1,1-1,-1 1,0 0,0 0,2 6,-2-5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0,'3'1,"0"1,0 0,1-1,-1 1,0 0,0 1,-1-1,6 6,-1-2,23 20,-21-16,2-1,-1 0,1-1,1-1,17 10,0-4,75 34,-18-5,-78-39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2860 1891,'-8'-2,"0"0,0 0,0-1,1 0,-1 0,1-1,-1 0,1-1,-8-6,-61-44,62 45,0 0,1-1,0 0,0 0,1-1,0-1,1-1,-12-18,15 21,0 1,-1-1,0 2,-1-1,0 1,-12-8,-10-9,22 18,-1 1,1 1,-1 0,0 1,-22-8,1 1,-20-10,-54-33,84 42,13 9,1-1,0 0,-13-10,10 6,-1 0,-15-8,-14-9,16 7,-23-19,-10-5,-50-29,37 24,19 15,-38-24,66 42,-47-20,8 0,46 27,0 0,-27-20,17 10,-27-17,40 28,1-2,-17-14,-2-1,-43-27,2 2,2-1,50 34,14 10,0 1,0 1,-14-8,9 6,-23-15,-1-1,-26-17,-2-7,41 28,-32-19,-37-25,73 51,-69-41,62 37,19 12,1-1,0 1,0-1,-7-6,5 4,0 0,0 1,-10-6,9 7,0-2,-14-10,-35-22,-13-14,55 41,-21-12,-35-26,67 44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1,'1'4,"0"0,1 0,0 0,-1 0,1 0,1 0,-1 0,1 0,4 4,-1-2,0-1,0 0,1 0,0-1,-1 0,2 0,11 3,15 10,-22-10,0-1,0 0,24 8,-19-8,31 15,4 1,-46-19,0 1,0-1,0 1,0 1,7 5,17 13,79 50,-29-22,12 15,-81-58,17 20,3 2,26 19,-25-26,96 62,-113-76,-7-3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659 443,'-67'-47,"27"18,7 5,-21-13,-18-13,23 14,-68-50,54 37,-8 8,-9 4,73 33,1 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4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388 263,'-2'-1,"0"0,0 0,0 0,0 0,0-1,0 1,0 0,0-1,-2-3,-5-2,-80-67,88 73,-5-5,1 1,-1 0,0 1,0-1,0 1,0 0,-1 1,-8-3,7 2,-1 0,1 0,-1-1,1 0,-10-8,8 5,0 1,-15-7,-69-40,93 53,-2-3,10 5,13 3,2 7,0 0,40 28,-57-35,0 1,0 0,0 0,8 11,15 16,-16-21,-1 1,-1 0,10 14,-12-16,0 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4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2441 1562 0,'-2440'-1562'0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307 209,'-1'-4,"0"0,0 0,-1 1,1-1,-1 0,0 1,0 0,0-1,-1 1,-2-3,1 0,-5-6,-1 0,-1 1,0 0,0 1,-1 1,0 0,0 0,-1 1,0 1,-23-9,-83-27,107 39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5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0,'928'635'0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 3,'-4'0,"-3"0,-1-1,2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1,'1'2,"0"0,0 0,0 0,0 0,0 0,1 0,-1-1,1 1,-1 0,1-1,0 1,0-1,0 0,3 2,3 4,15 12,32 20,-1-1,6 2,-18-13,-15-13,-23-12,1 0,-1 1,1-1,-1 1,0 0,7 6,2 2,1 0,0-1,1-1,23 12,-14-9,19 16,-33-20,1-1,1 0,-1-1,18 8,-15-9,-1 1,24 14,-5-1,63 36,-54-29,48 21,-78-41,0 0,-1 1,18 14,-15-10,58 52,-38-32,-29-28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0,'0'4,"0"-1,0 1,-1-1,1 0,-1 1,0-1,1 0,-2 1,1-1,0 0,-3 6,-1-3,0 1,0-1,-9 9,11-12,-37 44,30-33,-2-1,1 0,-17 14,23-24,0 0,-1 0,-11 5,13-6,-1-1,1 2,-1-1,1 0,0 1,-6 5,15-8,4-3,-4-1,-1 0,0 0,0-1,0 1,-1-1,1 0,-1-1,0 1,0 0,3-9,13-23,-16 35,-1 0,1 1,0-1,-1 1,1-1,0 1,0 0,0 0,0 0,0 1,0-1,5 1,9-3,-17 3,0 0,0 0,0 0,0 0,0 0,1 0,-1 0,0 0,0 0,0 0,0 0,0 0,0 0,0 0,0 0,0 0,0 0,0 0,1 0,-1 0,0 0,0 0,0 0,0 0,0 0,0 0,0 0,0 0,0 0,0 1,0-1,0 0,0 0,0 0,0 0,0 0,0 0,0 0,0 0,0 0,0 0,0 1,0-1,0 0,0 0,0 0,0 0,0 0,0 0,0 0,0 0,0 0,0 0,0 1,0-1,0 0,-3 10,-11 19,8-17,-4 7,0-1,-25 33,27-44,10-16,10-17,6-4,2 0,1 2,35-38,-49 58,4-6,-9 12,-1 0,0 0,1 0,-1 0,1 0,0 0,-1 1,1-1,0 1,0-1,0 1,0 0,0 0,0 0,0 0,0 0,1 0,-1 1,0-1,0 1,1 0,-1 0,3 0,34 1,-39-1,0 0,0 0,0 0,0 0,0 0,0 0,0 0,0 0,0 0,1 0,-1 0,0 0,0 0,0 1,0-1,0 0,0 0,0 0,0 0,0 0,0 0,0 0,0 0,0 0,0 0,0 1,0-1,0 0,0 0,0 0,0 0,0 0,0 0,0 0,0 0,0 1,0-1,0 0,0 0,0 0,0 0,0 0,0 0,0 0,0 0,0 0,0 1,0-1,0 0,-5 7,-6 4,6-6,-1-1,0 0,0 0,0 0,0-1,0 0,-9 2,2 0,10-4,-5 2,0 1,0-1,-13 10,18-11,1 0,-1 0,1 0,0 1,0-1,0 1,0-1,0 1,0 0,1 0,-1 0,1 0,0 0,-1 5,0-3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77 42,'-2'0,"0"1,-1-1,1 1,0-1,0 1,0 0,0 0,0 0,0 0,0 0,0 1,0-1,-3 3,-22 27,11-12,14-15,9-6,9-7,-12 6,-1 0,1-1,-1 0,0 0,0 0,-1 0,4-7,-5 8,1-1,-1 1,1 0,0 0,0 1,0-1,0 0,0 1,0-1,1 1,-1 0,1 0,0 0,-1 0,1 1,0-1,0 1,3-2,-4 3,-1 0,0 0,0 0,0 1,0-1,0 0,0 0,0 1,0-1,0 1,0-1,0 1,0-1,0 1,0 0,0 0,-1-1,2 2,16 20,-9-11,-1-2,0-1,1 0,0-1,0 0,17 10,-16-10,0 0,0 1,-1 0,0 1,0 0,9 12,-6-7,24 23,24 10,72 41,-183-142,-19-8,4 3,44 30,19 25,0-1,0 1,0 0,0 0,0 1,-1-1,0 1,1 0,-7-4,-144-68,151 73,-23-13,25 14,1 1,-1-1,0 0,0 0,1 1,-1-1,0 0,1 0,-1 0,1 0,-1 0,1 1,-1-1,1 0,0 0,0-1,-1 1,1 0,0 0,0 0,0 0,0 0,0 0,0 0,0 0,0-2,1 3,-1-1,0 1,0-1,1 1,-1 0,0-1,1 1,-1 0,0-1,1 1,-1 0,0 0,1-1,-1 1,1 0,-1 0,0 0,1 0,-1-1,1 1,-1 0,1 0,-1 0,1 0,-1 0,0 0,1 0,-1 0,1 1,-1-1,1 0,-1 0,0 0,1 0,-1 1,1-1,-1 0,0 1,1-1,0 1,19 13,-16-11,76 60,-27-20,69 42,-32-21,-72-50,27 20,60 34,-18-19,-39-8,46 26,-73-52,39 21,-56-34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0,'3'1,"0"-1,1 1,-1-1,0 1,0 0,0 0,1 1,-1-1,0 1,-1 0,1 0,0 0,0 0,-1 0,3 4,5 4,-1 1,11 18,-12-17,-3-6,1 1,-1-1,1 0,0-1,0 0,8 5,44 25,-26-17,-7-3,131 73,-143-80,0 1,0 0,15 14,-13-10,22 14,-12-9,7 5,-9-11,89 43,-102-50,0 1,0-1,0 1,-1 1,15 14,50 39,-48-41,33 16,-1-1,-38-20,-1 2,30 30,-28-25,33 26,-14-13,-30-25,-1-1,2 0,-1 0,20 10,16 16,-25-23,20 16,-40-26,2 1,10 5,-10-9,-6-7,-2 1,1 1,-1-1,0 1,-1 1,1-1,-1 1,-9-8,-3 1,-29-20,23 20,-37-15,55 25,1-1,-1 0,1 0,-1 0,1 0,-8-10,-17-14,-49-19,124 87,-34-31,9 8,0-1,1-1,1-2,32 16,-15-12,24 8,-51-21,1 2,-2 0,1 0,0 2,-1-1,15 14,-19-15,23 16,55 28,-76-45,77 49,-7-4,12 5,-39-20,-37-27,-1 2,-1 0,1 0,15 17,10 7,95 70,-84-69,30 12,-37-22,-11-7,-12-6,29 10,-30-14,35 21,-24-8,28 19,-30-24,21 8,10 7,-54-29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8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1519 1058,'-2'-28,"1"27,1-1,-1 1,0-1,1 1,-1-1,0 1,0 0,0 0,0 0,0-1,-1 1,1 0,0 0,-2 0,-31-26,-10-6,-31-20,18 12,-3 9,-17-15,59 36,-7-3,-23-19,-8-6,7 5,-53-33,-20-13,98 63,-42-27,-7-3,-60-34,17-5,48 41,16 12,-81-57,92 57,16 12,22 19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5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18 60,'0'-1,"0"-1,0-1,0-1,-1-1,0 0,0-1,-1 1,1-1,-2 1,1-1,0 2,-1-1,2 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416 248,'4'1,"-1"1,1-1,-1 0,0 1,1 0,-1 0,0 0,0 0,3 3,5 3,-16-12,-9-9,-31-21,-12 3,36 19,-16-11,-64-30,65 37,-40-27,55 31,15 8,-3-1,1 0,-15-12,20 14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1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370 1,'-5'0,"2"0,-1 0,1 0,0 0,0 0,-1 1,-5 1,8-1,0 0,-1 0,1 0,0 0,0-1,0 2,0-1,0 0,0 0,1 0,-1 0,0 1,0-1,1 0,-1 1,1-1,-1 0,1 1,-1 2,-2 3,0 1,0-2,-1 1,0 0,0-1,0 0,-1 0,0 0,-10 9,-7 9,8-7,7-7,0-1,-1 0,0 0,-1 0,0-1,0-1,0 0,-21 11,21-12,0-1,-1 2,2 0,-1 0,-9 11,-11 8,21-19,0 1,1 0,-11 15,15-19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432 0,'-20'28,"18"-25,0 1,0-1,-1 0,1 0,-1 0,0 0,1 0,-1-1,0 1,0-1,-7 4,-2 2,-1 0,1 1,1 0,0 1,0 1,-13 16,21-24,1 1,0-1,0 1,0 0,-2 5,-8 14,-16 12,22-28,0-1,0 1,1 0,0 1,0 0,1 0,0 0,-4 10,7-13,-1-1,0 1,0-1,0 0,-1 0,1 0,-1 0,0-1,0 1,0-1,-4 4,7-7,-1 0,0 0,1 0,-1 0,1 0,-1 0,1 0,-1 0,1 0,-1 0,0 0,1 0,-1 0,1 0,-1 0,1-1,-1 1,1 0,-1 0,1-1,-1 1,1-1,0 1,-1 0,1-1,-1 1,1-1,-16-18,8 9,1 3,-1 1,-16-9,-10-9,5 2,26 20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93 0,'-3'0,"1"1,0 0,0-1,-1 1,1 0,0 0,0 0,0 1,0-1,-4 4,-19 18,22-20,-31 39,32-39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4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204 129,'-1'-2,"-1"1,1 0,0-1,0 1,-1 0,1 0,0 0,-1 0,1 0,-1 0,0 0,1 1,-3-1,0-2,-94-65,83 57,11 8,-1 0,0 1,0-1,-7-1,-18-10,26 11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5:03.66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840 578 0,'-840'-577'0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5:03.66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24 87,'-3'-4,"0"-1,1 0,-1 0,1 0,0 0,1 0,-1 0,1-1,0 1,0-1,0-10,0 7,0 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0,'234'5,"102"-1,-266-4,71 0,44 9,-89-2,57 0,132-7,-280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0,'5'1,"1"0,0 1,0 0,-1 0,1 0,7 5,-7-5,-1 0,1 0,-1 0,1-1,-1 0,1 0,0 0,8 0,43-3,-45 1,34-2,102-3,-81 5,70 2,-109 1,-1 0,1 2,26 7,-30-5,1-2,0 0,29 0,78-4,-60-1,81-8,-39 0,247 4,-274 6,-80-1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0,'440'0,"-273"5,460-5,-504 5,261-1,-378-4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18,'209'-5,"10"4,-112 2,-33-1,234-7,-291 5,-1 0,0 1,0 0,1 1,19 3,-32-2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19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5,'6'1,"0"0,1 0,-1 0,0 1,7 3,8 1,10 1,0-2,63 4,65-9,-67-2,29 7,-52 1,-29-2,41 0,-89-5,-1 0,1 0,-11-4,-12-2,-179-10,-1 16,110 2,91-2,14-2,17 0,29-1,85 6,-32 14,82-13,-106-4,95-4,-82 5,-86-2,-12-1,-12-2,-54-5,-137-2,137 14,-132-3,335 13,28 1,289 2,-416-15,165 8,-184-7,103 9,-112-10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2,'306'12,"-167"-2,-38-4,107 2,-166-8,-46-3,0 0,0 1,0-1,-8-3,-1 2,0 0,0 0,0 1,0 1,-22-1,-69 3,46 1,-258-1,308 1,5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5,'62'-4,"173"4,-229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46,'32'-6,"0"2,1 1,-1 2,41 2,-16 0,1232-1,-1273 1,0 1,0 0,16 5,-14-3,35 3,-3-2,-31-2,27 0,1374-4,-1418 1,1 0,-1 0,1-1,-1 1,0-1,1 1,-1-1,0 0,1 0,-1 0,0 0,0 0,4-3,-5 4,-1-1,0 1,1 0,-1-1,0 1,1-1,-1 1,0 0,1-1,-1 1,0-1,0 1,0-1,0 1,1-1,-1 1,0-1,0 1,0-1,0 1,0-1,0 1,0-1,-1 0,1 0,-1 0,0 0,1 0,-1 0,0 0,0 0,0 0,0 0,0 0,0 1,0-1,0 0,0 1,0-1,-1 0,-7-4,-1 1,1 0,-1 1,0 0,0 0,0 1,0 0,0 1,0 0,-1 1,-10 0,-72 6,-15 0,-899-7,540 2,450 0,-1 0,-30 8,30-5,0-1,-25 1,33-4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0,'684'0,"-609"6,-3-1,2 1,4-1,1 1,-1-1,583-6,-644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1,'0'36,"1"-15,-1 0,-1 0,-7 37,5-37,0 1,2-1,0 1,3 22,0 7,-2-32,2 1,0-1,1 0,7 24,-7-27,0-1,0 28,1 4,-1-12,-3 57,2 18,3-81,1 10,-6 231,-5-233,1-20,2-8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1,'-3'12,"-10"34,2 0,3 0,-4 71,12-60,1 95,5-113,-4-25,2 24,1 29,1 7,-5-10,-2 56,-5-81,3-23,0 28,1-1,-9 48,0-6,2-22,8-53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23,'247'-4,"84"9,284 0,-376-6,-67-4,-70 5,107 1,-146 3,27 1,72-1,-27-3,144-2,-130-8,92 4,-173 5,25 7,-8 0,124-2,-424-16,193 10,-63-2,-162 14,192-3,34-4,-38 2,16-6,-127-1,41-14,56 5,26 5,18 2,-46-8,59 8,0 1,-1 0,-29 2,-6-1,42 0,6 0,0 1,0-1,0 1,0 0,-7 2,39 3,87 3,114-7,-105-3,-5 2,-112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1909 55,'-9'0,"1"-1,-1-1,-11-2,12 2,-1 0,0 1,-12-1,-58-2,-32-7,-40-1,-46 8,-21-1,98 2,-68 2,180 2,-1 1,1 0,0 0,0 1,0 0,0 0,0 0,-9 7,8-5,0 0,-1 0,1-1,-1-1,-12 4,-28 0,0-2,0-1,-86-6,77-2,-35-1,-4-4,90 9,0 0,0 0,-1-1,1 1,-14-4,45-2,369-3,-251 11,-79-4,85-12,-69 6,1 4,97 5,-161 0,-1 1,1 1,22 7,-23-6,0-1,0 0,28 3,201-6,-119-1,-120 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0,'-9'153,"8"-132,0-1,5 37,-2-35,7 49,-4-34,0 40,-5 18,0-95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0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44 0,'-1'2,"-1"-1,1 0,0 1,0-1,0 1,0-1,1 1,-1-1,0 1,0 3,-1-2,-3 11,0-1,1 1,1 0,-3 23,1 60,3-31,1-43,2 1,0-1,10 46,-9-58,-2-5,0-13,0-132,0 136,0 1,1-1,-1 1,1-1,-1 1,1 0,0-1,0 1,0 0,0 0,1-1,-1 1,0 0,1 0,0 0,-1 1,1-1,0 0,3-2,-5 4,0 0,1 0,-1 0,0 0,0 0,0 0,0 0,0 0,0 0,0 0,0 0,1 0,-1 0,0 0,0 0,0 0,0 0,0 0,0 0,0 0,1 0,-1 0,0 0,0 0,0 0,0 0,0 1,0-1,0 0,0 0,0 0,1 0,-1 0,0 0,0 0,0 0,0 0,0 0,0 1,0-1,0 0,0 0,0 0,0 0,0 0,0 0,0 1,0 7,-3 8,0 0,0-1,1 1,1-1,1 1,0 0,1-1,4 21,2 20,-2 0,-5 86,-1-57,-9 59,10-139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6:31.21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0,'3675'27'0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2075 0,'1'33,"-2"34,1-66,0 0,0 0,-1-1,1 1,0 0,0 0,-1-1,1 1,0 0,-1 0,1-1,-1 1,1 0,-1-1,1 1,-1 0,1-1,-1 1,0-1,1 1,-1-1,0 1,0-1,1 1,-1-1,-1 1,-25 2,1 0,-40 24,39-15,-35 12,46-21,-1 0,0 0,1-2,-22 1,-1-1,5 3,-13 1,21-5,1-1,-1-1,-31-6,32 4,-32-2,5 1,27 3,-37 1,38 1,-45-4,30 0,-1 2,-49 3,21 0,-82 8,-178-9,227 10,-49-1,-55-9,194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0,'1'2,"3"0,2 1,0 2,1 2,0 2,0 2,-2 0,0 0,-1-1,-1-1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20,'-1'-1,"1"0,0 1,-1-1,1 0,-1 0,1 1,-1-1,1 0,-1 1,1-1,-1 1,0-1,1 1,-1-1,0 1,0-1,1 1,-1-1,0 1,0 0,0 0,1-1,-1 1,-2 0,-21-5,-132 3,85 3,62-1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1,'0'876,"0"-870,1 0,-1-1,5 12,-4-10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 0,'0'1,"-1"-1,1 0,0 0,-1 0,1 0,-1 1,1-1,0 0,-1 1,1-1,0 0,-1 0,1 1,0-1,0 1,-1-1,1 0,0 1,0-1,0 0,0 1,-1-1,1 1,0-1,0 1,-3 15,2-11,-4 32,1 1,2-1,4 47,-1-15,1-42,0 0,10 40,-2-19,-2 23,-3 0,-4 73,-2-68,1-68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1,'-1'57,"2"61,4-76,-3-21,1 22,-3 227,0-261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1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19,'2680'0,"-2663"1,23 4,-7-1,-2 0,-6-2,27 1,557-3,-439-10,525 11,-505 8,8 0,-49 0,321-9,-448-1,39-7,-4 0,88-9,-74 8,113-3,53 12,73 1,-156 8,-21 4,-104-10,-18-2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2,'87'0,"25"-1,155 17,-221-12,83-4,-58-1,662 1,-633 10,27-6,37 0,-136-4,14 0,62 6,9 4,-6-7,-68-3,43 5,-23-1,91-3,-66-3,266 2,-337 0,28-5,-31 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6:31.22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0,'3954'109'0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6:31.22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0,'2864'44'0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14,'330'0,"-304"1,30 5,-31-2,33-1,1216-3,-1255-1,30-5,-30 3,28-1,75-3,2 0,411 7,-448 8,-38-9,68 2,-35 8,-74-7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0,'-1'12,"2"0,0 0,1 0,0 0,4 13,-1-5,0 0,-2 0,2 37,2 7,-4-39,1 30,3 24,-7 34,0-108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0,'0'1,"1"-1,-1 1,1-1,0 1,-1 0,1-1,-1 1,1-1,-1 1,1 0,-1-1,0 1,1 0,-1 0,0-1,0 1,0 0,1 1,3 15,-2 17,-2-29,0 1,0 0,0-1,1 1,0 0,1-1,2 9,2 1,0-1,-2 1,0 0,0 0,1 29,-4 80,-3-61,1-1,2 66,3-104,-1 20,-2-34,0 0,1-1,0 1,4 12,-3-10,0 0,2 13,1 110,-5-117,-1-10,0 1,-2 16,0-18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 0,'-8'47,"8"-14,1 1,-7 43,3-42,3 66,2-40,-2-52,0 21,-6 47,3-48,2 0,2 35,0-10,-1 7,0-55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0,'10'301,"-5"-225,7 50,-5-88,-2 1,0 43,-5-73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 0,'0'6,"-1"2,-1 0,0 2,1 0,0-1,-1 0,0-1,0 3,-1 1,0-1,2 0,-1-3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2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0,'0'9,"-1"-1,1 0,0 1,1-1,0 0,1 0,3 11,-5-18,1 0,0 0,0 0,-1 0,1 0,0 0,0 0,0-1,0 1,0 0,0-1,0 1,0-1,0 1,0-1,0 1,1-1,-1 0,0 1,0-1,0 0,1 0,1 0,35-1,-23 0,303 1,-210 7,376-7,-466 2,-14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0,'6'0,"54"0,101 12,-99-4,89 0,-5-2,-37-1,-73-3,89 6,-25 1,48 2,-92-6,-48-4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6:31.23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0,'1783'0'0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48,'328'-7,"-302"6,46-8,-7 0,63 1,-36 1,253 0,355 7,-606 7,98 0,-182-7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0,'39'7,"583"0,-602-7,-12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2,'88'-1,"95"2,-54 9,76 1,1041-11,-1173 6,2 0,-30-6,60 7,-70-4,-24-3,0 1,15 2,-16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18,'177'-7,"18"4,-27-1,-164 4,38 0,54 6,-73-3,26 4,64 1,34-5,72-12,-174 6,55 4,-33 0,237-8,156 7,-326-7,19 1,-127 6,14-1,88 2,-43 2,-82-3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24,'223'-5,"-167"4,8-4,12 0,159-2,96 7,-328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26:31.23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0,'664'0'0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199 355,'0'-36,"1"9,-1 0,-1 0,-9-43,8 66,0 1,1-1,-2 1,1-1,0 1,-1 0,1 0,-7-5,-11-16,11-1,8 20,0 1,-1 0,0 0,1 0,-4-4,5 7,-1 0,0 0,0 0,0 0,0 0,0 0,0 0,0 1,0-1,0 0,0 1,0-1,0 1,-1-1,1 1,0 0,0-1,-1 1,1 0,0 0,0 0,-3 0,2-1,0 1,0 0,-1 0,1 1,0-1,0 0,0 1,-1-1,1 1,0 0,0 0,0 0,-2 1,2 0,0-1,0 1,1 0,-1 0,1 0,0 0,0 0,0 0,0 0,0 1,-1 2,1-1,-1 0,1-1,-1 1,0-1,0 0,0 0,-1 0,-4 6,7-9,-1-1,1 1,-1 0,1 0,-1 0,1 0,-1 0,1 0,-1-1,1 1,-1 0,1 0,-1-1,1 1,0 0,-1-1,1 1,0 0,-1-1,1 1,0 0,-1-1,1 1,0-1,0 1,-1-1,1 1,0-1,-7-16,6 15,0-1,0 0,0 0,1 0,-1-1,1 1,-1 0,1-1,0 1,1 0,0-6,1 1,1 1,0 0,5-10,-6 14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3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19,'30'-5,"0"1,0 2,1 1,40 3,82 4,7-5,169-2,63 4,-318 0,305 1,-305-12,-48 4,37-1,54-2,-26 6,65 2,-9 3,204 6,-193-1,39-1,62-4,-122 4,-1 1,-7-6,-125-3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24,'9'-3,"0"1,0 0,-1 0,2 0,-1 1,0 1,11-1,2 0,267-3,-170 5,-27-7,-40 6,112 5,79 10,-45-5,-38-3,85-7,-241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25,'11'2,"0"0,0 0,-1-2,1 1,0-1,13-2,10 1,-29 1,24-2,-29 2,1 0,-1 0,0 0,1 0,-1 0,1 0,-1 0,1-1,-1 1,1 0,-1 0,1-1,-1 1,0 0,1 0,-1-1,0 1,1 0,-1-1,0 1,1-1,-1 1,0 0,0-1,0 1,1-1,-1 1,0-1,0 1,0-1,0 1,0 0,0-1,0 1,0-1,0 1,0-1,0 1,0-1,0 1,0-1,0 1,-1 0,1-1,0 1,0-1,-1 0,0 0,1 1,-1-1,0 0,0 0,0 1,1-1,-1 1,0-1,0 0,0 1,0 0,0-1,0 1,0 0,0-1,0 1,-1 0,1 0,0 0,-1 0,-28 0,19 1,8-1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0,'-7'131,"7"-3,11-11,-8 10,-3-122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76 0,'-2'1,"1"1,-1 0,1-1,-1 1,1 0,0 0,-1 0,1-1,0 1,0 0,0 3,-1-2,-4 11,0 1,1-1,1 1,-2 16,-7 63,9-51,-10 295,17-278,-2-55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1,'18'227,"-18"-213,-1 0,0 0,-1 0,-1 0,0-1,-7 19,4-15,1 1,-3 28,6-29,1-1,0 1,1 0,5 30,0-15,-2 1,-2 62,-11-21,4-39,-19 101,22-122,-7 25,-2 5,-24 108,33-135,3-14,-1 1,1-1,-1 0,0 1,0-1,0 0,-3 5,2-6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45,'0'14,"0"-14,0-7,0-1,1 0,0 0,0 0,3-12,4 40,12 149,-17-146,-1 28,-1 1,-3 0,-2 0,-19 81,18-79,2-157,-1-63,4 163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19 0,'-4'112,"1"94,-5-81,12 11,-4-124,0 130,-7 23,7-162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25 150,'-1'-14,"-4"-23,0 3,-8-27,12 58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832 0,'-4'1,"1"0,-1-1,1 1,-1-1,-6 0,9 0,-76-2,-19 1,61 6,26-3,-1-1,-17 1,22-2,-59-1,0 2,-91 13,133-11,1-2,-40-1,21-1,16 1,-46-7,49 3,19 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4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408 49,'-94'-6,"22"-1,18 1,-57-13,40 9,65 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2266 4,'-125'-1,"-126"2,-44 6,187-4,84-3,-268-3,202-1,-151-2,-8 12,132-6,-18 0,-145 4,224-4,53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2803 41,'-78'1,"-77"-2,-363-6,392 7,-10-3,-93-1,77 1,-262-1,288 4,42-3,-141-4,5 1,-116 2,332 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1689 36,'-20'-5,"0"1,-1 0,1 2,-31-1,29 2,-99-3,-72-5,22 6,-101 2,101 15,-75-2,200-11,-150 0,99-2,80-1,13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3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1656 5,'-519'0,"387"11,101-8,-3 2,0-3,-53-1,-71-19,62 13,-47 1,-204 4,277 10,66-10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10,'109'-6,"43"12,-78-2,289-1,-303-8,18 0,116 4,159 2,-230 7,23 1,57-2,-21-1,191 1,-297-4,126-1,-178-2,-14 0,-1 0,0 0,0-1,17-4,2-5,9-3,-31 12,17-6,-58 5,-150 6,-38-11,-45 4,-310-1,445 8,-125 2,252-6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5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30,'3'-1,"0"0,0 0,0 1,0-1,0 1,1-1,-1 1,0 0,0 0,0 0,0 0,4 1,4 0,128-5,-58-1,21 0,-87 5,25-5,0 0,0 3,-1 1,1 2,-1 2,70 12,-58-2,-25-7,1 0,-1-1,30 0,-17-3,194 0,-211-5,-18 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1,'2'0,"0"-1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7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0,'1'1,"-1"-1,0 1,0 0,1-1,-1 1,0 0,1-1,-1 1,0-1,1 1,-1-1,1 1,-1-1,1 1,-1-1,1 1,0-1,-1 0,1 1,-1-1,1 0,0 1,-1-1,1 0,0 0,1 1,22 3,-18-3,55 6,99-1,-90-7,90 3,-32 2,-53-3,120 3,-22-10,-86 1,0 2,-82 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0,'4'5,"-1"-1,1 0,-1 1,0 0,0-1,-1 1,0 0,0 1,2 4,-1-1,29 71,-30-73,0-1,-1 0,0 0,0 1,0 10,-1-11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59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60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0,'0'13,"2"-1,0 1,5 17,3 13,-3 44,-4-60,2 47,-4 7,-3 66,-5-82,2-28,-11 41,9-50,1 0,2 0,-1 39,1-14,0-21,-2 33,-1 50,5-93,0 0,-8 31,2-8,8-44,0-1,0 0,0 0,0 0,0 1,0-1,0 0,0 0,0 0,0 1,0-1,0 0,-1 0,1 0,0 0,0 1,0-1,0 0,0 0,0 0,0 0,0 1,-1-1,1 0,0 0,0 0,0 0,0 0,0 0,-1 1,1-1,0 0,0 0,-1 0,-3-6,-6-19,7 17,0-4,0 1,1-1,0 0,1 0,1-1,0 1,2-15,-1-10,-1 0,-6-158,-1 137,-2-16,2-21,7 0,0 89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61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6:26:31.26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1095,'1'-70,"-2"-71,-2 116,-1-44,-3-54,6 35,2-73,5 95,2-68,-9 100,0 17,1-1,1 0,0 1,8-32,-5 22,-3 21,-1 1,1 0,0 0,1 0,2-7,-4 12,0 0,1 0,-1 0,0 0,1 1,-1-1,0 0,1 0,-1 0,0 0,0 0,1 1,-1-1,0 0,0 0,0 0,1 1,-1-1,0 0,0 0,0 0,1 1,-1-1,0 0,0 1,0-1,0 0,0 0,0 1,0-1,0 0,0 1,0-1,0 0,5 13,8 88,-10-88,-1-1,-1 1,0 0,-2 22,-11 52,2-21,-6 85,9-39,7-104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1,'5'2,"-1"1,1 0,0-1,0 0,0 0,8 2,1 0,13 7,1 0,45 11,-69-21,38 11,-39-11,1 0,-1 0,0 1,0-1,0 1,0 0,0 0,-1 0,1 0,3 3,-5-2,0-1,-1 0,1 0,0 0,-1 0,0 1,1-1,-1 0,0 0,0 1,0-1,-1 0,1 0,-1 0,1 1,-1-1,0 0,1 0,-1 0,0 0,-1 0,1 0,0 0,-1 0,1-1,-1 1,1 0,-1-1,0 1,-2 1,0-2,0 0,0 0,0 0,0 0,0-1,0 1,0-1,0 0,0 0,0 0,0-1,-6-1,-5-2,1 0,-16-7,-15-5,19 12,22 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1,'2'0,"0"0,1 0,-1 1,0 0,0-1,0 1,0 0,0 0,0 0,0 0,0 0,3 2,20 19,-18-16,4 6,-1 1,0 0,-1 0,0 1,-1 0,10 26,-2-5,31 46,-36-62,-6-11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0,'5'3,"0"0,0 0,-1 1,1-1,-1 1,0 0,5 5,23 35,-20-27,9 15,8 11,-26-39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06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1 245 0,'33'-22'0,"78"-201"0,-226 365 0,86-39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75 98,'-3'0,"0"0,0 1,0-1,0 1,1 0,-1 0,0 0,0 0,1 0,-1 0,-4 4,4-3,1 0,-1-1,0 1,0-1,0 0,0 0,0 0,-6 1,9-2,0 1,0-1,-1 0,1 0,0 0,0 0,0 0,0 0,0 0,-1 0,1 0,0 0,0 0,0 0,0 0,-1 0,1-1,0 1,0 0,0 0,0 0,0 0,0 0,-1 0,1 0,0 0,0 0,0 0,0-1,0 1,0 0,0 0,0 0,-1 0,1 0,0 0,0-1,0 1,0 0,0 0,0 0,0 0,0 0,0-1,0 1,0 0,0 0,4-11,11-10,-14 20,23-37,-17 24,5-19,-11 31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0,'17'25,"-13"-20,-1 0,1 0,-1 0,4 10,27 64,-24-43,-8-23,10 23,-7-16,-4-17,-1 0,1 1,0-1,0 0,0 0,1 0,2 4,-11-42,2 20,1 7,1 1,1 0,0-1,0 0,1 1,0-1,0 0,1 0,0 0,1-10,-1 18,0 0,0-1,0 1,0-1,0 1,1 0,-1-1,0 1,0 0,0-1,1 1,-1 0,0-1,0 1,1 0,-1 0,0-1,1 1,-1 0,0 0,1-1,-1 1,0 0,1 0,-1 0,0 0,1 0,-1-1,1 1,-1 0,0 0,1 0,-1 0,1 0,-1 0,0 0,1 0,-1 0,1 0,-1 1,0-1,1 0,-1 0,1 0,-1 0,0 1,1-1,-1 0,0 0,1 0,-1 1,0-1,0 0,1 1,-1-1,23 22,-15-15,-1 0,0 1,-1-1,1 1,-2 0,1 1,-1-1,0 1,-1 0,0 0,-1 1,0-1,0 0,-1 1,-1 0,1 11,1-6,0 0,2 0,-1 0,2 0,0-1,1 0,1-1,9 14,4 8,78 98,-97-130,0-4,-3-9,-5-14,-1 5,-1 1,-1 0,0 0,-2 1,0 0,-20-24,-20-9,29 30,18 17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69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 0,'-1'7,"0"-1,-1 0,1 1,-1-1,-1 0,1 0,-1 0,0 0,0-1,-7 9,3-5,2 1,-7 13,10-19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0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0,'0'0,"-1"0,2 0,1 0,3 0,0 0,1 0,2 0,0 0,0 0,-2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0 220,'23'2,"-19"-1,1 0,-1-1,0 0,0 1,0-2,0 1,6-1,-9 1,-1-1,1 1,-1-1,1 1,-1-1,1 1,-1-1,1 1,-1-1,0 1,1-1,-1 1,0-1,0 0,1 1,-1-1,0 1,0-1,0 0,0 1,0-1,0 0,0 1,0-2,-1-20,0 14,1 4,0-1,0 0,0 0,2-9,-1 13,0-1,-1 0,1 1,0-1,0 0,0 1,0 0,1-1,-1 1,0-1,1 1,-1 0,1 0,-1 0,1 0,1-1,3-1,-1-1,0 0,0 0,0 0,-1-1,1 0,-1 1,4-7,24-45,-23 40,-7 11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2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41,'0'-1,"0"1,-1 0,1 0,0-1,0 1,-1 0,1 0,0-1,0 1,0 0,-1-1,1 1,0 0,0-1,0 1,0-1,0 1,0 0,0-1,0 1,0 0,0-1,0 1,0-1,0 1,0-1,2-13,-2 12,0 1,0 0,0 1,0-1,0 0,0 0,0 0,0 1,0-1,0 0,0 0,-1 0,1 1,0-1,-1-1,1 2,-1 0,1 0,0-1,0 1,0 0,0 0,-1 0,1 0,0 0,0 0,0 0,-1 0,1-1,0 1,0 0,0 0,-1 0,1 0,0 0,0 0,-1 0,1 0,0 0,0 0,0 1,-1-1,1 0,0 0,0 0,0 0,-1 0,1 0,0 0,-1 1,0 0,1-1,-1 1,0 0,1-1,-1 1,1 0,-1 0,1 0,-1-1,1 1,-1 0,1 0,0 0,0 0,0 0,-1 0,1 0,0 0,0 0,0-1,0 1,1 0,-1 1,2 5,1 0,-1-1,1 0,8 12,-7-13,-1 0,0 0,0 0,0 1,-1-1,0 1,0 0,1 6,-2-9,0 0,0 0,0-1,0 1,0-1,0 1,1-1,0 1,-1-1,1 0,4 4,26 17,-3-3,-27-18,0 0,-1 1,1-1,0 1,-1-1,0 1,1 0,-1-1,0 1,0 3,6 30,0 23,-1 110,-8-160,1-1,-1 0,0 1,-1-1,0 0,-7 12,7-13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3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259 432,'-36'-75,"14"34,-16-37,31 61,-1-1,-1 1,-1 1,-1 0,0 0,-1 1,-20-19,24 26,2 2,0 0,0 0,1-1,-1 1,1-1,1 0,0-1,0 1,-4-11,7 15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0,'16'36,"1"-1,39 61,10 17,-60-104,-7-20,0 1,-1-9,-1-8,1 1,2 0,0-1,7-36,-7 62,0 0,0 0,0 1,0-1,0 0,1 0,-1 1,0-1,1 0,-1 0,0 1,1-1,-1 0,1 1,0-1,-1 1,1-1,-1 1,1-1,1 0,-2 1,1 0,-1 0,1 0,0 0,-1 0,1 0,0 0,-1 0,1 0,-1 0,1 0,0 1,-1-1,1 0,-1 0,1 1,-1-1,1 0,-1 1,1-1,0 1,4 4,0 0,-1 0,8 10,-8-9,118 183,-118-183,-1-6,-3-13,-7-20,4 20,-3-16,-14-39,13 92,-31 122,31-124,24-42,17-26,33-46,-131 134,53-36,8-3,-1 0,0 0,0-1,0 0,0 0,-1 0,1 0,-1 0,1-1,-1 0,1 0,-1 0,-9 0,13-1,0 1,1-1,-1 0,0 0,0 1,1-1,-1 0,0 1,1-1,-1 0,0 1,1-1,-1 1,0-1,1 1,-1 0,1-1,-1 1,1-1,0 1,-1 0,1-1,-1 2,-8 23,2-8,6-15,-1 1,1 0,0 0,0-1,0 1,0 0,1 0,-1 0,1 0,0 0,0 0,0 0,1 4,0-1,1-1,0 1,0-1,0 1,7 9,-8-11,0-1,0 1,0 0,0 0,-1-1,0 1,0 0,0 0,0 0,-1 0,0-1,0 1,0 0,-2 5,-3 16,2-12,4-13,0 0,0 0,0 1,0-1,-1 0,1 0,0 0,0 1,0-1,-1 0,1 0,0 0,0 0,-1 0,1 0,0 0,0 1,-1-1,1 0,0 0,-1 0,1 0,0 0,0 0,-1 0,0-1,-1 1,1-1,0 0,0 1,0-1,0 0,0 0,0 1,0-1,1 0,-1 0,0 0,0 0,1 0,-1 0,0-2,-9-21,9 23,1 0,-1 1,1-1,0 0,0 0,-1 1,1-1,0 0,0 0,0 0,0 1,0-1,0 0,0 0,0 0,0 0,1 1,-1-1,0 0,0 0,1 1,-1-1,1 0,-1 0,1 1,-1-1,2-1,-2 2,1 0,0 0,0 0,-1 0,1 0,0 0,0 1,-1-1,1 0,0 0,-1 0,1 1,0-1,-1 0,1 1,0-1,-1 0,1 1,-1-1,1 1,-1-1,1 1,-1-1,1 1,-1 0,0-1,1 1,-1-1,0 1,1 0,-1-1,0 1,1 1,8 23,11 39,-19-60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5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0,'2'1,"0"0,-1 0,1 0,0 0,0-1,0 1,0 0,0-1,0 0,0 0,0 1,3-1,-2 0,28 4,0-2,0 0,48-4,-74 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6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0,'8'10,"1"-1,0 0,1-1,19 14,47 23,-65-39,34 14,-25-12,-8-3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86,'42'-8,"77"-5,-101 11,138-14,-150 16,0-2,0 1,0-1,-1 1,8-5,-6 4,0-1,-1 1,13-2,37-2,-36 5,0-1,0-1,26-7,-42 9,-2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0,'3'2,"1"0,-1-1,1 0,0 0,-1 0,1 0,0-1,0 1,0-1,-1 0,6 0,-2 0,239 2,-133-3,-95 1,-1-1,29-4,-38 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79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0,'10'2,"6"0,4 0,-2 0,-2-1,-4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0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0,'1'5,"0"-1,1 1,-1-1,1 0,0 0,0 1,0-1,5 7,6 10,-5-5,17 23,-15-24,14 28,28 75,-28-47,-23-66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0,'9'7,"-1"0,1 0,1-1,18 10,8 5,-24-12,0 0,-1 1,0 1,16 20,7 6,-28-31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2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0,'5'7,"13"22,35 42,-48-65,0 0,-1 0,0 1,0-1,0 1,-1 0,0-1,-1 2,1-1,0 8,1-4,-3-9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3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1,'117'3,"-100"-3,-14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3,'1'0,"0"-1,5 0,1 1,0-1,0 1,-1 2,-1 1,-2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5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98 0,'-1'30,"-1"0,-2-1,-9 30,-29 85,9-63,30-74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678 32,'-18'31,"1"1,1 0,2 1,2 1,-15 63,20-75,-1 0,-18 36,5-14,21-44,0 0,0 0,0 0,0 0,0 0,0 0,0 0,0 0,0 0,0 0,0 0,0 0,0 0,0 0,0 0,-1 0,1 0,0 0,0 0,0 0,0 0,0 0,0 0,0 0,0 0,0 0,0 0,0 0,0 1,0-1,0 0,0 0,0 0,0 0,0 0,0 0,0 0,0 0,0-10,5-13,44-91,3-6,-40 90,-9 24,-3 7,-87 137,69-112,18-32,0 1,1-1,-1 0,3-9,1 3,1 1,0 0,1 1,0-1,0 1,1 0,1 1,0 0,14-14,-13 15,8-8,1 1,36-25,-53 39,0 1,0-1,0 1,0-1,0 1,0-1,0 1,0 0,0-1,0 1,0 0,0 0,0-1,0 1,0 0,0 0,0 0,0 1,0-1,0 0,0 0,0 0,1 1,-1-1,-1 0,1 1,0-1,0 1,0-1,0 1,0 0,0-1,0 1,-1 0,1-1,0 1,-1 0,1 0,-1 0,1-1,-1 1,1 0,0 1,1 3,0-1,-1 1,1 0,-1 0,0-1,-1 1,1 7,-5-28,0-1,-9-18,10 29,1 1,-1 0,0 0,0 0,-1 0,1 1,-6-6,9 10,-1-1,0 0,0 0,0 1,0-1,1 0,-1 1,0-1,0 1,0-1,0 1,0 0,0-1,-1 1,1 0,0 0,0-1,0 1,0 0,0 0,0 0,0 0,-1 1,1-1,0 0,0 0,0 1,0-1,0 0,0 1,0-1,0 1,0-1,0 1,0-1,0 1,1 0,-1 0,0-1,0 1,1 0,-1 0,0 0,0 1,-11 15,-17 31,-5 9,19-39,11-13,0 1,0-1,0 1,0 0,1 0,-3 7,4-8,-1-1,1 0,-1 0,0 0,0 0,0-1,0 1,-1-1,0 1,1-1,-1-1,-1 1,-6 4,5-3,3-2,1 1,-1 0,1 0,0 0,0 1,1-1,-1 0,1 1,-3 6,-2 6,-46 77,51-92,-15 31,-38 54,-9 6,46-67,-31 51,-12 24,23-54,-3 13,-25 22,63-78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605 0,'-78'90,"-2"3,-152 112,35-35,191-164,-4 3,9-11,3-8,3-3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8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0,'1'3,"0"0,0 0,0-1,0 1,1-1,2 5,5 10,-2 6,-5-16,-1-1,2 1,-1-1,1 0,0 0,0 0,6 8,-7-12,-1 0,0 1,0-1,0 1,0-1,1 5,7 14,-2-9,0 1,7 19,10 18,-23-48,0-1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0,'1'7,"0"-1,1 1,-1-1,2 0,-1 1,1-1,0 0,0 0,8 10,-6-8,0 0,-1 0,0 0,5 15,3 9,-8-25,-1 0,-1 1,3 7,-3-5,2-1,-1 0,1 0,10 15,8 21,-9-22,-12-20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0,'5'5,"1"0,-1 1,0 0,-1 0,1 0,-1 0,4 10,6 7,-9-15,-1 0,-1 0,0 0,4 13,-4-11,0-1,0 1,6 8,5 18,-11-26,-2-8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13 677,'-10'10,"7"-8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670 250,'-4'0,"0"-1,1 0,-1 1,0-1,1-1,-1 1,1 0,-1-1,1 0,-6-4,6 4,-1 0,1 0,-1 0,1 0,-1 1,0 0,1-1,-1 1,0 0,-8 0,0 0,0 1,0 1,0 0,0 1,0 0,-21 6,0 1,0-1,0-1,-1-2,-42 2,74-6,0-1,0 0,0 0,0 0,0 0,0 0,0 0,0-1,0 1,0-1,0 1,0-1,-3-1,4 1,0 0,1 1,-1-1,0 0,1 0,-1 0,1 0,-1 0,1 0,0 0,-1 0,1 0,0 0,0 0,0 0,0 0,0 0,0 0,0 0,0 0,0 0,0 0,1 0,-1 0,0 0,1-2,8-24,1 1,1 0,2 1,0 0,2 0,1 1,21-24,-36 48,-1-1,0 1,0 0,0-1,0 1,1 0,-1-1,0 1,0 0,1-1,-1 1,0 0,1 0,-1-1,0 1,1 0,-1 0,0 0,1-1,-1 1,1 0,-1 0,0 0,1 0,-1 0,1 0,-1 0,1 0,3 12,-3-9,2 24,0 1,-2 0,-2 30,0-8,1-48,2-5,3-13,4-22,15-88,-21 187,-3-55,0 1,0-1,-1 1,-1-1,-1 7,2-10,-1 0,1 0,-1 0,0 0,0-1,0 1,0 0,0-1,-1 1,1-1,-5 4,-14 9,1 0,1 2,1 0,-25 31,17-12,15-18,-1-1,-1-1,-22 22,-76 55,99-83,9-8,1-1,-1 1,1 1,-1-1,-3 5,1-2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6,'-1'0,"-1"0,-2 0,-3 1,-4 3,-4 1,-3 3,-1 0,2-1,3-1,4-6,4-3,2-5,3-2,2-3,0 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1,'-1'0,"0"0,0 2,-1 0,0 0,1 0,-1 1,0 0,0 1,0 0,1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8 1,'-4'130,"0"-18,4-109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453 0,'0'3,"-1"-1,1 1,-1-1,0 0,0 1,0-1,0 0,-1 0,1 1,-1-1,1 0,-1 0,0-1,1 1,-1 0,-3 1,-2 2,0 1,0-2,-12 7,-85 34,31 1,53-36,0 1,-30 9,46-18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09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200 0,'6'38,"-4"-31,-1 1,1 16,-2-19,1-1,-1 1,0-1,0 0,0 1,-1-1,0 0,0 1,0-1,0 0,-1 0,1 1,-1-1,0 0,-1-1,-2 5,-4 2,6-6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491 0,'0'2,"-1"0,1 0,0 0,-1 0,1 0,-1 0,0-1,1 1,-1 0,0 0,0-1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56 526,'-8'17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166 400,'-55'36,"50"-33,1 1,0-1,0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353 273,'-14'10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480 164,'-27'24,"12"-12,-8 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571 82,'-50'44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668 0,'-1'1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0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84 0,'-96'139'0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0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425 0 0,'-37'54'0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0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150 105,'-2'0,"1"0,-1 0,1 1,-1-1,1 1,-1-1,1 1,0 0,-1-1,1 1,0 0,0 0,-3 2,-16 17,7-7,-7 8,18-18,0 1,-1-1,1 0,-1-1,0 1,1 0,-2-1,1 0,0 1,0-1,-1 0,-6 2,24-23,9-6,-19 20,1 0,0 0,0 0,0 0,9-6,-49 47,3-7,22-21,0 1,-9 10,20-17,5-4,5-2,9-8,6-5,53-25,-46 28,-20 7,0 1,0 1,1 0,-1 1,1 0,16-1,65 2,0 0,-166 2,-75 14,329-41,-113 17,-56 9,-1 1,17-1,-16 2,-1-1,23-3,-5-2,0 2,12 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0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477 84,'-14'26,"9"-14,-1-1,0 0,-14 18,-64 73,-15 40,86-123,-40 56,9-28,33-37,1 0,1 0,0 1,1 0,0 1,-8 14,11-14,-2 0,1-1,-2 0,1 0,-17 17,20-25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11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271 0 0,'-271'204'0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2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26 3,'20'5,"13"1,-12-6,-18 0,0 0,0-1,0 1,0 0,0 1,0-1,0 0,0 1,0 0,0-1,0 1,0 0,0 1,-1-1,6 3,-4-1,1 2,0-1,0 1,7 10,25 29,-26-33,-1 1,14 20,-14-13,-1-1,-1 1,7 28,0-3,-22-85,4 29,-1 0,-1 0,0 0,-1 0,0 1,-1 0,-8-11,13 21,1 0,-1-1,0 1,1 0,-1 0,0 0,0 1,0-1,0 0,0 1,0-1,0 1,-4-1,4 1,-1-1,0 0,0 1,0-1,1 0,-6-3,-23-12,22 12,1 0,0-1,0 1,-12-11,6-4,10 12,8 20,34 70,-1-4,-32-63,5 23,-7-24,1 0,6 16,13 2,-1 0,21 39,-20-36,-18-29,0 0,0 1,-1 0,1 0,2 10,32 87,-23-65,-15-39,0-2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3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384 645,'1'11,"-2"0,1 1,-2-1,1 0,-1 0,-1 0,-1 0,1-1,-2 1,1-1,-2 0,1 0,-10 13,-6 3,-45 63,56-73,0 1,1 0,-11 31,18-42,-9 29,11-35,0 0,0 0,0 0,0 0,0 0,0 0,0 0,0 0,0 0,0 0,0 0,0 0,1 0,-1 0,0 0,0 0,0 0,0 0,0 0,0 1,0-1,9-21,-2 8,1-1,11-14,-13 19,1 0,-2 0,1-1,-1 0,-1 1,4-13,-6 17,0 1,0-1,0 1,1-1,5-6,-5 31,-5-12,0 1,-1 0,0 0,0-1,-1 1,0-1,-1 0,-8 11,-14 29,26-45,0 1,0-1,0 0,1 0,-1 1,1 3,-3 14,11-63,1 17,35-88,-35 93,1 0,1 1,20-26,-17 29,1 1,21-17,-20 18,-3 3,-8 7,0 1,-1-1,0 0,0 0,0-1,0 1,-1-1,0 1,0-1,4-9,3-8,-8 16,-6 16,-73 169,66-153,2-6,0 0,-2-1,0 0,-18 22,28-39,0-1,0 1,0-1,-1 0,1 1,0-1,-1 0,1 0,-1 0,0 0,1 0,-1 0,-3 1,5-2,-1 0,1 0,0 0,-1 0,1 0,-1 0,1-1,-1 1,1 0,0 0,-1 0,1 0,-1-1,1 1,0 0,-1 0,1-1,0 1,-1 0,1 0,-1-1,-6-14,-2-9,-1 1,-1 0,-1 1,-1 0,-1 1,-1 0,-29-29,33 34,0 1,1-1,1 0,1-1,-8-24,13 34,-1-4,0-1,0 1,1-1,1 0,-1-16,18 72,47 168,-57-195,-2 0,-1 0,0 0,-1 23,0 1,2-8,0-77,-3 32,0-1,1 0,0 0,1 1,1-1,0 1,1-1,0 1,1 0,1 1,0-1,0 1,9-11,42-43,-43 51,-1-1,0 0,-1-1,0 0,-2 0,14-30,-21 39,0-1,1 1,-1 0,1 1,1-1,-1 1,1 0,1 0,-1 0,10-7,-15 13,0-1,1 1,-1 0,0 0,0 0,0-1,1 1,-1 0,0 0,0 0,0 0,1 0,-1-1,0 1,0 0,1 0,-1 0,0 0,0 0,1 0,-1 0,0 0,0 0,1 0,-1 0,0 0,0 0,1 0,-1 0,0 0,1 0,-1 8,-8 11,1-10,-1 0,0 0,0-1,-1 0,0 0,0-1,-1 0,-11 6,-2-1,-1 0,-40 13,38-18,25-7,1 0,-1 0,1 0,-1 0,1 0,-1 0,1 0,0 0,-1 0,1 0,-1 0,1 0,-1 0,1 0,0 0,-1-1,1 1,-1 0,1 0,-1-1,1 1,0-1,0 1,0-1,0 1,0-1,0 1,0-1,0 1,0-1,0 1,0-1,0 1,1-1,-1 1,0-1,0 1,1-1,-1 1,0-1,1 1,-1 0,0-1,1 1,17-20,1 2,1 0,29-20,-5 3,-20 15,53-47,-76 66,0 1,-1-1,1 0,0 0,-1 1,1-1,-1 0,1 0,-1 0,1 0,-1 0,1 0,-1 1,0-1,0 0,1-2,-1 3,-1-1,1 1,0 0,0-1,0 1,0-1,-1 1,1 0,0-1,-1 1,1 0,0 0,-1-1,1 1,0 0,-1 0,1-1,0 1,-1 0,1 0,-1 0,1 0,0-1,-1 1,1 0,-1 0,-3 0,1-1,-1 1,0 0,1 1,-1-1,1 0,-7 2,-12 6,0 0,1 1,0 1,-21 14,-39 17,80-40,-1-1,1 1,0 0,0-1,0 0,0 1,-1-1,1 0,0 0,-1 1,1-1,0 0,0 0,-1 0,1-1,0 1,0 0,-1 0,1 0,0-1,0 1,-2-2,2 2,0-1,1 0,-1 0,0 0,1 0,-1 0,1 0,0 0,-1 1,1-1,0-1,-1 1,1 0,0 0,0 0,0 0,0 0,0 0,0 0,0 0,1 0,-1 0,0 0,1 0,0-1,6-17,3-8,-10 27,0-1,0 1,0 0,0-1,0 1,0 0,0-1,0 1,0 0,0-1,0 1,-1 0,1-1,0 1,0 0,0 0,0-1,-1 1,1 0,0 0,0-1,0 1,-1 0,1 0,0-1,0 1,-1 0,1 0,0 0,-1-1,1 1,0 0,-1 0,1 0,0 0,-1 0,1 0,0 0,-1 0,1 0,0 0,-1 0,1 0,-1 0,1 0,0 0,-1 0,1 0,0 0,-1 0,1 1,-1-1,-22 8,18-6,-141 43,146-45,-1 0,1 0,0 1,-1-1,1 0,-1 0,1 0,-1 0,1 0,-1 0,1 0,-1 0,1 0,-1 0,1 0,0 0,-1 0,1 0,-1 0,1 0,-1-1,1 1,-1 0,5-8,17-8,91-48,-105 56,-13 7,-2-1,8 1,0 1,0 0,0 0,0-1,0 1,0 0,0-1,0 1,0 0,0 0,0-1,0 1,0 0,0 0,0-1,1 1,-1 0,0 0,0-1,0 1,0 0,1 0,-1-1,0 1,0 0,0 0,1 0,-1-1,0 1,0 0,1 0,-1 0,11-9,-1 1,1 0,24-12,42-15,-47 21,-15 8,123-52,-138 58,1 0,-1 0,0 0,0 0,0 0,0 0,0 0,0 0,0-1,0 1,1 0,-1 0,0 0,0 0,0 0,0 0,0 0,0 0,1 0,-1 0,0 0,0 0,0 0,0 0,0 0,1 0,-1 0,0 0,0 0,0 0,0 0,0 0,1 0,-1 0,0 0,0 0,0 0,0 0,0 0,0 0,1 1,-1-1,0 0,0 0,0 0,0 0,0 0,0 0,0 0,0 1,0-1,-6 7,-15 9,9-8,-120 77,101-67,-1-1,-49 18,80-35,-1 1,1 0,0-1,0 1,0 0,0-1,-1 1,1 0,1 0,-1 0,0 0,0 0,0 0,0 0,1 0,-1 1,1-1,-1 0,1 0,-1 0,1 1,0-1,-1 0,1 0,0 1,0-1,0 3,1 4,0 0,0 0,5 13,0 8,-6-27,0 0,0 0,0 0,0 0,-1 0,1 0,-1 0,0 0,0 0,1 0,-1 0,-2 3,-4 8,6-8,0 0,1 0,-1 0,1 0,0 1,1-1,0 5,-1-9,1-1,-1 0,0 1,0-1,0 0,0 0,1 1,-1-1,0 0,0 0,1 1,-1-1,0 0,1 0,-1 0,0 1,0-1,1 0,-1 0,0 0,1 0,-1 0,1 0,-1 0,0 0,1 0,-1 1,0-1,1-1,-1 1,0 0,1 0,-1 0,0 0,1 0,-1 0,0 0,1 0,-1 0,0-1,1 1,-1 0,0 0,1 0,-1-1,0 1,1 0,20-14,-16 11,162-87,-116 65,-1-1,65-47,-39 19,-73 52,-1-1,1 1,-1-1,0 1,0-1,0 0,-1 0,1 0,-1 0,0 0,1 0,-1 0,-1 0,1-1,0 1,-1 0,0-1,0-3,4-22,-4 29,0 0,0 0,0-1,0 1,0 0,0 0,0 0,0 0,0-1,0 1,0 0,0 0,0 0,0 0,0 0,0-1,0 1,0 0,0 0,0 0,0 0,0 0,0 0,-1-1,1 1,0 0,0 0,0 0,0 0,0 0,0 0,-1 0,1 0,0 0,0-1,0 1,0 0,0 0,-1 0,-9 1,-14 5,21-5,-187 65,174-62,25-10,26-12,28-5,2 3,75-15,-126 32,-13 3,-1 0,1 0,-1 0,0 0,1-1,-1 1,1 0,-1 0,0 0,1 0,-1 0,0-1,1 1,-1 0,0 0,1-1,-1 1,0 0,1 0,-1-1,0 1,0 0,0-1,1 1,-1 0,0-1,0 1,0 0,0-1,1 1,-8-10,5 7,-1 1,0 0,0 0,0 0,-5-2,-20-4,0 1,-1 2,0 0,0 2,-29 0,-38 7,18 0,70-4,3 0,1 0,-1 0,1 0,-1-1,-5 0,10 1,-1 0,1 0,-1-1,1 1,-1 0,1 0,0-1,-1 1,1 0,-1 0,1-1,0 1,-1 0,1-1,-1 1,1-1,0 1,0 0,-1-1,1 0,0 0,0 1,0-1,0 0,0 0,0 0,0 1,0-1,0 0,0 0,1 1,-1-1,0 0,1 0,-1 1,0-1,1 0,0 0,0 0,0 0,1-1,-1 1,1 0,-1 0,1 0,-1 1,1-1,0 0,-1 0,1 1,0-1,0 1,-1 0,1-1,3 1,34-2,-30 1,80-4,38 0,-101 3,0 0,43-11,-54 10,-11 3,47-11,-4 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44 123,'-4'6,"-9"9,1-3,3-2,3-4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0,'-1'1,"-1"1,0 2,-1 2,-1 2,-2 4,-3 5,-1 0,-1 1,7-12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1153 62,'1'1,"0"1,0 0,0 0,0-1,0 4,-1-4,0-1,0 0,0 0,0 0,0 0,0 0,1 0,-1 1,0-1,0 0,-1 0,1 0,0 0,0 0,0 1,0-1,0 0,0 0,0 0,0 0,0 0,0 0,0 0,0 1,0-1,0 0,0 0,-1 0,1 0,0 0,0 0,0 0,0 0,0 0,0 0,-1 0,1 1,0-1,0 0,0 0,0 0,0 0,-1 0,-6-4,-5-5,11 7,0 1,0 0,-1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1021 147,'1'-1,"2"-2,0 1,0-1,-1 0,1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915 209,'4'-2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19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937 207,'-22'12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1073 132,'-7'3,"-1"-1,0 1,1 1,-11 5,14-7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1116 124,'-8'1,"0"0,0 1,3-1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613 0,'-13'0,"0"1,0 1,0 0,0 0,1 1,-1 1,1 0,-19 9,-4 5,25-12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23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3 0,'1088'21'0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18 96,'12'2,"-11"-2,42 3,0-2,59-6,86-18,-150 17,-3 3,41 0,-46 3,-18-1,-12 1,0 0,0 0,0 0,0 0,0 0,0 0,0 0,0 0,0 0,0 0,0 0,0 0,0 0,0 0,0 0,0 0,0 0,0 0,0 0,0 0,0 0,0 0,0 0,0 0,0 0,0 0,0-1,0 1,0 0,0 0,0 0,0 0,0 0,0 0,0 0,0 0,0 0,0 0,0 0,0 0,0 0,0 0,0 0,0 0,0 0,0 0,0 0,0 0,0 0,-24-5,-48-5,-187-35,390 46,216 35,-339-35,-2 0,-1 0,0 0,0 0,10 4,-15-5,0 0,0 0,0 0,1 0,-1 0,0 0,0 0,0 0,0 0,0 0,0 0,0 0,0 0,0 0,0 0,0 0,0 0,0 0,1 0,-1 0,0 0,0 0,0 0,0 0,0 0,0 1,0-1,0 0,0 0,0 0,0 0,0 0,0 0,0 0,0 0,0 0,0 0,0 0,0 0,0 0,0 1,0-1,0 0,0 0,0 0,0 0,0 0,0 0,0 0,0 0,0 0,-1 0,1 0,0 0,0 0,0 0,0 0,0 0,0 0,0 1,0-1,0 0,0 0,0 0,-9 2,-11 2,-61 3,-219 29,297-36,0 1,-1 0,1 0,0 0,0 0,-4 2,7-3,0 0,0 0,0 0,0 0,-1 0,1 0,0 1,0-1,0 0,0 0,0 0,0 0,0 0,0 0,0 0,0 1,0-1,-1 0,1 0,0 0,0 0,0 0,0 0,0 1,0-1,0 0,0 0,0 0,0 0,0 0,0 0,0 1,1-1,-1 0,0 0,0 0,0 0,0 0,0 0,0 0,0 1,0-1,0 0,0 0,1 0,13 6,35 5,78 7,51-6,-223-12,21-1,21 1,10 0,93 0,-84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0,'4'2,"0"1,0-1,0 1,0 0,4 3,10 9,107 51,0 1,-120-63,-1-1,0 0,0 1,0 0,-1 0,1 0,-1 0,0 1,0-1,-1 1,0 0,1-1,-2 1,1 0,1 7,-2-8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5 109,'0'1,"6"24,2-11,-6-12,-1 0,1 1,-1-1,0 1,0-1,0 0,-1 1,1 0,-1-1,1 1,-1 4,-1 17,0-15,1-1,0 0,0 1,1-1,0 1,0-1,3 9,4-3,-7-12,0 0,0 0,1 0,-2 0,1 0,0 0,0 0,-1 0,1 0,-1 4,0-2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0,'13'20,"-1"0,-1 1,14 38,3 29,0-23,-6-17,-16-34,0-1,1 0,1 0,0-1,16 18,-19-23,0 1,-1-1,6 12,2 4,-9-17,-1-1,0 0,0 1,2 9,-4-10,1-1,0 0,0 0,1 0,-1 0,1-1,0 1,0 0,5 6,8 0,-11-8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371 346,'-5'-2,"1"0,-1 0,1-1,-1 1,1-1,0 0,0 0,-6-5,-27-33,29 31,-67-80,-55-62,108 128,21 24,1 0,0 0,-1 0,1 1,0-1,0 0,0 0,-1 1,1-1,0 0,0 1,0-1,-1 0,1 0,0 1,0-1,0 0,0 1,0-1,0 0,0 1,0-1,0 0,0 1,0-1,0 0,0 1,0-1,1 1,-2 14,2 10,1-11,-2 0,0 0,0 0,-2 0,0 0,-6 25,5-35,2-10,1 4,0 1,0 0,0-1,0 1,0 0,-1-1,1 1,-1 0,1-1,-1 1,1 0,-2-2,-19-9,11 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29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1,'-2'0,"-2"-1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162 0,'-8'0,"0"1,0 0,0 0,1 0,-1 0,0 1,1 1,0-1,-1 1,-10 6,15-6,-1 0,0 0,1 0,-1 1,1-1,0 1,1 0,-1 0,-2 5,-14 18,7-15,11-10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1176 0,'-7'1,"0"-1,0 1,0 0,0 1,0 0,0 0,1 0,-1 1,1 0,-1 0,1 0,-6 5,-20 16,-2 1,31-23,1 0,0 1,-1-1,1 0,1 1,-1-1,0 1,1 0,-1 0,0 3,2-6,-1 0,1 1,0-1,0 1,0-1,0 0,0 1,0-1,0 0,0 1,0-1,0 0,0 1,0-1,0 1,0-1,0 0,0 1,0-1,0 0,0 1,1-1,-1 0,0 1,0-1,0 0,1 1,-1-1,0 0,0 0,1 1,-1-1,0 0,1 1,1-1,-1 0,0 0,0 0,1 1,-1-1,0-1,1 1,-1 0,0 0,0 0,2-1,34-12,-35 12,1 0,0-1,0 1,-1-1,1 1,-1-1,1 0,-1 0,0 0,1 0,-1 0,0-1,-1 1,1-1,0 1,-1-1,1 0,-1 1,0-1,0 0,1-3,0-1,6-3,-4 4,-13 7,-5 3,0 1,1 0,0 1,-21 13,32-17,0 0,0-1,0 1,1 1,-1-1,1 0,-1 0,1 0,0 1,0-1,0 1,0-1,0 1,0 2,1-2,-1 0,0 0,-1 1,1-1,0 0,-1 0,0-1,-3 6,-35 25,15-14,13-8,-70 53,52-42,1 0,-32 32,28-25,20-18,1 0,0 1,-15 19,11-11,-1-2,-1 0,0-1,-23 15,30-23,-76 66,-19 19,-28 27,35-39,48-33,47-46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0,'0'0,"2"0,0 1,-1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520 0,'-13'12,"0"-1,0 0,-30 18,-51 22,84-46,-88 41,58-29,1 1,-69 46,104-61,1 0,-1 1,1 0,-1 0,1 0,1 0,-1 0,-2 6,-11 16,14-24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 0,'-14'31,"0"-1,-3-1,0 0,-38 45,-147 134,193-196,7-8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3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466 0,'-3'1,"0"0,1 1,-1-1,0 0,1 1,-1-1,1 1,0 0,0 0,0 0,0 0,-3 4,-5 3,-55 41,35-29,-37 36,4-5,2-2,17 4,32-40,1 0,-11 18,-14 19,27-42,8-7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3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0 0,'-267'429'0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4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567 0 0,'-567'480'0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49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2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19 132,'-8'23,"0"-1,6-15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664 25,'-1'1,"-16"28,-9 16,-43 54,12-24,38-47,-20 34,14-21,-102 157,92-142,-28 31,13-24,28-37,-26 42,35-47,7-12,0 1,0 1,-6 16,-9 39,20-63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5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792 25,'-1'1,"-1"0,1 1,0-1,0 0,1 1,-1-1,0 0,-1 3,-1 2,-21 28,2 1,-32 69,48-81,5-19,0 1,0-1,0 0,-1 0,-2 6,4-10,0 0,0 0,0 0,0 0,0 0,0 0,0 0,0 0,-1 0,1 0,0-1,0 1,0 0,0 0,0 0,0 0,0 0,0 0,0 0,0 0,0 0,0 0,0 0,0 0,0 0,0 0,0 0,0 0,0 0,0 0,0 0,0 0,0 0,0 0,0 0,-1 0,1 0,0 0,0 0,0 0,0 0,0 0,0 0,0 0,0 0,0 0,0 0,0 0,0 0,0 0,0 0,0 0,0 0,0 0,0 0,-1 0,1 0,0 0,0 0,0 0,0 0,0 0,0 0,0 0,0 0,0 0,0 0,0 1,-1-9,0-8,1 5,0 1,1-1,1 0,0 1,0-1,1 1,1 0,0 0,7-14,6 4,-13 16,-1 1,1-1,-1 0,0 0,-1 0,3-5,-4 5,-2 4,-9 10,-11 16,10-5,-12 27,14-27,-15 27,3-8,15-29,0-1,0-1,-17 19,20-24,-60 66,58-67,4-9,5-10,5 1,1 0,0 0,1 1,18-18,7-10,26-47,-52 74,-4 6,0 0,0 0,-1-1,0 0,-1 0,0 0,-1 0,0 0,1-12,-3 18,-1 0,2 1,-1-1,0 1,1-1,0 1,-1 0,0 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6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0,'37'78,"93"139,-105-178,41 82,4 47,-65-154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0,'0'4,"1"0,0 0,1 0,-1-1,1 1,0 0,0-1,0 1,4 4,2 5,82 147,87 143,-148-257,-8-10,30 37,-49-72,-3-2,-1-5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8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0,'5'17,"1"-1,0 0,15 25,-6-12,157 269,-122-214,-47-79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59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0,'1'5,"0"0,1 0,0 0,0-1,1 1,-1-1,1 1,0-1,7 7,-3-2,44 58,4-2,2-2,70 57,-105-102,2 0,0-2,1 0,1-2,1 0,0-2,29 10,-45-18,-3-2,0 1,0 0,-1 0,1 1,-1 0,14 10,-11 2,-5-7,-2-5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1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62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1497 5 0,'-1496'-5'0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28,'243'-14,"-22"0,-128 15,175 24,-183-15,-75-9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369 0,'-14'1,"0"0,0 1,1 0,-1 1,1 0,0 1,0 1,0 0,0 0,1 1,0 1,1 0,-1 1,1-1,-18 19,5-3,1 2,1 0,2 2,1 0,-18 33,37-60,0 1,-1-1,1 0,0 0,0 1,0-1,-1 0,1 0,0 1,0-1,0 0,0 1,-1-1,1 0,0 1,0-1,0 0,0 1,0-1,0 1,0-1,0 0,0 1,0-1,0 0,1 1,-1-1,0 0,0 1,10-4,16-16,187-168,-187 160,-26 27,0 0,0 0,0-1,1 1,-1 0,0 0,0 0,0 0,0 0,0 0,0 0,0 0,0 0,0 0,0 0,0 0,0 0,0 0,1 0,-1 0,0 0,0 0,0 0,0 0,0 0,0 0,0 0,0 0,0 0,0 0,1 0,-1 0,0 0,0 0,0 0,0 0,0 0,0 0,0 0,0 0,0 0,0 0,0 0,0 0,1 0,-1 0,0 0,0 0,0 1,0-1,0 0,0 0,0 0,0 7,-4 7,-5 8,-1 0,-19 28,2-6,27-43,0-1,0 0,-1 0,1 1,0-1,0 0,0 1,-1-1,1 1,0-1,0 0,0 1,0-1,0 1,0-1,0 0,0 1,0-1,0 0,0 1,0-1,0 1,0-1,0 0,0 1,1-1,-1 0,0 1,0-1,1 1,-1-1,1 0,0 1,-1-1,1 0,0 0,0 0,-1 0,1 0,0 0,0 0,-1 0,1 0,0 0,0 0,0 0,33-12,-31 11,19-8,1-2,-2 0,1-1,25-20,-44 29,0 1,-1 0,1-1,0 0,3-5,-6 8,0 0,1-1,-1 1,0 0,0-1,0 1,1 0,-1-1,0 1,0 0,0-1,0 1,0-1,0 1,0 0,0-1,0 1,0 0,0-1,0 1,0-1,-1 1,1 0,0-1,-1 0,0 1,1-1,-1 1,0 0,1-1,-1 1,0 0,0-1,0 1,1 0,-1 0,0-1,0 1,0 0,0 0,1 0,-3 0,-5 1,0-1,0 1,0 1,0 0,1 0,-1 0,0 1,1 0,-12 6,-3 3,-36 25,48-30,-1 1,1 0,1 1,-9 9,18-17,-1-1,1 0,0 0,0 1,0-1,0 0,-1 1,1-1,0 0,0 1,0-1,0 0,0 0,0 1,0-1,0 0,0 1,0-1,0 0,0 1,0-1,0 0,0 1,0-1,0 0,1 1,-1-1,0 0,0 0,0 1,0-1,1 0,-1 0,0 1,0-1,1 0,-1 0,0 0,0 1,1-1,-1 0,0 0,1 0,-1 0,0 0,1 1,-1-1,0 0,1 0,-1 0,0 0,1 0,-1 0,0 0,1 0,0 0,26 1,-23-1,80-3,115-17,-269 32,-98 30,214-41,36-5,137-2,-209 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5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26,'23'21,"-8"-5,-1 0,-1 1,-1 0,-1 1,12 25,-2-4,28 70,-41-92,0 1,2-1,14 21,-5-9,71 123,-17-45,-62-91,73 95,-56-71,25 48,-52-88,-1 1,0 0,1-1,-1 1,0-1,1 1,-1 0,0 0,0-1,0 1,0 0,0-1,0 1,0 0,0-1,0 1,0 0,0 0,0-1,-1 1,1 0,0-1,0 1,-1 0,1-1,0 1,-1-1,0 2,0-1,-1 0,1 0,-1-1,1 1,-1 0,0 0,1-1,-1 1,0-1,1 0,-4 1,-4 0,1-1,-1 0,1 0,-10-2,-73-10,87 11,0-1,0 0,0 0,0 0,0 0,1 0,-1-1,1 0,-1 1,1-1,-5-6,-4-2,-37-31,44 38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6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675 1042,'-13'-7,"1"-1,0 0,-17-16,2 3,-41-38,-5-1,24 18,20 20,-18-17,40 32,1 0,0-1,0 1,1-1,-5-10,-19-46,22 48,-29-87,5 15,4 19,-29-71,7 16,41 102,7 16,-1-1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26:00.16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 95 0,'-1'3'0,"-1"1"0,0-1 0,1 1 0,-1-1 0,1 0 0,-1 1 0,0-1 0,1 0 0,-1 1 0,0-1 0,1 0 0,-1 0 0,1 0 0,-1 0 0,1 0 0,-1-1 0,1 1 0,-1-1 0,1 1 0,-1-1 0,1 0 0,0 1 0,-1-1 0,1 0 0,0-1 0,0 1 0,0-1 0,0 1 0,0-1 0,0 0 0,0 0 0,0 0 0,0 0 0,1 0 0,-1-1 0,0 0 0,1 0 0,-1 1 0,1-2 0,-1 1 0,1 0 0,0-1 0,0 1 0,0-1 0,0 0 0,0 0 0,0 0 0,0 0 0,0-1 0,0 1 0,1-1 0,-1 0 0,0 0 0,1 0 0,0 0 0,-1 0 0,1-1 0,0 1 0,-1-1 0,1 1 0,0-1 0,0 0 0,0 0 0,0 0 0,0 0 0,0 0 0,1 0 0,-1 0 0,0-1 0,1 1 0,-1 0 0,0-1 0,1 1 0,-1-1 0,1 1 0,-1-1 0,1 1 0,-1-1 0,1 1 0,-1-1 0,1 1 0,0-1 0,-1 1 0,1-1 0,-1 1 0,1-1 0,0 1 0,-1 0 0,1 0 0,0-1 0,-1 1 0,1 0 0,-1 0 0,1 0 0,-1 1 0,1-1 0,-1 0 0,1 1 0,-1-1 0,1 1 0,-1 0 0,0 0 0,1 0 0,-1 0 0,0 0 0,0 0 0,0 1 0,0-1 0,0 1 0,0 0 0,0 0 0,0 0 0,0 0 0,-1 1 0,1-1 0,0 1 0,-1 0 0,1 0 0,-1 0 0,1 0 0,-1 0 0,0 1 0,0-1 0,0 1 0,0 0 0,0 0 0,0 0 0,0 1 0,0-1 0,0 1 0,-1-1 0,1 1 0,0 0 0,-1 0 0,0 0 0,1 0 0,-1 1 0,0-1 0,1 1 0,-1-1 0,0 1 0,0 0 0,0 0 0,0 0 0,0 0 0,-1 0 0,1 0 0,0 1 0,0-1 0,-1 0 0,1 1 0,0-1 0,-1 0 0,1 1 0,-1-1 0,1 1 0,-1-1 0,1 1 0,-1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8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6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26:00.170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21:10.772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73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 0,'601'-22'0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7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606 1 0,'-606'8'0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7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0,'623'4'0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7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647 1 0,'-646'8'0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21:10.767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32,'3'0,"0"-2,3-1,2 0,2 0,4 1,3-1,1 1,4-1,2 0,2 1,0 0,-1 0,-2 2,-3-1,-5 1,-4 0,-4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8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5 0,'439'-5'0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592 1 0,'-592'4'0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0,'642'5'0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628 0 0,'-628'4'0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2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0,'570'-9'0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21:10.76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601 5 0,'-601'-4'0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21:10.76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23.67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1,'5'3,"1"1,0-1,0 0,0 0,0-1,9 3,2 1,15 7,1 1,55 15,-85-28,48 14,-47-14,0 0,-1 1,1 0,0 0,-1 0,1 1,-1-1,0 1,0-1,4 6,-5-6,-1 1,-1 0,1-1,0 1,0 0,-1 0,0 0,0 0,1-1,-2 1,1 0,0 0,0 0,-1 0,0 0,0-1,1 1,-2 0,1-1,0 1,0-1,-1 1,1-1,-1 1,0-1,0 0,0 0,0 0,0 0,-3 2,0-3,1 1,-1-1,1 0,-1 0,0 0,0-1,0 1,1-1,-1-1,0 1,0 0,-7-3,-6-2,1 0,-19-10,-17-5,23 14,24 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24.9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1,'3'0,"-1"0,1 1,0 0,-1-1,1 1,-1 0,1 0,-1 0,1 1,-1-1,0 1,3 2,26 24,-24-21,6 9,0 0,-1 1,-1 0,-1 0,-1 1,13 33,-3-7,37 61,-43-82,-7-12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26.85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0,'6'4,"0"0,-1 0,1 0,-1 1,0-1,0 1,6 8,27 42,-23-33,9 19,10 13,-30-49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0:29.7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1 313 0,'39'-28'0,"93"-257"0,-269 467 0,103-51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37.35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89 125,'-3'0,"-1"0,1 1,-1 0,1 0,0 0,-1 0,1 0,0 1,0-1,0 1,-6 4,6-4,0 1,-1-1,1-1,-1 1,1 0,-1-1,0 0,-6 2,10-3,0 0,-1 0,1 0,0 0,0 0,0 0,0 0,-1 0,1 0,0 0,0 0,0 0,-1 0,1 0,0 0,0 0,0 0,0 0,-1 0,1 0,0 0,0 0,0-1,0 1,0 0,-1 0,1 0,0 0,0 0,0-1,0 1,0 0,0 0,0 0,-1 0,1 0,0-1,0 1,0 0,0 0,0 0,0-1,0 1,0 0,0 0,0 0,0-1,5-12,13-14,-17 25,27-46,-19 30,5-24,-13 39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43.216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0,'20'32,"-15"-26,-1 0,0 1,0-1,4 13,33 82,-30-54,-7-31,9 31,-6-22,-7-21,1 0,0 0,0 0,0 0,1 0,-1 0,4 4,-13-52,2 24,2 11,0 0,1-1,1 0,0 1,0-1,1 0,0 0,0 0,1 0,2-13,-2 22,0 1,0-1,1 1,-1-1,0 1,0 0,0-1,0 1,1-1,-1 1,0-1,0 1,1 0,-1-1,0 1,1 0,-1-1,0 1,1 0,-1-1,1 1,-1 0,0 0,1-1,-1 1,1 0,-1 0,1 0,-1 0,1 0,-1 0,1 0,-1 0,1 0,-1 0,1 0,-1 0,1 0,-1 0,1 0,-1 0,0 0,1 1,-1-1,1 0,-1 0,1 0,-1 1,0-1,1 0,-1 1,0-1,1 0,-1 1,1 0,26 26,-18-17,0-1,-1 0,0 1,-1 0,0 0,0 1,-1 0,-1 0,0 1,0-1,-1 1,-1 0,0 0,0 1,-1-1,0 15,1-7,1-1,1 0,1 0,1-1,0 1,1-1,1-1,12 17,3 10,94 126,-114-165,-3-6,-2-12,-6-19,-1 8,-2 1,0 0,-1 0,-2 1,0 1,-25-31,-22-12,34 38,22 22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45.265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0,'-1'9,"0"-1,-1 0,0 0,0 0,-1-1,0 1,0 0,-1-1,0 0,-8 11,5-6,0 0,-7 17,12-23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47.61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0,'-1'0,"0"0,2 0,2 0,2 0,1 0,2 0,1 0,1 0,-1 0,-2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0:57.55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0 281,'28'3,"-23"-2,0 0,-1-1,1 1,0-1,0 0,0-1,7 0,-11 0,-1 1,1-1,0 1,-1-1,1 1,-1-1,1 0,-1 1,1-1,-1 0,1 0,-1 1,0-1,0 0,1 0,-1 1,0-1,0 0,0 0,0 0,0 1,0-1,0 0,0-1,-1-27,0 20,0 3,1 0,0-1,1 1,2-11,-3 14,1 1,0 0,0 0,0 0,0 0,1 0,-1 0,1 0,-1 1,1-1,-1 0,1 1,0-1,0 1,0 0,2-2,2-1,0-1,1 0,-2 0,1 0,-1-1,1 0,-1 0,4-8,30-58,-29 53,-7 12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00.51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52,'0'0,"-1"-1,1 1,0 0,-1-1,1 1,0 0,-1-1,1 1,0-1,0 1,-1 0,1-1,0 1,0-1,0 1,0-1,0 1,0-1,0 1,0-1,0 1,0-1,0 1,0-1,0 1,0-1,2-18,-2 17,0 1,1 0,-1 0,0 0,0 0,0 0,0 0,0 0,-1 0,1 0,0 0,0 0,-1 0,1 0,-1-1,1 1,-1 1,1 0,0 0,0 0,0-1,-1 1,1 0,0 0,0 0,-1 0,1 0,0 0,0 0,-1 0,1 0,0-1,0 1,-1 0,1 0,0 0,0 0,-1 0,1 1,0-1,0 0,-1 0,1 0,0 0,0 0,-1 0,1 0,0 0,-1 1,1 0,-1-1,0 1,0 0,0 0,1 0,-1 0,0 0,1 0,-1 0,1 0,-1 0,1 0,-1 0,1 1,0-1,0 0,-1 0,1 0,0 1,0-1,0 0,1 0,-1 0,0 2,3 5,0 1,0-1,1 0,8 15,-8-17,0 0,0 1,0 0,-1 0,0 0,-1 0,0 0,2 9,-3-12,0-1,0 1,0-1,1 0,-1 1,1-1,0 0,0 0,0 0,0 0,5 4,31 23,-4-5,-31-22,-1 0,0 0,0 0,0 0,-1 0,1 1,-1-1,1 1,-1-1,1 5,6 38,0 29,-1 141,-9-205,1 0,-2-1,0 1,0-1,-1 0,-8 17,9-19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06.044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309 551,'-43'-95,"17"43,-20-47,38 76,-2 1,-1 0,-1 1,0 0,-2 1,0 1,-24-25,29 34,1 3,1-1,0 0,1 0,-1-1,1 0,1 0,0 0,0 0,-4-14,8 19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10.556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0,'18'46,"2"-1,47 77,11 22,-70-132,-9-25,-1 0,0-12,-1-9,0 1,3-1,0 0,8-47,-8 80,0 0,0 0,0 0,1 0,-1 0,0 0,0 0,1 0,-1 0,1 0,-1 0,1 1,-1-1,1 0,0 0,-1 0,1 1,0-1,0 0,1 0,-2 1,1 0,0 0,0 0,-1 0,1 0,0 0,-1 0,1 0,0 0,0 0,-1 1,1-1,0 0,-1 0,1 1,0-1,-1 1,1-1,-1 0,1 1,0 0,5 5,0 0,0 1,8 13,-9-13,140 234,-140-233,-3-8,-2-16,-7-27,4 27,-5-22,-16-48,15 116,-36 158,37-160,29-55,18-31,42-60,-158 172,65-46,7-4,1-1,-1 1,0-1,0 0,0-1,0 1,0-1,0 0,-1 0,1-1,-1 1,1-1,-12 0,16-1,0 1,0-1,0 0,1 1,-1-1,0 0,0 1,0-1,0 1,0-1,1 1,-1-1,0 1,1 0,-1-1,0 1,1 0,-1 0,1 0,-1-1,1 1,-1 0,0 2,-10 28,4-9,5-19,0 0,1 1,-1-1,1 1,0-1,0 1,0 0,1 0,0-1,-1 1,1 0,0 0,1 5,1-2,0 0,0 0,1 0,0 0,7 13,-8-15,-1-1,0 1,0 0,0 0,-1 0,0-1,0 1,0 0,0 0,-1 0,0 0,0 0,0-1,-3 8,-3 21,2-18,5-14,0-1,0 0,0 0,-1 1,1-1,0 0,0 0,-1 1,1-1,0 0,0 0,-1 0,1 0,0 1,-1-1,1 0,0 0,-1 0,1 0,0 0,-1 0,1 0,0 0,-1 0,0 0,0-1,0 1,-1-1,1 0,0 0,0 0,-1 0,1 0,0 0,0 0,0 0,0 0,0-1,1 1,-1 0,0 0,0-3,-12-27,13 30,-1 0,1 1,-1-1,1 0,0 0,0 0,-1 0,1-1,0 1,0 0,0 0,0 0,0 0,0 0,0 0,1 0,-1 0,0 0,0 0,1 0,-1 0,1 0,-1 0,1 0,-1 1,1-1,1-2,-1 3,0 0,0 0,-1 0,1 0,0 0,0 1,0-1,0 0,0 0,-1 1,1-1,0 0,0 1,0-1,-1 0,1 1,0-1,-1 1,1 0,0-1,-1 1,1 0,-1-1,1 1,-1 0,1-1,-1 1,1 0,-1 0,0 0,1-1,-1 1,0 2,11 28,13 51,-22-77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16.13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1,'2'1,"0"0,0 0,1 0,-1 0,0 0,1 0,-1-1,1 1,-1-1,0 1,1-1,3 0,-3 0,34 5,0-2,0-1,56-5,-86 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16.689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1,'10'12,"0"-1,1 1,1-2,22 18,57 30,-78-50,40 17,-29-15,-9-3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18.60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0 110,'51'-11,"90"-5,-120 14,165-18,-179 18,0 1,0-1,0 0,0 0,8-5,-7 4,0 0,0 0,14-3,46-1,-45 6,1-2,0 0,31-10,-52 12,0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19.57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1,'4'2,"0"0,0-1,1 1,-1-1,1 0,-1 0,1 0,-1-1,1 1,-1-1,6 0,-2 0,286 2,-160-3,-113 1,0-1,34-6,-45 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20.043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0,'13'2,"6"1,4 0,-1-1,-3 0,-5-1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21.98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0,'1'6,"0"0,0-1,1 1,0-1,0 1,1-1,-1 0,7 9,6 13,-5-6,19 29,-17-31,18 36,31 96,-33-60,-26-85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22.82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0,'9'9,"2"0,-1 0,1-1,23 12,9 6,-29-14,0 0,0 1,-1 0,19 27,8 8,-33-40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24.182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0,'6'9,"15"28,42 54,-57-84,0 1,-1 0,0 0,0 0,-1 1,0 0,-1-1,1 1,-2 1,3 10,-1-7,-3-10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25.325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1,'140'4,"-121"-4,-15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42.85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4,'1'0,"1"-1,4 0,3 0,-1 0,0 2,0 1,-3 2,-1-1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45.108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1:53.65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117 0,'-1'38,"-2"0,-2 0,-10 37,-35 108,11-79,36-95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00.54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807 41,'-22'39,"2"2,2 0,1 1,2 1,-16 82,22-97,0 0,-22 47,6-19,25-56,0 0,0 0,0 0,0 0,0 0,0 0,0 0,0 0,0 0,-1 0,1 0,0 0,0 0,0 0,0 0,0 0,0 0,0 0,0 0,0 0,0 0,0 0,0 0,0 0,0 0,0 0,-1 0,1 0,0 0,0 0,0 0,0 0,0 0,0 0,0 0,0 0,0 0,0 0,1-12,4-18,54-116,2-7,-45 115,-13 30,-4 9,-101 175,80-141,22-43,0 1,0-1,1 1,3-13,1 6,0 0,1 0,1 0,0 1,1 0,0 0,1 1,1 0,16-16,-15 17,9-9,1 0,44-31,-64 51,0-1,0 0,0 0,0 1,1-1,-1 1,0-1,0 1,0-1,1 1,-1 0,0 0,0 0,1-1,-1 1,0 0,0 0,1 1,-1-1,0 0,0 0,1 1,-1-1,0 0,0 1,0 0,1-1,-1 1,0-1,0 1,0 0,0 0,0 0,0 0,-1 0,1 0,0 0,0 0,-1 0,1 0,0 0,-1 0,1 2,1 2,1 1,-1 0,-1 0,1 0,-1 1,0-1,-1 9,-4-36,-2 0,-9-24,12 38,0 0,0 0,-1 1,0 0,0 0,0 0,-6-6,9 11,0 0,0 0,0 0,0 0,0 0,0 1,0-1,0 0,0 1,-1-1,1 0,0 1,0 0,-1-1,1 1,0 0,-1 0,1-1,0 1,-1 0,1 0,0 1,0-1,-1 0,1 0,0 1,-1-1,1 0,0 1,0-1,-1 1,1 0,0-1,0 1,0 0,0 0,0 0,0 0,0 0,0 0,0 0,1 0,-1 0,-1 2,-12 18,-20 41,-7 10,24-48,11-18,1 1,0 0,1 1,0-1,0 1,-4 9,6-11,-1-1,0 0,0 1,0-1,-1-1,0 1,0 0,0-1,-1 0,1 0,-1 0,0-1,-9 6,7-5,4 0,0-1,0 1,1 0,-1 0,1 0,0 1,0-1,0 0,-1 9,-5 8,-54 97,61-116,-18 39,-45 68,-12 9,56-86,-37 65,-14 31,27-69,-4 16,-30 29,76-100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01.54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720 1,'-92'114,"-4"5,-180 143,42-46,226-207,-4 2,11-14,4-9,3-6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03.49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0,'1'4,"0"-1,1 1,-1-1,1 1,-1-1,4 5,6 14,-3 8,-6-22,0 0,1 1,0-1,0-1,1 1,-1 0,8 9,-9-14,0 0,-1 0,1 0,-1 0,0 0,1 6,8 18,-1-11,-1 0,9 25,11 23,-26-61,-1-2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04.87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0,'1'8,"1"1,-1-1,2 0,-1 0,1 0,0 0,1 0,-1-1,11 15,-8-13,-1 1,1 1,-2-1,7 19,4 13,-11-33,-1 0,0 0,3 11,-3-8,1 0,0 0,1-1,10 20,12 26,-12-27,-13-27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06.29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0,'6'7,"1"-1,-1 1,0 1,-1-1,1 1,-2 0,7 12,5 10,-11-20,0 0,-1 0,0 1,4 16,-5-15,1 0,0 0,6 12,7 21,-14-32,-2-10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15 677,'-12'13,"9"-11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795 320,'-5'-1,"1"0,-1 0,1 0,0 0,-1-1,1 1,0-1,0 0,0-1,-7-4,7 4,0 0,0 1,0 0,0-1,0 1,-1 1,1-1,-1 1,0 0,-8-2,-2 3,1 0,-1 1,1 0,-1 1,1 1,-25 8,0 1,0-2,-1-2,0-1,-50 2,87-9,1 1,-1-1,1 0,-1 0,1 0,-1 0,1-1,0 1,-1-1,1 1,-1-1,1 0,-4-2,5 2,0 0,1 0,-1 0,0 0,0 0,1 0,-1-1,1 1,-1 0,1 0,0-1,-1 1,1 0,0-1,0 1,0 0,0-1,0 1,0 0,0-1,0 1,0 0,1 0,-1-1,1 1,0-2,9-31,2 0,2 1,0 0,3 1,0 1,2 1,26-32,-45 62,0-1,0 1,0-1,1 1,-1-1,0 1,0-1,1 1,-1 0,0-1,1 1,-1 0,0-1,1 1,-1 0,1 0,-1-1,1 1,-1 0,0 0,1-1,-1 1,1 0,-1 0,1 0,-1 0,1 0,0 0,4 16,-5-13,5 32,-2 0,-1 1,-4 39,1-12,1-60,2-7,4-16,5-29,17-112,-23 239,-5-70,-1 0,1 1,-1-1,-1 0,-2 8,3-12,-1 0,0 0,0 0,0-1,0 1,-1-1,1 1,-1-1,0 0,0 0,-6 4,-15 12,0 1,2 1,0 1,-30 40,22-16,17-24,-2 0,0-1,-27 28,-90 70,118-107,10-10,1 0,0 1,0 0,0-1,-4 8,1-4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10.75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8,'0'0,"-3"0,-2 0,-3 2,-5 2,-5 3,-3 3,-2-1,3 1,3-3,5-7,5-4,2-5,4-5,2-2,1 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11.10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1,'-1'0,"0"1,0 0,-1 2,0 0,0 0,-1 0,1 2,0 0,-1 0,2-1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12.94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1,'-5'167,"1"-24,4-140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518 1,'-1'3,"0"0,1 0,-1 0,0 0,-1 0,1 0,0 0,-1-1,0 1,1 0,-1-1,0 1,0-1,-1 0,1 1,-3 1,-3 3,-1-1,1 0,-16 8,-100 44,38-1,63-43,-1-1,-36 14,55-25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2:16.51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204 0,'7'48,"-5"-38,0 0,1 20,-3-24,0 0,1 0,-1-1,-1 1,1 0,-1-1,0 1,0-1,0 1,-1-1,0 0,0 1,0-1,-1 0,1 0,-5 5,-3 2,6-7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492 1,'0'2,"0"0,0 1,-1-1,1 1,-1-1,0 0,0 1,0-1,0 0,0 0,0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1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57 526,'-9'22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1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180 400,'-66'46,"61"-42,0 1,0-1,0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1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356 273,'-17'13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1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493 164,'-33'31,"15"-16,-9 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581 82,'-60'56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2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669 0,'-2'1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6:07.01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85 0,'-114'176'0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6:07.00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432 0 0,'-44'69'0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8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178 121,'-2'1,"1"-1,-1 0,0 1,0-1,1 1,-1 0,0-1,1 1,-1 0,1 0,-1 0,1 0,-3 3,-20 21,8-7,-7 9,20-23,0 0,1 0,-2-1,1 1,0-1,-1 1,1-1,-1 0,0 0,0-1,0 1,-8 3,28-31,12-6,-23 24,1 0,-1 0,1 1,1 0,10-8,-60 60,5-9,26-27,1 2,-12 12,24-22,6-4,7-3,9-11,8-5,64-32,-56 34,-24 11,0 0,1 2,0-1,1 2,-1 0,20-2,77 3,0 0,-198 4,-89 16,393-51,-137 20,-65 13,-1 0,20 0,-20 2,-1-1,29-5,-8-1,1 2,15 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7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568 84,'-17'34,"11"-19,-1-1,0 0,-16 23,-78 94,-17 50,103-157,-49 71,12-34,40-49,0 1,1 0,0 1,1 0,0 1,-8 18,11-17,0-1,-1-1,-1 1,0-2,-20 23,25-32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2:52.881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322 0 0,'-322'260'0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7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26 3,'24'6,"15"2,-14-8,-21 0,-1-1,1 1,0 0,-1 0,1 1,0-1,-1 0,1 1,-1 0,1 0,-1 0,1 1,-1-1,0 1,6 3,-4 0,1 0,0 1,-1 0,10 13,29 37,-31-42,-1 1,17 27,-17-19,-2 1,0 0,8 36,-1-4,-25-108,4 37,-1-1,0 1,-1-1,-1 1,-1 1,0 0,-10-14,16 27,0-1,1 0,-1 1,-1 0,1 0,0-1,0 1,0 0,-1 1,1-1,0 0,-1 1,-4-1,4 0,-1 0,1 1,0-1,-1 0,1-1,-6-2,-28-17,27 16,0 0,0-1,1 0,-15-12,8-8,10 17,12 27,39 88,-2-6,-36-79,4 29,-7-31,1 0,7 21,15 2,0 0,23 49,-22-45,-22-36,0-1,0 1,-1 0,0 1,4 11,37 113,-26-85,-19-48,0-3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6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458 818,'0'14,"0"1,-1-1,0 0,-2 0,1 0,-2 0,1 0,-2 0,0-1,-1 1,0-2,-1 1,-11 16,-7 5,-53 79,66-92,0 0,2 1,-14 39,21-52,-10 35,13-44,0 0,0 0,0 0,0 0,0 0,0 0,1 0,-1 0,0 0,0 0,0 0,0 0,0 0,0 0,0 0,0 0,0 0,0 0,0 0,0 0,0 0,12-26,-4 9,1 0,13-19,-14 25,0-1,-1 0,-1 0,0-1,-1 1,4-16,-7 22,1 0,0 0,-1 1,2-1,5-8,-6 39,-5-14,0 0,-1 1,-1-1,0-1,0 1,-1 0,-1-1,-9 15,-18 36,31-57,1 0,0 0,0 1,1-1,-1 0,1 6,-3 16,12-79,2 20,42-112,-42 120,0 0,2 1,24-34,-20 38,1 0,24-20,-23 22,-3 3,-10 11,-1-1,1 1,-1-1,-1-1,1 1,-1-1,0 0,0 0,0 0,4-12,3-10,-8 21,-8 20,-86 215,77-195,4-7,-2-1,0 0,-2-1,-19 29,31-52,1 1,0 0,-1 0,1 0,-1-1,0 1,0-1,1 1,-1-1,0 0,0 1,0-1,-4 1,6-2,-1 0,1 0,-1 0,1 0,-1 0,1 0,-1-1,1 1,-1 0,1 0,-1 0,1-1,-1 1,1 0,-1 0,1-1,-1 1,1 0,0-1,-1 1,1-1,-9-18,-2-11,-1 0,-1 1,-1 0,-2 2,-1 0,-1 0,-34-38,39 46,0-1,2 0,0-1,1 0,-9-31,16 43,-3-6,1 1,1-1,1-1,0 1,-1-21,23 93,55 213,-69-248,-1-1,-1 1,-1 0,-2 29,2 2,2-11,-1-98,-3 40,0 0,1-1,1 1,0 0,1 0,1 0,1 0,0 1,1 0,0 0,2 0,-1 1,11-14,49-56,-50 66,-1 0,-1-2,0 0,-2 0,0-1,16-38,-26 50,1 0,0 0,0 0,1 0,0 1,1 0,0 0,0 0,0 1,12-10,-17 17,-1-1,0 1,0 0,0 0,1 0,-1-1,0 1,0 0,0 0,1 0,-1-1,0 1,1 0,-1 0,0 0,0 0,1 0,-1 0,0-1,1 1,-1 0,0 0,1 0,-1 0,0 0,1 0,-1 0,0 0,0 1,1-1,0 0,-2 10,-8 14,0-13,0 1,0-1,-1 0,0-1,-1 0,0-1,0 0,-15 8,-1-2,-2 0,-47 17,45-23,30-9,0 0,1 1,-1-1,1 0,-1 0,1 0,-1 0,1 0,-1 0,1 0,-1-1,1 1,-1 0,1 0,-1 0,1 0,-1-1,1 1,-1 0,0-1,1 0,0 0,0 1,0-1,0 1,0-1,0 0,0 1,0-1,0 0,0 1,0-1,1 0,-1 1,0-1,1 1,-1-1,0 0,1 1,-1-1,0 1,1-1,-1 1,1-1,21-24,0 1,2 2,34-27,-5 4,-24 20,62-61,-90 86,0-1,0 0,-1 0,1 0,0 0,0 0,-1 0,1 0,0 0,-1 0,0-1,1 1,-1 0,1 0,-1 0,0-3,0 4,0-1,0 1,0-1,-1 1,1-1,0 1,-1 0,1-1,0 1,-1-1,1 1,0 0,-1-1,1 1,-1 0,1-1,0 1,-1 0,1 0,-1-1,1 1,-1 0,1 0,-1 0,1 0,-1 0,-4-1,1 1,0 0,-1 0,1 0,0 0,0 1,-8 1,-15 8,2 0,-1 2,1 1,-25 17,-46 23,95-52,-1-1,1 1,-1 0,1-1,0 1,-1-1,1 1,-1-1,1 0,-1 0,1 1,-1-1,1 0,-1-1,1 1,-1 0,1 0,-1-1,1 1,-1 0,1-1,-3-1,3 1,1 0,-1 0,0 0,0 0,1 0,-1 0,1 0,-1-1,1 1,-1 0,1-1,0 1,0 0,-1 0,1-1,0 1,0 0,0-1,1 1,-1 0,0-1,0 1,1 0,-1-1,1 0,8-23,3-9,-12 34,0-1,0 1,0-1,0 1,0-1,0 1,0 0,0-1,0 1,0-1,-1 1,1 0,0-1,0 1,0-1,0 1,-1 0,1-1,0 1,0 0,-1-1,1 1,0 0,0-1,-1 1,1 0,-1 0,1-1,0 1,-1 0,1 0,0 0,-1 0,1-1,-1 1,1 0,0 0,-1 0,1 0,-1 0,1 0,-1 0,1 0,0 0,-1 0,1 0,-1 0,1 1,0-1,-1 0,1 0,-1 0,-27 10,22-7,-167 55,172-58,1 0,-1 0,1 1,-1-1,0 0,1 0,-1 0,1 0,-1 0,1 0,-1 0,1 0,-1 0,1 0,-1 0,0 0,1 0,-1 0,1 0,-1 0,1-1,-1 1,0-1,6-8,20-11,108-62,-124 72,-17 7,-1 1,9 2,0-1,0 1,0 0,0-1,0 1,0 0,0-1,0 1,0-1,0 1,0 0,0-1,0 1,0 0,1-1,-1 1,0 0,0-1,0 1,0 0,1 0,-1-1,0 1,0 0,1 0,-1-1,0 1,0 0,1 0,-1 0,0-1,1 1,11-11,1 1,0 0,28-16,51-19,-56 28,-18 8,147-64,-165 73,0 0,0 0,0-1,0 1,0 0,0 0,0 0,1 0,-1 0,0 0,0 0,0-1,0 1,0 0,1 0,-1 0,0 0,0 0,0 0,0 0,1 0,-1 0,0 0,0 0,0 0,0 0,1 0,-1 0,0 0,0 0,0 0,0 0,1 0,-1 0,0 0,0 0,0 1,0-1,1 0,-1 0,0 0,0 0,0 0,0 0,0 0,0 1,1-1,-1 0,0 0,0 0,0 1,-8 8,-17 11,11-10,-144 99,122-86,-2-2,-59 24,95-44,1-1,0 1,-1 0,1 0,-1 0,1 0,0 0,0 0,0 0,-1 1,1-1,0 0,1 1,-1-1,0 0,0 1,0-1,1 1,-1-1,1 1,-1 0,1-1,0 1,0 0,0-1,0 1,0 2,1 7,0-1,0 1,6 15,0 11,-6-34,-1-1,-1 1,1 0,0 0,-1-1,1 1,-1-1,0 1,0 0,0-1,0 0,-2 4,-6 11,8-10,0-1,0 1,1-1,0 1,0-1,1 1,1 6,-2-12,0-1,0 0,0 1,0-1,1 0,-1 1,0-1,0 1,1-1,-1 0,0 0,1 1,-1-1,0 0,1 0,-1 1,1-1,-1 0,0 0,1 0,-1 0,1 1,-1-1,0 0,1 0,-1 0,1 0,-1 0,1 0,-1 0,0 0,1 0,-1 0,1-1,-1 1,0 0,1 0,-1 0,1 0,-1-1,0 1,1 0,-1 0,0-1,1 1,-1 0,1-1,24-16,-19 13,193-111,-138 84,-2-3,79-60,-48 26,-87 65,0 0,0-1,-1 1,1 0,-1-1,0 1,0-1,0 0,0 0,-1 0,1 0,-1 0,0 0,-1 0,1 0,-1 0,1-1,-1-5,4-26,-3 36,-1 0,0-1,0 1,0 0,0 0,0 0,0-1,0 1,0 0,0 0,0 0,0-1,0 1,0 0,0 0,-1 0,1 0,0-1,0 1,0 0,0 0,0 0,0 0,0-1,0 1,-1 0,1 0,0 0,0 0,0 0,0 0,-1-1,1 1,0 0,0 0,0 0,0 0,-1 0,1 0,-12 0,-17 9,25-8,-221 83,206-79,29-13,31-14,35-8,1 4,90-18,-150 40,-16 4,-1 0,1 0,-1 0,1 0,-1-1,1 1,-1 0,0 0,1 0,-1 0,1-1,-1 1,1 0,-1-1,0 1,1 0,-1 0,0-1,1 1,-1-1,0 1,0 0,1-1,-1 1,0-1,0 1,1 0,-1-1,0 1,0-1,-7-12,4 10,-1 0,1 0,-1 1,1-1,-7-2,-24-5,1 1,-1 2,0 2,-1 1,-35 0,-43 8,20 1,82-4,6-1,0 0,-1 0,1 0,0-1,-7-1,12 2,-1 0,0 0,1-1,-1 1,1 0,-1 0,1-1,-1 1,0 0,1-1,0 1,-1-1,1 1,-1-1,1 1,-1-1,1 1,0-1,-1 1,1-2,0 1,0 0,0 0,0 0,0 0,0 0,0 0,0 0,0 1,0-1,1 0,-1 0,0 0,1 0,-1 0,1 0,-1 0,2 0,-1-1,1 0,-1 1,1 0,0-1,0 1,-1 0,1 0,0 0,0 0,0 0,0 0,0 1,1-1,-1 1,0-1,3 1,42-3,-36 3,94-7,47 0,-121 5,0-1,51-13,-64 12,-14 3,58-12,-7 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53 123,'-5'8,"-11"11,2-3,4-4,3-4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0,'-2'2,"0"0,0 3,-2 2,0 4,-3 5,-4 4,-1 3,-1-1,8-14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6.99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1157 62,'1'2,"0"0,1 0,-1 0,0 1,0 3,0-6,-1 1,0-1,0 0,0 0,0 0,0 0,0 1,0-1,0 0,0 0,0 0,0 0,0 1,0-1,0 0,0 0,0 0,-1 0,1 0,0 1,0-1,0 0,0 0,0 0,0 0,0 0,0 1,-1-1,1 0,0 0,0 0,0 0,0 0,0 0,-1 0,1 0,0 0,0 0,0 0,0 0,0 1,-1-1,1 0,-9-5,-5-7,13 10,-1 1,1 0,-1-1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6.99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1021 151,'1'-1,"3"-2,-1-1,0 1,1-1,-2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915 210,'5'-3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941 207,'-26'15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1084 132,'-10'3,"1"1,0 0,0 0,-12 8,16-9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7.003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1122 124,'-10'1,"1"1,-1 0,4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6.993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647 0,'-16'1,"1"0,-1 1,1 0,0 1,0 1,0 1,1 0,-23 11,-4 7,28-15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6:06.99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137 3 0,'1296'28'0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6.99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18 123,'15'2,"-14"-2,50 4,0-3,71-7,102-24,-179 23,-4 3,50 1,-56 2,-20 0,-15 1,0 0,0 0,0 0,0 0,0 0,0 0,0 0,0 0,0 0,0 0,0 0,0 0,0 0,0 0,0 0,0 0,0 0,0 0,0 0,0 0,0 0,-1 0,1-1,0 1,0 0,0 0,0 0,0 0,0 0,0 0,0 0,0 0,0 0,0 0,0 0,0 0,0 0,0 0,0 0,1 0,-1 0,0 0,0-1,0 1,0 0,0 0,0 0,0 0,0 0,-29-5,-57-8,-222-45,464 59,258 45,-405-44,-2-1,-1 0,0 0,0 0,12 5,-18-6,0 0,0 0,0 0,0 0,1 1,-1-1,0 0,0 0,0 0,0 0,0 0,0 0,0 0,0 0,0 0,0 0,0 0,1 0,-1 0,0 0,0 0,0 0,0 0,0 1,0-1,0 0,0 0,0 0,0 0,0 0,0 0,0 0,0 0,0 0,0 0,0 1,0-1,0 0,0 0,0 0,0 0,0 0,0 0,0 0,0 0,0 0,0 0,0 1,0-1,0 0,0 0,0 0,-1 0,1 0,0 0,0 0,0 0,0 0,0 0,0 0,0 0,0 0,0 0,0 0,-11 4,-13 0,-72 5,-261 37,353-45,0 0,0 0,0 0,0 0,1 1,-5 2,8-4,0 0,-1 0,1 0,0 0,0 0,0 0,0 0,0 0,0 1,0-1,-1 0,1 0,0 0,0 0,0 0,0 1,0-1,0 0,0 0,0 0,0 0,0 1,0-1,0 0,0 0,0 0,0 0,0 1,0-1,0 0,0 0,0 0,0 0,0 0,0 1,0-1,0 0,0 0,0 0,1 0,-1 0,0 1,0-1,0 0,0 0,18 7,40 7,93 10,61-9,-265-15,24-1,25 1,13 0,110 0,-100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3:27.12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0,'5'3,"0"0,0 0,0 1,-1-1,5 6,14 9,125 67,1 1,-144-82,0 0,0 1,0-1,-1 1,1 0,-1 1,-1-1,1 1,-1-1,0 1,0 0,0 0,-1 1,0-1,1 9,-1-10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06.99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5 110,'0'1,"8"30,1-13,-7-15,0 0,-1 0,1 0,-1 0,0 0,0 0,0 0,0 1,-1-1,1 0,-1 7,-1 20,0-19,0 0,1 0,0-1,1 1,0 0,1 0,3 10,4-3,-7-16,-1 1,1-1,-1 1,0-1,0 1,0 0,0-1,-1 1,1 0,0 5,-1-4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3:31.32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0,'16'25,"-2"1,-1 1,17 48,3 37,1-29,-8-21,-19-45,0 0,2 0,0-1,0 0,19 23,-21-30,-1 0,-1 1,7 14,2 6,-11-24,0 1,-1 0,1 0,1 13,-3-15,0 0,0 1,0-1,1 0,0 0,0 0,0-1,0 1,6 8,11 0,-15-11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3:32.45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442 442,'-6'-3,"1"1,-1-1,1 0,0 0,0-1,0 1,0-1,-6-7,-33-41,34 40,-80-104,-65-78,129 163,25 31,1 0,0 0,-1 1,1-1,0 0,0 1,-1-1,1 0,0 1,0-1,-1 1,1-1,0 0,0 1,0-1,0 1,0-1,0 0,0 1,-1-1,1 1,0-1,0 0,1 1,-1-1,0 1,0-1,0 1,0 0,0 19,1 11,1-13,-1 0,-1 0,-1 0,-1 0,0 0,-9 31,8-44,2-13,1 6,0 1,0-1,0 0,0 0,0 1,-1-1,1 0,-1 1,1-1,-1 0,0 1,-1-3,-23-11,13 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3:34.425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3:34.84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7 2,'-3'-1,"-1"0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4:10.57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4:59.66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17.23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192 1,'-9'0,"0"0,0 1,-1 0,1 1,0 0,0 0,0 1,0 1,1-1,-14 8,18-7,-1 0,1 0,0 0,0 1,0 0,1-1,-1 1,1 0,-3 7,-16 23,8-21,12-11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23.11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1401 1,'-9'0,"1"1,0 0,-1 0,1 1,0 1,0-1,0 1,0 0,0 1,0 0,1 0,-8 7,-23 19,-2 2,37-29,0 0,0-1,1 2,-1-1,1 0,0 0,0 1,0-1,1 1,-2 4,2-8,1 0,0 1,0-1,0 1,0-1,-1 1,1-1,0 1,0-1,0 1,0-1,0 0,0 1,0-1,0 1,0-1,1 1,-1-1,0 1,0-1,0 1,0-1,1 0,-1 1,0-1,0 1,1-1,-1 0,0 1,1-1,-1 0,0 1,1-1,0 1,0-1,1 0,-1 1,1-1,0 0,-1 0,1 0,-1 0,1-1,-1 1,1 0,1-1,41-16,-42 16,2-1,-1 0,0 1,1-1,-1 0,0-1,0 1,-1-1,1 1,0-1,-1 0,0 0,1 0,-1 0,0 0,-1-1,1 1,0-1,-1 1,0-1,1-4,1 0,6-5,-4 5,-16 9,-5 4,0 1,0 1,0 1,-25 16,39-22,0 1,-1-1,1 1,0-1,0 1,1 0,-1 0,1 0,-1 0,1 0,0 0,0 0,0 0,0 4,0-3,0 0,0 0,-1 0,1 0,-1 0,0 0,0-1,-4 6,-42 34,18-18,16-12,-84 70,62-56,1 2,-36 39,31-30,25-24,0 0,1 1,-18 25,13-16,-1 0,-2-1,0-2,-26 21,35-31,-91 85,-22 23,-34 36,42-50,57-43,58-57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47.73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0,'1'0,"0"0,1 1,0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48.76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619 0,'-15'15,"0"0,-2-1,-34 23,-60 28,98-59,-103 52,69-36,0 2,-82 57,125-77,-1 0,1 1,0 0,0 0,1 0,0 0,0 1,-4 7,-11 19,15-28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49.45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392 0,'-15'39,"-3"-1,-1 0,-2-2,-44 60,-176 169,230-250,10-10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50.35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555 1,'-4'1,"1"0,0 1,0-1,0 1,0 0,0 0,0 0,0 1,1-1,-1 0,1 1,-4 5,-5 4,-67 51,43-35,-46 44,7-6,1-1,21 3,38-50,0 0,-12 23,-16 24,31-53,9-10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6:52.50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319 0 0,'-318'547'0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55.24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55.993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56.48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6:59.902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04.00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7:07.57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675 0 0,'-675'613'0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09.84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10.23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11.879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12.19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12.72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13.34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25.96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5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22 132,'-9'29,"0"-1,6-19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790 25,'0'1,"-20"36,-12 21,-49 68,13-29,44-63,-22 46,16-27,-121 200,110-183,-35 42,17-32,33-47,-32 55,43-62,7-14,1 1,1 0,-8 22,-11 49,23-80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848 25,'-1'2,"-1"-1,1 1,0-1,0 1,0 0,0 0,0-1,-1 5,-2 1,-24 36,2 2,-39 88,58-104,6-23,0-1,0 0,-1 0,0 0,-4 9,6-15,0 1,0 0,0 0,0 0,0 0,0 0,0 0,0 0,0 0,0 0,0 0,0 0,0 0,0 0,0 0,0-1,0 1,0 0,0 0,0 0,0 0,0 0,0 0,0 0,0 0,0 0,0 0,0 0,-1 0,1 0,0 0,0 0,0 0,0 0,0 0,0 0,0 0,0 0,0 0,0 0,0 0,0 0,0 0,0 0,-1 0,1 0,0 0,0 0,0 0,0 0,0 0,0 0,0 0,0 0,0 0,0 0,0 0,0 0,0 0,0 0,0 0,0 0,0 1,0-1,0 0,0 0,-1 0,1 0,-1-10,0-10,1 6,0 1,1-1,1 0,1 1,-1 0,2-1,0 1,1 0,8-17,8 5,-17 20,0 0,0 0,0 0,0 0,-1 0,3-7,-5 7,-3 6,-10 11,-13 22,12-8,-14 36,17-35,-20 34,6-10,17-38,0 0,-1 0,-19 22,23-29,-71 83,69-86,5-11,6-11,6-1,0 0,2 2,0-1,21-21,9-14,31-59,-63 94,-3 7,-1 1,0-1,-1-1,-1 1,0-1,0 0,-1 0,-1 0,2-15,-4 23,0 1,0-1,1 1,0-1,-1 1,1 0,1-1,-2 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37.06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0,'44'99,"111"179,-125-228,48 104,5 61,-76-197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37.805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0,'1'5,"0"0,0 0,1 0,-1 0,1 0,1-1,-1 1,1-1,3 6,4 7,98 188,102 182,-176-328,-8-13,35 47,-59-92,-3-2,-2-7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38.57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0,'6'21,"1"0,1 0,17 31,-8-14,188 342,-146-273,-56-100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39.459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0,'1'6,"1"1,0-1,0 0,1 0,0 0,0-1,0 1,1-1,7 10,-2-3,52 73,4-2,4-3,81 73,-123-129,1-2,1 0,1-3,1 0,0-2,1-1,35 11,-54-22,-3-2,-1 1,1 0,-1 0,0 1,0 0,16 12,-13 4,-6-9,-4-8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40.64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41.036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7:43.67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1783 6 0,'-1782'-6'0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45.305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36,'290'-18,"-27"0,-152 20,207 29,-216-18,-90-12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47.27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439 0,'-16'1,"-1"0,1 2,0 0,0 0,0 2,0 0,0 1,1 0,0 1,1 1,-1 0,2 1,-1 1,1 0,-22 22,7-2,0 2,3 0,0 2,2 1,-20 41,43-75,-1-1,1 0,0 1,-1-1,1 0,0 1,0-1,-1 1,1-1,0 0,0 1,0-1,0 1,-1-1,1 0,0 1,0-1,0 1,0-1,0 1,0-1,0 1,0-1,0 0,1 1,-1-1,0 1,0-1,0 1,12-5,19-20,223-215,-223 204,-31 35,0 0,0 0,0 0,0 0,0 0,0 0,0 0,1 0,-1 0,0-1,0 1,0 0,0 0,0 0,0 0,0 0,0 0,0 0,1 0,-1 0,0 0,0 0,0 0,0 0,0 0,0 0,0 0,0 0,1 0,-1 0,0 0,0 0,0 0,0 0,0 0,0 0,0 0,0 0,0 0,1 0,-1 0,0 1,0-1,0 0,0 0,0 0,0 0,0 0,0 0,0 0,0 0,0 0,0 1,0 7,-4 11,-7 9,-1-1,-23 37,4-7,30-57,1 1,0-1,0 1,-1-1,1 0,0 1,0-1,-1 1,1-1,0 1,0-1,0 1,0-1,0 1,0-1,0 1,0-1,0 1,0-1,0 1,0-1,0 1,0-1,0 1,0-1,1 1,-1-1,0 1,0-1,1 1,0-1,0 1,-1-1,1 0,0 0,0 1,0-1,0 0,0 0,0 0,0 0,-1 0,1 0,0 0,0-1,1 1,38-14,-37 12,25-10,-2-1,0-2,-1-1,31-25,-52 39,-1-1,0-1,1 1,-1 0,4-7,-6 9,-1 1,0-1,0 1,1 0,-1-1,0 1,0-1,0 1,0-1,0 1,1-1,-1 1,0-1,0 1,0-1,0 1,0-1,-1 1,1-1,0 1,0-1,0 1,0 0,-1-2,0 2,1-1,-1 1,0-1,0 1,0-1,0 1,0-1,0 1,1 0,-1-1,0 1,0 0,0 0,0 0,0 0,0 0,-2 0,-7 0,1 1,-1 0,1 1,-1 0,1 1,0 0,0 0,0 1,-13 8,-5 3,-41 33,55-39,1 1,0 1,0 0,-9 12,21-22,-1-1,1 0,0 1,0-1,0 0,-1 1,1-1,0 0,0 1,0-1,0 1,0-1,0 0,0 1,0-1,0 1,0-1,0 0,0 1,0-1,0 1,0-1,0 0,0 1,0-1,0 1,1-1,-1 0,0 1,0-1,0 0,1 1,-1-1,0 0,1 1,-1-1,0 0,1 0,-1 1,0-1,1 0,-1 0,0 0,1 0,-1 1,1-1,-1 0,0 0,1 0,-1 0,1 0,-1 0,0 0,1 0,-1 0,1 0,31 2,-27-2,95-4,137-22,-319 41,-119 39,256-53,43-5,162-4,-248 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1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26,'27'27,"-9"-7,-2 1,0 0,-1 2,-2-1,15 33,-4-5,35 89,-50-117,1 1,1-2,18 28,-6-12,84 157,-21-57,-72-117,86 122,-67-91,31 61,-64-111,1 0,-1-1,0 1,1 0,-1 0,0 0,1 0,-1 0,0-1,0 1,0 0,0 0,0 0,0 0,0 0,0 0,0 0,0 0,0-1,-1 1,1 0,0 0,-1 0,1 0,0-1,-1 1,1 0,-2 1,1-1,-1 0,0 0,0 0,1 0,-1 0,0 0,0 0,0 0,0-1,0 1,-4 0,-4 0,0-1,0 0,0 0,-12-2,-86-14,103 14,0 0,0 0,1-1,-1 0,1 1,-1-1,1-1,0 1,0-1,0 1,-5-8,-6-4,-43-39,52 50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7:57.78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798 1314,'-15'-9,"1"0,0-2,-21-19,2 2,-48-47,-5-1,28 22,23 26,-22-21,49 40,1-1,0 1,0-1,1 0,-6-13,-22-58,26 59,-36-108,8 17,4 25,-36-91,10 21,49 129,7 21,0 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8:03.384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62 121 0,'-2'4'0,"0"1"0,0-1 0,0 1 0,1-1 0,-1 0 0,0 1 0,0-1 0,0 0 0,0 0 0,0 0 0,0 0 0,0 0 0,0 0 0,0 0 0,1-1 0,-1 1 0,0-1 0,0 0 0,1 0 0,-1 0 0,0 0 0,1 0 0,-1 0 0,1-1 0,0 0 0,-1 0 0,1 0 0,0 0 0,-1 0 0,1-1 0,0 0 0,0 1 0,0-2 0,0 1 0,1 0 0,-1-1 0,0 1 0,1-1 0,-1-1 0,1 1 0,-1 0 0,1-1 0,0 0 0,0 0 0,0 0 0,0 0 0,0-1 0,0 1 0,0-1 0,0 0 0,1 0 0,-1-1 0,1 1 0,-1-1 0,1 1 0,0-1 0,0 0 0,0 0 0,0-1 0,0 1 0,0-1 0,0 1 0,0-1 0,0 0 0,1 0 0,-1 0 0,0 0 0,1 0 0,-1 0 0,1 0 0,0-1 0,-1 1 0,1 0 0,0-1 0,0 1 0,-1-1 0,1 1 0,0-1 0,0 1 0,0-1 0,0 1 0,0-1 0,0 1 0,-1-1 0,1 1 0,0 0 0,0-1 0,0 1 0,0 0 0,0 0 0,0 0 0,0 0 0,0 0 0,0 1 0,-1-1 0,1 1 0,0-1 0,0 1 0,-1 0 0,1 0 0,0 0 0,-1 0 0,1 1 0,-1-1 0,0 1 0,1 0 0,-1 0 0,0 0 0,1 1 0,-1-1 0,0 1 0,0 0 0,0 0 0,0 0 0,-1 0 0,1 1 0,0 0 0,-1 0 0,1 0 0,-1 0 0,1 1 0,-1-1 0,0 1 0,0 0 0,0 0 0,0 1 0,0-1 0,0 1 0,0 0 0,0 0 0,-1 0 0,1 0 0,-1 0 0,1 1 0,-1 0 0,0 0 0,0 0 0,0 0 0,0 0 0,0 0 0,0 1 0,0 0 0,0-1 0,0 1 0,-1 0 0,1 0 0,0 0 0,-1 0 0,1 0 0,-1 1 0,0-1 0,1 0 0,-1 1 0,0-1 0,0 1 0,1-1 0,-1 1 0,0-1 0,0 1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8:08.054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8:09.32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09:08:09.952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17:32.132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7:39.311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 0,'586'-22'0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7:42.137"/>
    </inkml:context>
    <inkml:brush xml:id="br0">
      <inkml:brushProperty name="width" value="0.1" units="cm"/>
      <inkml:brushProperty name="height" value="0.2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591 1 0,'-591'8'0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7:47.671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0,'608'4'0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7:49.755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631 1 0,'-630'8'0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17:56.08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32,'3'0,"0"-2,3-1,1 0,3 0,4 1,2-1,3 1,1-1,4 0,2 1,-1 0,-1 0,-1 2,-4-1,-5 1,-3 0,-4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7:57.608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5 0,'428'-5'0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8:00.06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578 1 0,'-578'4'0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8:06.45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0,'626'5'0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8:09.38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613 0 0,'-613'4'0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8:15.50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0,'556'-9'0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0:18:18.293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586 5 0,'-586'-4'0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0:18:19.570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9T12:49:21.787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FCC5-4926-4E91-8D85-412E24444363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3DDBA-0C0A-470C-B667-8C30E951CE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85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3DDBA-0C0A-470C-B667-8C30E951CE9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769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3DDBA-0C0A-470C-B667-8C30E951CE9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634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3DDBA-0C0A-470C-B667-8C30E951CE9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57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EC164-896A-240E-7AE8-2F2B88CCE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A41D05-89BA-B87F-066C-625B1377D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A1116-909F-0B16-8EF6-9F7D2D1C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072E2-B3E4-3AEF-284A-107E92A5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DD652-3BAE-B389-3E3D-3C5E63D7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79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63285-008C-5AB3-7669-CF68C997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68E76-E5C5-0113-2D93-427FC3CA7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9E815-1098-F22B-D6DF-2825BA6A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0A9E1-7BBE-070B-6E02-A0369A8B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B13ED-9B5B-C484-AE19-C222E85C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5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8477E-2138-18AF-2584-4644F05CC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71ACEF-5639-DA03-A48C-97A4BD12E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44068D-7123-C7F6-959B-52D952AB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E0835-FCE0-5778-173E-38C915BB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29604-5CBA-33CC-B36D-4A6AE70A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81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40F9D-0076-387E-03E0-7DAD4B26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7C266F-545D-C77F-1970-31665AB2B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B041BE-3D05-C282-3C54-35337E5FA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4218B7-38D5-991A-1450-7BF04131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90EF2-AA8C-2D74-AC9E-A376706C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048C1-02A3-B0C4-7D76-CCA53F2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3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9E91F-FD5F-54E7-B0A0-EEF90684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3EA96-D1EE-DCF0-8AB6-2087A618E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4F0D01-2C7C-19CD-AC4A-1DC029204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116C24-8654-1501-7E1F-72565F787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DA572F-6115-C3FE-201C-D336AB6AD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42415E-14DF-35C9-DE6F-727AA4CE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B894DA-7B71-C370-23DF-32A9BA88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08F2EE-1C94-0300-E92F-18E1C396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02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BCB5B-BE59-4722-B14F-441C7CCA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F39964-0C2F-8BA2-8171-796A3624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3CF7F2-B12B-1F71-DC23-376634C5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F6C2F4-F387-FED7-DB31-365184C9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5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BAEE5C-CD84-9370-8031-DDDEE8CA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717B9F-FD19-3B6F-75FB-481E3AC0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C0919-65E2-5902-556E-880EBD24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6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8FB4A-2431-4883-91FD-91452247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B11FD-B52E-6486-0BCF-C44789DF1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150F46-73E9-CA63-01E3-09C23FAEC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D8AEA1-0C70-46E7-DF99-4567844F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C75DD0-3827-B9E5-58DA-58BA33F2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EFBDF7-1C49-E603-8EB6-406C16EE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3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63EC1-0647-9E94-ABF7-F1F499C5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8F8B56-F85C-1B8D-7313-5875AC0D9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DA3E61-CDFB-C2D1-5FE9-76EE7092C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666D0-C3F6-A426-70C3-581D1841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D597C-78AD-0F4A-D942-C46C0B65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4FC9F-C14F-53EF-557E-7FCBDAFD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74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5C48A-6337-B292-14AE-93B29D12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A9372F-50E6-95E4-D8E5-0B4119D7A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9F408A-6FA5-B5BE-9E6C-EF9CD045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B6162-0EDC-D3F2-BE15-709D5584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E7968-F5EE-7683-B7CF-A3BE17CA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47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7F9A6A-CDCE-4966-D382-76435C7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EA9024-EB87-3028-E4C7-348392755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A557-AF55-9E0F-B798-D380BCBE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FC8F2B-AEF1-00E4-BC16-B2D0B99BB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A6C5C-E447-3A6D-ABE4-57D37CB4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57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47A1DE-83B3-D188-E4E7-C906DEF0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BA8161-88CF-6152-E0F6-9118211FF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A37B87-0383-32F8-9014-336C8CD8C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11E47-AA99-483D-A5C3-AAED5C13846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8B063-4530-23F4-5B34-301BC28DD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E70DB-E785-DA05-2738-449D3B98B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1A6BE-FC6D-4FF0-A3EF-7891C0C95B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34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.png"/><Relationship Id="rId299" Type="http://schemas.openxmlformats.org/officeDocument/2006/relationships/image" Target="../media/image143.png"/><Relationship Id="rId21" Type="http://schemas.openxmlformats.org/officeDocument/2006/relationships/image" Target="../media/image10.png"/><Relationship Id="rId63" Type="http://schemas.openxmlformats.org/officeDocument/2006/relationships/image" Target="../media/image30.png"/><Relationship Id="rId159" Type="http://schemas.openxmlformats.org/officeDocument/2006/relationships/image" Target="../media/image76.png"/><Relationship Id="rId324" Type="http://schemas.openxmlformats.org/officeDocument/2006/relationships/customXml" Target="../ink/ink168.xml"/><Relationship Id="rId366" Type="http://schemas.openxmlformats.org/officeDocument/2006/relationships/customXml" Target="../ink/ink190.xml"/><Relationship Id="rId170" Type="http://schemas.openxmlformats.org/officeDocument/2006/relationships/customXml" Target="../ink/ink88.xml"/><Relationship Id="rId226" Type="http://schemas.openxmlformats.org/officeDocument/2006/relationships/image" Target="../media/image108.png"/><Relationship Id="rId268" Type="http://schemas.openxmlformats.org/officeDocument/2006/relationships/customXml" Target="../ink/ink139.xml"/><Relationship Id="rId32" Type="http://schemas.openxmlformats.org/officeDocument/2006/relationships/image" Target="../media/image15.png"/><Relationship Id="rId74" Type="http://schemas.openxmlformats.org/officeDocument/2006/relationships/customXml" Target="../ink/ink38.xml"/><Relationship Id="rId128" Type="http://schemas.openxmlformats.org/officeDocument/2006/relationships/customXml" Target="../ink/ink66.xml"/><Relationship Id="rId335" Type="http://schemas.openxmlformats.org/officeDocument/2006/relationships/image" Target="../media/image160.png"/><Relationship Id="rId377" Type="http://schemas.openxmlformats.org/officeDocument/2006/relationships/image" Target="../media/image181.png"/><Relationship Id="rId5" Type="http://schemas.openxmlformats.org/officeDocument/2006/relationships/image" Target="../media/image2.png"/><Relationship Id="rId181" Type="http://schemas.openxmlformats.org/officeDocument/2006/relationships/image" Target="../media/image87.png"/><Relationship Id="rId237" Type="http://schemas.openxmlformats.org/officeDocument/2006/relationships/customXml" Target="../ink/ink123.xml"/><Relationship Id="rId402" Type="http://schemas.openxmlformats.org/officeDocument/2006/relationships/customXml" Target="../ink/ink208.xml"/><Relationship Id="rId279" Type="http://schemas.openxmlformats.org/officeDocument/2006/relationships/image" Target="../media/image134.png"/><Relationship Id="rId43" Type="http://schemas.openxmlformats.org/officeDocument/2006/relationships/customXml" Target="../ink/ink22.xml"/><Relationship Id="rId139" Type="http://schemas.openxmlformats.org/officeDocument/2006/relationships/customXml" Target="../ink/ink72.xml"/><Relationship Id="rId290" Type="http://schemas.openxmlformats.org/officeDocument/2006/relationships/customXml" Target="../ink/ink151.xml"/><Relationship Id="rId304" Type="http://schemas.openxmlformats.org/officeDocument/2006/relationships/customXml" Target="../ink/ink158.xml"/><Relationship Id="rId346" Type="http://schemas.openxmlformats.org/officeDocument/2006/relationships/customXml" Target="../ink/ink180.xml"/><Relationship Id="rId388" Type="http://schemas.openxmlformats.org/officeDocument/2006/relationships/customXml" Target="../ink/ink201.xml"/><Relationship Id="rId85" Type="http://schemas.openxmlformats.org/officeDocument/2006/relationships/customXml" Target="../ink/ink44.xml"/><Relationship Id="rId150" Type="http://schemas.openxmlformats.org/officeDocument/2006/relationships/image" Target="../media/image72.png"/><Relationship Id="rId192" Type="http://schemas.openxmlformats.org/officeDocument/2006/relationships/customXml" Target="../ink/ink99.xml"/><Relationship Id="rId206" Type="http://schemas.openxmlformats.org/officeDocument/2006/relationships/customXml" Target="../ink/ink107.xml"/><Relationship Id="rId413" Type="http://schemas.openxmlformats.org/officeDocument/2006/relationships/customXml" Target="../ink/ink214.xml"/><Relationship Id="rId248" Type="http://schemas.openxmlformats.org/officeDocument/2006/relationships/image" Target="../media/image119.png"/><Relationship Id="rId12" Type="http://schemas.openxmlformats.org/officeDocument/2006/relationships/customXml" Target="../ink/ink6.xml"/><Relationship Id="rId108" Type="http://schemas.openxmlformats.org/officeDocument/2006/relationships/customXml" Target="../ink/ink56.xml"/><Relationship Id="rId315" Type="http://schemas.openxmlformats.org/officeDocument/2006/relationships/image" Target="../media/image151.png"/><Relationship Id="rId357" Type="http://schemas.openxmlformats.org/officeDocument/2006/relationships/image" Target="../media/image171.png"/><Relationship Id="rId54" Type="http://schemas.openxmlformats.org/officeDocument/2006/relationships/image" Target="../media/image26.png"/><Relationship Id="rId96" Type="http://schemas.openxmlformats.org/officeDocument/2006/relationships/customXml" Target="../ink/ink50.xml"/><Relationship Id="rId161" Type="http://schemas.openxmlformats.org/officeDocument/2006/relationships/image" Target="../media/image77.png"/><Relationship Id="rId217" Type="http://schemas.openxmlformats.org/officeDocument/2006/relationships/customXml" Target="../ink/ink113.xml"/><Relationship Id="rId399" Type="http://schemas.openxmlformats.org/officeDocument/2006/relationships/image" Target="../media/image192.png"/><Relationship Id="rId259" Type="http://schemas.openxmlformats.org/officeDocument/2006/relationships/image" Target="../media/image124.png"/><Relationship Id="rId23" Type="http://schemas.openxmlformats.org/officeDocument/2006/relationships/image" Target="../media/image11.png"/><Relationship Id="rId119" Type="http://schemas.openxmlformats.org/officeDocument/2006/relationships/image" Target="../media/image57.png"/><Relationship Id="rId270" Type="http://schemas.openxmlformats.org/officeDocument/2006/relationships/customXml" Target="../ink/ink140.xml"/><Relationship Id="rId326" Type="http://schemas.openxmlformats.org/officeDocument/2006/relationships/customXml" Target="../ink/ink170.xml"/><Relationship Id="rId65" Type="http://schemas.openxmlformats.org/officeDocument/2006/relationships/image" Target="../media/image31.png"/><Relationship Id="rId130" Type="http://schemas.openxmlformats.org/officeDocument/2006/relationships/image" Target="../media/image62.png"/><Relationship Id="rId368" Type="http://schemas.openxmlformats.org/officeDocument/2006/relationships/customXml" Target="../ink/ink191.xml"/><Relationship Id="rId172" Type="http://schemas.openxmlformats.org/officeDocument/2006/relationships/customXml" Target="../ink/ink89.xml"/><Relationship Id="rId228" Type="http://schemas.openxmlformats.org/officeDocument/2006/relationships/image" Target="../media/image109.png"/><Relationship Id="rId281" Type="http://schemas.openxmlformats.org/officeDocument/2006/relationships/image" Target="../media/image135.png"/><Relationship Id="rId337" Type="http://schemas.openxmlformats.org/officeDocument/2006/relationships/image" Target="../media/image161.png"/><Relationship Id="rId34" Type="http://schemas.openxmlformats.org/officeDocument/2006/relationships/image" Target="../media/image16.png"/><Relationship Id="rId76" Type="http://schemas.openxmlformats.org/officeDocument/2006/relationships/image" Target="../media/image36.png"/><Relationship Id="rId141" Type="http://schemas.openxmlformats.org/officeDocument/2006/relationships/customXml" Target="../ink/ink73.xml"/><Relationship Id="rId379" Type="http://schemas.openxmlformats.org/officeDocument/2006/relationships/image" Target="../media/image182.png"/><Relationship Id="rId7" Type="http://schemas.openxmlformats.org/officeDocument/2006/relationships/image" Target="../media/image3.png"/><Relationship Id="rId183" Type="http://schemas.openxmlformats.org/officeDocument/2006/relationships/image" Target="../media/image88.png"/><Relationship Id="rId239" Type="http://schemas.openxmlformats.org/officeDocument/2006/relationships/customXml" Target="../ink/ink124.xml"/><Relationship Id="rId390" Type="http://schemas.openxmlformats.org/officeDocument/2006/relationships/customXml" Target="../ink/ink202.xml"/><Relationship Id="rId404" Type="http://schemas.openxmlformats.org/officeDocument/2006/relationships/customXml" Target="../ink/ink209.xml"/><Relationship Id="rId250" Type="http://schemas.openxmlformats.org/officeDocument/2006/relationships/image" Target="../media/image120.png"/><Relationship Id="rId292" Type="http://schemas.openxmlformats.org/officeDocument/2006/relationships/customXml" Target="../ink/ink152.xml"/><Relationship Id="rId306" Type="http://schemas.openxmlformats.org/officeDocument/2006/relationships/customXml" Target="../ink/ink159.xml"/><Relationship Id="rId45" Type="http://schemas.openxmlformats.org/officeDocument/2006/relationships/customXml" Target="../ink/ink23.xml"/><Relationship Id="rId87" Type="http://schemas.openxmlformats.org/officeDocument/2006/relationships/image" Target="../media/image41.png"/><Relationship Id="rId110" Type="http://schemas.openxmlformats.org/officeDocument/2006/relationships/customXml" Target="../ink/ink57.xml"/><Relationship Id="rId348" Type="http://schemas.openxmlformats.org/officeDocument/2006/relationships/customXml" Target="../ink/ink181.xml"/><Relationship Id="rId152" Type="http://schemas.openxmlformats.org/officeDocument/2006/relationships/image" Target="../media/image73.png"/><Relationship Id="rId194" Type="http://schemas.openxmlformats.org/officeDocument/2006/relationships/customXml" Target="../ink/ink100.xml"/><Relationship Id="rId208" Type="http://schemas.openxmlformats.org/officeDocument/2006/relationships/customXml" Target="../ink/ink108.xml"/><Relationship Id="rId415" Type="http://schemas.openxmlformats.org/officeDocument/2006/relationships/customXml" Target="../ink/ink215.xml"/><Relationship Id="rId261" Type="http://schemas.openxmlformats.org/officeDocument/2006/relationships/image" Target="../media/image125.png"/><Relationship Id="rId14" Type="http://schemas.openxmlformats.org/officeDocument/2006/relationships/customXml" Target="../ink/ink7.xml"/><Relationship Id="rId56" Type="http://schemas.openxmlformats.org/officeDocument/2006/relationships/image" Target="../media/image27.png"/><Relationship Id="rId317" Type="http://schemas.openxmlformats.org/officeDocument/2006/relationships/image" Target="../media/image152.png"/><Relationship Id="rId359" Type="http://schemas.openxmlformats.org/officeDocument/2006/relationships/image" Target="../media/image172.png"/><Relationship Id="rId98" Type="http://schemas.openxmlformats.org/officeDocument/2006/relationships/customXml" Target="../ink/ink51.xml"/><Relationship Id="rId121" Type="http://schemas.openxmlformats.org/officeDocument/2006/relationships/image" Target="../media/image58.png"/><Relationship Id="rId163" Type="http://schemas.openxmlformats.org/officeDocument/2006/relationships/image" Target="../media/image78.png"/><Relationship Id="rId219" Type="http://schemas.openxmlformats.org/officeDocument/2006/relationships/customXml" Target="../ink/ink114.xml"/><Relationship Id="rId370" Type="http://schemas.openxmlformats.org/officeDocument/2006/relationships/customXml" Target="../ink/ink192.xml"/><Relationship Id="rId230" Type="http://schemas.openxmlformats.org/officeDocument/2006/relationships/image" Target="../media/image110.png"/><Relationship Id="rId25" Type="http://schemas.openxmlformats.org/officeDocument/2006/relationships/image" Target="../media/image12.png"/><Relationship Id="rId67" Type="http://schemas.openxmlformats.org/officeDocument/2006/relationships/image" Target="../media/image32.png"/><Relationship Id="rId272" Type="http://schemas.openxmlformats.org/officeDocument/2006/relationships/customXml" Target="../ink/ink141.xml"/><Relationship Id="rId328" Type="http://schemas.openxmlformats.org/officeDocument/2006/relationships/customXml" Target="../ink/ink171.xml"/><Relationship Id="rId132" Type="http://schemas.openxmlformats.org/officeDocument/2006/relationships/image" Target="../media/image63.png"/><Relationship Id="rId174" Type="http://schemas.openxmlformats.org/officeDocument/2006/relationships/customXml" Target="../ink/ink90.xml"/><Relationship Id="rId381" Type="http://schemas.openxmlformats.org/officeDocument/2006/relationships/image" Target="../media/image183.png"/><Relationship Id="rId241" Type="http://schemas.openxmlformats.org/officeDocument/2006/relationships/customXml" Target="../ink/ink125.xml"/><Relationship Id="rId36" Type="http://schemas.openxmlformats.org/officeDocument/2006/relationships/image" Target="../media/image17.png"/><Relationship Id="rId283" Type="http://schemas.openxmlformats.org/officeDocument/2006/relationships/image" Target="../media/image136.png"/><Relationship Id="rId339" Type="http://schemas.openxmlformats.org/officeDocument/2006/relationships/image" Target="../media/image162.png"/><Relationship Id="rId78" Type="http://schemas.openxmlformats.org/officeDocument/2006/relationships/image" Target="../media/image37.png"/><Relationship Id="rId101" Type="http://schemas.openxmlformats.org/officeDocument/2006/relationships/image" Target="../media/image48.png"/><Relationship Id="rId143" Type="http://schemas.openxmlformats.org/officeDocument/2006/relationships/customXml" Target="../ink/ink74.xml"/><Relationship Id="rId185" Type="http://schemas.openxmlformats.org/officeDocument/2006/relationships/image" Target="../media/image89.png"/><Relationship Id="rId350" Type="http://schemas.openxmlformats.org/officeDocument/2006/relationships/customXml" Target="../ink/ink182.xml"/><Relationship Id="rId406" Type="http://schemas.openxmlformats.org/officeDocument/2006/relationships/customXml" Target="../ink/ink210.xml"/><Relationship Id="rId9" Type="http://schemas.openxmlformats.org/officeDocument/2006/relationships/image" Target="../media/image4.png"/><Relationship Id="rId210" Type="http://schemas.openxmlformats.org/officeDocument/2006/relationships/customXml" Target="../ink/ink109.xml"/><Relationship Id="rId392" Type="http://schemas.openxmlformats.org/officeDocument/2006/relationships/customXml" Target="../ink/ink203.xml"/><Relationship Id="rId252" Type="http://schemas.openxmlformats.org/officeDocument/2006/relationships/image" Target="../media/image121.png"/><Relationship Id="rId294" Type="http://schemas.openxmlformats.org/officeDocument/2006/relationships/customXml" Target="../ink/ink153.xml"/><Relationship Id="rId308" Type="http://schemas.openxmlformats.org/officeDocument/2006/relationships/customXml" Target="../ink/ink160.xml"/><Relationship Id="rId47" Type="http://schemas.openxmlformats.org/officeDocument/2006/relationships/customXml" Target="../ink/ink24.xml"/><Relationship Id="rId89" Type="http://schemas.openxmlformats.org/officeDocument/2006/relationships/image" Target="../media/image42.png"/><Relationship Id="rId112" Type="http://schemas.openxmlformats.org/officeDocument/2006/relationships/customXml" Target="../ink/ink58.xml"/><Relationship Id="rId154" Type="http://schemas.openxmlformats.org/officeDocument/2006/relationships/image" Target="../media/image74.png"/><Relationship Id="rId361" Type="http://schemas.openxmlformats.org/officeDocument/2006/relationships/image" Target="../media/image173.png"/><Relationship Id="rId196" Type="http://schemas.openxmlformats.org/officeDocument/2006/relationships/customXml" Target="../ink/ink101.xml"/><Relationship Id="rId417" Type="http://schemas.openxmlformats.org/officeDocument/2006/relationships/image" Target="../media/image200.png"/><Relationship Id="rId16" Type="http://schemas.openxmlformats.org/officeDocument/2006/relationships/customXml" Target="../ink/ink8.xml"/><Relationship Id="rId221" Type="http://schemas.openxmlformats.org/officeDocument/2006/relationships/customXml" Target="../ink/ink115.xml"/><Relationship Id="rId263" Type="http://schemas.openxmlformats.org/officeDocument/2006/relationships/image" Target="../media/image126.png"/><Relationship Id="rId319" Type="http://schemas.openxmlformats.org/officeDocument/2006/relationships/image" Target="../media/image153.png"/><Relationship Id="rId58" Type="http://schemas.openxmlformats.org/officeDocument/2006/relationships/image" Target="../media/image28.png"/><Relationship Id="rId123" Type="http://schemas.openxmlformats.org/officeDocument/2006/relationships/image" Target="../media/image59.png"/><Relationship Id="rId330" Type="http://schemas.openxmlformats.org/officeDocument/2006/relationships/customXml" Target="../ink/ink172.xml"/><Relationship Id="rId165" Type="http://schemas.openxmlformats.org/officeDocument/2006/relationships/image" Target="../media/image79.png"/><Relationship Id="rId372" Type="http://schemas.openxmlformats.org/officeDocument/2006/relationships/customXml" Target="../ink/ink193.xml"/><Relationship Id="rId232" Type="http://schemas.openxmlformats.org/officeDocument/2006/relationships/image" Target="../media/image111.png"/><Relationship Id="rId274" Type="http://schemas.openxmlformats.org/officeDocument/2006/relationships/customXml" Target="../ink/ink142.xml"/><Relationship Id="rId27" Type="http://schemas.openxmlformats.org/officeDocument/2006/relationships/image" Target="../media/image13.png"/><Relationship Id="rId69" Type="http://schemas.openxmlformats.org/officeDocument/2006/relationships/image" Target="../media/image33.png"/><Relationship Id="rId134" Type="http://schemas.openxmlformats.org/officeDocument/2006/relationships/image" Target="../media/image64.png"/><Relationship Id="rId80" Type="http://schemas.openxmlformats.org/officeDocument/2006/relationships/image" Target="../media/image38.png"/><Relationship Id="rId176" Type="http://schemas.openxmlformats.org/officeDocument/2006/relationships/customXml" Target="../ink/ink91.xml"/><Relationship Id="rId341" Type="http://schemas.openxmlformats.org/officeDocument/2006/relationships/image" Target="../media/image163.png"/><Relationship Id="rId383" Type="http://schemas.openxmlformats.org/officeDocument/2006/relationships/image" Target="../media/image184.png"/><Relationship Id="rId201" Type="http://schemas.openxmlformats.org/officeDocument/2006/relationships/image" Target="../media/image97.png"/><Relationship Id="rId222" Type="http://schemas.openxmlformats.org/officeDocument/2006/relationships/image" Target="../media/image106.png"/><Relationship Id="rId243" Type="http://schemas.openxmlformats.org/officeDocument/2006/relationships/customXml" Target="../ink/ink126.xml"/><Relationship Id="rId264" Type="http://schemas.openxmlformats.org/officeDocument/2006/relationships/customXml" Target="../ink/ink137.xml"/><Relationship Id="rId285" Type="http://schemas.openxmlformats.org/officeDocument/2006/relationships/customXml" Target="../ink/ink148.xml"/><Relationship Id="rId17" Type="http://schemas.openxmlformats.org/officeDocument/2006/relationships/image" Target="../media/image8.png"/><Relationship Id="rId38" Type="http://schemas.openxmlformats.org/officeDocument/2006/relationships/image" Target="../media/image18.png"/><Relationship Id="rId59" Type="http://schemas.openxmlformats.org/officeDocument/2006/relationships/customXml" Target="../ink/ink30.xml"/><Relationship Id="rId103" Type="http://schemas.openxmlformats.org/officeDocument/2006/relationships/image" Target="../media/image49.png"/><Relationship Id="rId124" Type="http://schemas.openxmlformats.org/officeDocument/2006/relationships/customXml" Target="../ink/ink64.xml"/><Relationship Id="rId310" Type="http://schemas.openxmlformats.org/officeDocument/2006/relationships/customXml" Target="../ink/ink161.xml"/><Relationship Id="rId70" Type="http://schemas.openxmlformats.org/officeDocument/2006/relationships/customXml" Target="../ink/ink36.xml"/><Relationship Id="rId91" Type="http://schemas.openxmlformats.org/officeDocument/2006/relationships/image" Target="../media/image43.png"/><Relationship Id="rId145" Type="http://schemas.openxmlformats.org/officeDocument/2006/relationships/customXml" Target="../ink/ink75.xml"/><Relationship Id="rId166" Type="http://schemas.openxmlformats.org/officeDocument/2006/relationships/customXml" Target="../ink/ink86.xml"/><Relationship Id="rId187" Type="http://schemas.openxmlformats.org/officeDocument/2006/relationships/image" Target="../media/image90.png"/><Relationship Id="rId331" Type="http://schemas.openxmlformats.org/officeDocument/2006/relationships/image" Target="../media/image158.png"/><Relationship Id="rId352" Type="http://schemas.openxmlformats.org/officeDocument/2006/relationships/customXml" Target="../ink/ink183.xml"/><Relationship Id="rId373" Type="http://schemas.openxmlformats.org/officeDocument/2006/relationships/image" Target="../media/image179.png"/><Relationship Id="rId394" Type="http://schemas.openxmlformats.org/officeDocument/2006/relationships/customXml" Target="../ink/ink204.xml"/><Relationship Id="rId408" Type="http://schemas.openxmlformats.org/officeDocument/2006/relationships/customXml" Target="../ink/ink211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10.xml"/><Relationship Id="rId233" Type="http://schemas.openxmlformats.org/officeDocument/2006/relationships/customXml" Target="../ink/ink121.xml"/><Relationship Id="rId254" Type="http://schemas.openxmlformats.org/officeDocument/2006/relationships/image" Target="../media/image122.png"/><Relationship Id="rId28" Type="http://schemas.openxmlformats.org/officeDocument/2006/relationships/customXml" Target="../ink/ink14.xml"/><Relationship Id="rId49" Type="http://schemas.openxmlformats.org/officeDocument/2006/relationships/customXml" Target="../ink/ink25.xml"/><Relationship Id="rId114" Type="http://schemas.openxmlformats.org/officeDocument/2006/relationships/customXml" Target="../ink/ink59.xml"/><Relationship Id="rId275" Type="http://schemas.openxmlformats.org/officeDocument/2006/relationships/image" Target="../media/image132.png"/><Relationship Id="rId296" Type="http://schemas.openxmlformats.org/officeDocument/2006/relationships/customXml" Target="../ink/ink154.xml"/><Relationship Id="rId300" Type="http://schemas.openxmlformats.org/officeDocument/2006/relationships/customXml" Target="../ink/ink156.xml"/><Relationship Id="rId60" Type="http://schemas.openxmlformats.org/officeDocument/2006/relationships/customXml" Target="../ink/ink31.xml"/><Relationship Id="rId81" Type="http://schemas.openxmlformats.org/officeDocument/2006/relationships/customXml" Target="../ink/ink42.xml"/><Relationship Id="rId135" Type="http://schemas.openxmlformats.org/officeDocument/2006/relationships/customXml" Target="../ink/ink70.xml"/><Relationship Id="rId156" Type="http://schemas.openxmlformats.org/officeDocument/2006/relationships/image" Target="../media/image75.png"/><Relationship Id="rId177" Type="http://schemas.openxmlformats.org/officeDocument/2006/relationships/image" Target="../media/image85.png"/><Relationship Id="rId198" Type="http://schemas.openxmlformats.org/officeDocument/2006/relationships/customXml" Target="../ink/ink102.xml"/><Relationship Id="rId321" Type="http://schemas.openxmlformats.org/officeDocument/2006/relationships/image" Target="../media/image154.png"/><Relationship Id="rId342" Type="http://schemas.openxmlformats.org/officeDocument/2006/relationships/customXml" Target="../ink/ink178.xml"/><Relationship Id="rId363" Type="http://schemas.openxmlformats.org/officeDocument/2006/relationships/image" Target="../media/image174.png"/><Relationship Id="rId384" Type="http://schemas.openxmlformats.org/officeDocument/2006/relationships/customXml" Target="../ink/ink199.xml"/><Relationship Id="rId202" Type="http://schemas.openxmlformats.org/officeDocument/2006/relationships/customXml" Target="../ink/ink104.xml"/><Relationship Id="rId223" Type="http://schemas.openxmlformats.org/officeDocument/2006/relationships/customXml" Target="../ink/ink116.xml"/><Relationship Id="rId244" Type="http://schemas.openxmlformats.org/officeDocument/2006/relationships/image" Target="../media/image117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265" Type="http://schemas.openxmlformats.org/officeDocument/2006/relationships/image" Target="../media/image127.png"/><Relationship Id="rId286" Type="http://schemas.openxmlformats.org/officeDocument/2006/relationships/customXml" Target="../ink/ink149.xml"/><Relationship Id="rId50" Type="http://schemas.openxmlformats.org/officeDocument/2006/relationships/image" Target="../media/image24.png"/><Relationship Id="rId104" Type="http://schemas.openxmlformats.org/officeDocument/2006/relationships/customXml" Target="../ink/ink54.xml"/><Relationship Id="rId125" Type="http://schemas.openxmlformats.org/officeDocument/2006/relationships/image" Target="../media/image60.png"/><Relationship Id="rId146" Type="http://schemas.openxmlformats.org/officeDocument/2006/relationships/image" Target="../media/image70.png"/><Relationship Id="rId167" Type="http://schemas.openxmlformats.org/officeDocument/2006/relationships/image" Target="../media/image80.png"/><Relationship Id="rId188" Type="http://schemas.openxmlformats.org/officeDocument/2006/relationships/customXml" Target="../ink/ink97.xml"/><Relationship Id="rId311" Type="http://schemas.openxmlformats.org/officeDocument/2006/relationships/image" Target="../media/image149.png"/><Relationship Id="rId332" Type="http://schemas.openxmlformats.org/officeDocument/2006/relationships/customXml" Target="../ink/ink173.xml"/><Relationship Id="rId353" Type="http://schemas.openxmlformats.org/officeDocument/2006/relationships/image" Target="../media/image169.png"/><Relationship Id="rId374" Type="http://schemas.openxmlformats.org/officeDocument/2006/relationships/customXml" Target="../ink/ink194.xml"/><Relationship Id="rId395" Type="http://schemas.openxmlformats.org/officeDocument/2006/relationships/image" Target="../media/image190.png"/><Relationship Id="rId409" Type="http://schemas.openxmlformats.org/officeDocument/2006/relationships/image" Target="../media/image197.png"/><Relationship Id="rId71" Type="http://schemas.openxmlformats.org/officeDocument/2006/relationships/image" Target="../media/image34.png"/><Relationship Id="rId92" Type="http://schemas.openxmlformats.org/officeDocument/2006/relationships/customXml" Target="../ink/ink48.xml"/><Relationship Id="rId213" Type="http://schemas.openxmlformats.org/officeDocument/2006/relationships/customXml" Target="../ink/ink111.xml"/><Relationship Id="rId234" Type="http://schemas.openxmlformats.org/officeDocument/2006/relationships/image" Target="../media/image112.png"/><Relationship Id="rId2" Type="http://schemas.openxmlformats.org/officeDocument/2006/relationships/customXml" Target="../ink/ink1.xml"/><Relationship Id="rId29" Type="http://schemas.openxmlformats.org/officeDocument/2006/relationships/customXml" Target="../ink/ink15.xml"/><Relationship Id="rId255" Type="http://schemas.openxmlformats.org/officeDocument/2006/relationships/customXml" Target="../ink/ink132.xml"/><Relationship Id="rId276" Type="http://schemas.openxmlformats.org/officeDocument/2006/relationships/customXml" Target="../ink/ink143.xml"/><Relationship Id="rId297" Type="http://schemas.openxmlformats.org/officeDocument/2006/relationships/image" Target="../media/image142.png"/><Relationship Id="rId40" Type="http://schemas.openxmlformats.org/officeDocument/2006/relationships/image" Target="../media/image19.png"/><Relationship Id="rId115" Type="http://schemas.openxmlformats.org/officeDocument/2006/relationships/image" Target="../media/image55.png"/><Relationship Id="rId136" Type="http://schemas.openxmlformats.org/officeDocument/2006/relationships/image" Target="../media/image65.png"/><Relationship Id="rId157" Type="http://schemas.openxmlformats.org/officeDocument/2006/relationships/customXml" Target="../ink/ink81.xml"/><Relationship Id="rId178" Type="http://schemas.openxmlformats.org/officeDocument/2006/relationships/customXml" Target="../ink/ink92.xml"/><Relationship Id="rId301" Type="http://schemas.openxmlformats.org/officeDocument/2006/relationships/image" Target="../media/image144.png"/><Relationship Id="rId322" Type="http://schemas.openxmlformats.org/officeDocument/2006/relationships/customXml" Target="../ink/ink167.xml"/><Relationship Id="rId343" Type="http://schemas.openxmlformats.org/officeDocument/2006/relationships/image" Target="../media/image164.png"/><Relationship Id="rId364" Type="http://schemas.openxmlformats.org/officeDocument/2006/relationships/customXml" Target="../ink/ink189.xml"/><Relationship Id="rId61" Type="http://schemas.openxmlformats.org/officeDocument/2006/relationships/image" Target="../media/image29.png"/><Relationship Id="rId82" Type="http://schemas.openxmlformats.org/officeDocument/2006/relationships/image" Target="../media/image39.png"/><Relationship Id="rId199" Type="http://schemas.openxmlformats.org/officeDocument/2006/relationships/image" Target="../media/image96.png"/><Relationship Id="rId203" Type="http://schemas.openxmlformats.org/officeDocument/2006/relationships/image" Target="../media/image98.png"/><Relationship Id="rId385" Type="http://schemas.openxmlformats.org/officeDocument/2006/relationships/image" Target="../media/image185.png"/><Relationship Id="rId19" Type="http://schemas.openxmlformats.org/officeDocument/2006/relationships/image" Target="../media/image9.png"/><Relationship Id="rId224" Type="http://schemas.openxmlformats.org/officeDocument/2006/relationships/image" Target="../media/image107.png"/><Relationship Id="rId245" Type="http://schemas.openxmlformats.org/officeDocument/2006/relationships/customXml" Target="../ink/ink127.xml"/><Relationship Id="rId266" Type="http://schemas.openxmlformats.org/officeDocument/2006/relationships/customXml" Target="../ink/ink138.xml"/><Relationship Id="rId287" Type="http://schemas.openxmlformats.org/officeDocument/2006/relationships/image" Target="../media/image137.png"/><Relationship Id="rId410" Type="http://schemas.openxmlformats.org/officeDocument/2006/relationships/customXml" Target="../ink/ink212.xml"/><Relationship Id="rId30" Type="http://schemas.openxmlformats.org/officeDocument/2006/relationships/image" Target="../media/image14.png"/><Relationship Id="rId105" Type="http://schemas.openxmlformats.org/officeDocument/2006/relationships/image" Target="../media/image50.png"/><Relationship Id="rId126" Type="http://schemas.openxmlformats.org/officeDocument/2006/relationships/customXml" Target="../ink/ink65.xml"/><Relationship Id="rId147" Type="http://schemas.openxmlformats.org/officeDocument/2006/relationships/customXml" Target="../ink/ink76.xml"/><Relationship Id="rId168" Type="http://schemas.openxmlformats.org/officeDocument/2006/relationships/customXml" Target="../ink/ink87.xml"/><Relationship Id="rId312" Type="http://schemas.openxmlformats.org/officeDocument/2006/relationships/customXml" Target="../ink/ink162.xml"/><Relationship Id="rId333" Type="http://schemas.openxmlformats.org/officeDocument/2006/relationships/image" Target="../media/image159.png"/><Relationship Id="rId354" Type="http://schemas.openxmlformats.org/officeDocument/2006/relationships/customXml" Target="../ink/ink184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image" Target="../media/image44.png"/><Relationship Id="rId189" Type="http://schemas.openxmlformats.org/officeDocument/2006/relationships/image" Target="../media/image91.png"/><Relationship Id="rId375" Type="http://schemas.openxmlformats.org/officeDocument/2006/relationships/image" Target="../media/image180.png"/><Relationship Id="rId396" Type="http://schemas.openxmlformats.org/officeDocument/2006/relationships/customXml" Target="../ink/ink205.xml"/><Relationship Id="rId3" Type="http://schemas.openxmlformats.org/officeDocument/2006/relationships/image" Target="../media/image1.png"/><Relationship Id="rId214" Type="http://schemas.openxmlformats.org/officeDocument/2006/relationships/image" Target="../media/image102.png"/><Relationship Id="rId235" Type="http://schemas.openxmlformats.org/officeDocument/2006/relationships/customXml" Target="../ink/ink122.xml"/><Relationship Id="rId256" Type="http://schemas.openxmlformats.org/officeDocument/2006/relationships/image" Target="../media/image123.png"/><Relationship Id="rId277" Type="http://schemas.openxmlformats.org/officeDocument/2006/relationships/image" Target="../media/image133.png"/><Relationship Id="rId298" Type="http://schemas.openxmlformats.org/officeDocument/2006/relationships/customXml" Target="../ink/ink155.xml"/><Relationship Id="rId400" Type="http://schemas.openxmlformats.org/officeDocument/2006/relationships/customXml" Target="../ink/ink207.xml"/><Relationship Id="rId116" Type="http://schemas.openxmlformats.org/officeDocument/2006/relationships/customXml" Target="../ink/ink60.xml"/><Relationship Id="rId137" Type="http://schemas.openxmlformats.org/officeDocument/2006/relationships/customXml" Target="../ink/ink71.xml"/><Relationship Id="rId158" Type="http://schemas.openxmlformats.org/officeDocument/2006/relationships/customXml" Target="../ink/ink82.xml"/><Relationship Id="rId302" Type="http://schemas.openxmlformats.org/officeDocument/2006/relationships/customXml" Target="../ink/ink157.xml"/><Relationship Id="rId323" Type="http://schemas.openxmlformats.org/officeDocument/2006/relationships/image" Target="../media/image155.png"/><Relationship Id="rId344" Type="http://schemas.openxmlformats.org/officeDocument/2006/relationships/customXml" Target="../ink/ink179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62" Type="http://schemas.openxmlformats.org/officeDocument/2006/relationships/customXml" Target="../ink/ink32.xml"/><Relationship Id="rId83" Type="http://schemas.openxmlformats.org/officeDocument/2006/relationships/customXml" Target="../ink/ink43.xml"/><Relationship Id="rId179" Type="http://schemas.openxmlformats.org/officeDocument/2006/relationships/image" Target="../media/image86.png"/><Relationship Id="rId365" Type="http://schemas.openxmlformats.org/officeDocument/2006/relationships/image" Target="../media/image175.png"/><Relationship Id="rId386" Type="http://schemas.openxmlformats.org/officeDocument/2006/relationships/customXml" Target="../ink/ink200.xml"/><Relationship Id="rId190" Type="http://schemas.openxmlformats.org/officeDocument/2006/relationships/customXml" Target="../ink/ink98.xml"/><Relationship Id="rId204" Type="http://schemas.openxmlformats.org/officeDocument/2006/relationships/customXml" Target="../ink/ink105.xml"/><Relationship Id="rId225" Type="http://schemas.openxmlformats.org/officeDocument/2006/relationships/customXml" Target="../ink/ink117.xml"/><Relationship Id="rId246" Type="http://schemas.openxmlformats.org/officeDocument/2006/relationships/image" Target="../media/image118.png"/><Relationship Id="rId267" Type="http://schemas.openxmlformats.org/officeDocument/2006/relationships/image" Target="../media/image128.png"/><Relationship Id="rId288" Type="http://schemas.openxmlformats.org/officeDocument/2006/relationships/customXml" Target="../ink/ink150.xml"/><Relationship Id="rId411" Type="http://schemas.openxmlformats.org/officeDocument/2006/relationships/image" Target="../media/image198.png"/><Relationship Id="rId106" Type="http://schemas.openxmlformats.org/officeDocument/2006/relationships/customXml" Target="../ink/ink55.xml"/><Relationship Id="rId127" Type="http://schemas.openxmlformats.org/officeDocument/2006/relationships/image" Target="../media/image61.png"/><Relationship Id="rId313" Type="http://schemas.openxmlformats.org/officeDocument/2006/relationships/image" Target="../media/image150.png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52" Type="http://schemas.openxmlformats.org/officeDocument/2006/relationships/image" Target="../media/image25.png"/><Relationship Id="rId73" Type="http://schemas.openxmlformats.org/officeDocument/2006/relationships/image" Target="../media/image35.png"/><Relationship Id="rId94" Type="http://schemas.openxmlformats.org/officeDocument/2006/relationships/customXml" Target="../ink/ink49.xml"/><Relationship Id="rId148" Type="http://schemas.openxmlformats.org/officeDocument/2006/relationships/image" Target="../media/image71.png"/><Relationship Id="rId169" Type="http://schemas.openxmlformats.org/officeDocument/2006/relationships/image" Target="../media/image81.png"/><Relationship Id="rId334" Type="http://schemas.openxmlformats.org/officeDocument/2006/relationships/customXml" Target="../ink/ink174.xml"/><Relationship Id="rId355" Type="http://schemas.openxmlformats.org/officeDocument/2006/relationships/image" Target="../media/image170.png"/><Relationship Id="rId376" Type="http://schemas.openxmlformats.org/officeDocument/2006/relationships/customXml" Target="../ink/ink195.xml"/><Relationship Id="rId397" Type="http://schemas.openxmlformats.org/officeDocument/2006/relationships/image" Target="../media/image191.png"/><Relationship Id="rId4" Type="http://schemas.openxmlformats.org/officeDocument/2006/relationships/customXml" Target="../ink/ink2.xml"/><Relationship Id="rId180" Type="http://schemas.openxmlformats.org/officeDocument/2006/relationships/customXml" Target="../ink/ink93.xml"/><Relationship Id="rId215" Type="http://schemas.openxmlformats.org/officeDocument/2006/relationships/customXml" Target="../ink/ink112.xml"/><Relationship Id="rId236" Type="http://schemas.openxmlformats.org/officeDocument/2006/relationships/image" Target="../media/image113.png"/><Relationship Id="rId257" Type="http://schemas.openxmlformats.org/officeDocument/2006/relationships/customXml" Target="../ink/ink133.xml"/><Relationship Id="rId278" Type="http://schemas.openxmlformats.org/officeDocument/2006/relationships/customXml" Target="../ink/ink144.xml"/><Relationship Id="rId401" Type="http://schemas.openxmlformats.org/officeDocument/2006/relationships/image" Target="../media/image193.png"/><Relationship Id="rId303" Type="http://schemas.openxmlformats.org/officeDocument/2006/relationships/image" Target="../media/image145.png"/><Relationship Id="rId42" Type="http://schemas.openxmlformats.org/officeDocument/2006/relationships/image" Target="../media/image20.png"/><Relationship Id="rId84" Type="http://schemas.openxmlformats.org/officeDocument/2006/relationships/image" Target="../media/image40.png"/><Relationship Id="rId138" Type="http://schemas.openxmlformats.org/officeDocument/2006/relationships/image" Target="../media/image66.png"/><Relationship Id="rId345" Type="http://schemas.openxmlformats.org/officeDocument/2006/relationships/image" Target="../media/image165.png"/><Relationship Id="rId387" Type="http://schemas.openxmlformats.org/officeDocument/2006/relationships/image" Target="../media/image186.png"/><Relationship Id="rId191" Type="http://schemas.openxmlformats.org/officeDocument/2006/relationships/image" Target="../media/image92.png"/><Relationship Id="rId205" Type="http://schemas.openxmlformats.org/officeDocument/2006/relationships/customXml" Target="../ink/ink106.xml"/><Relationship Id="rId247" Type="http://schemas.openxmlformats.org/officeDocument/2006/relationships/customXml" Target="../ink/ink128.xml"/><Relationship Id="rId412" Type="http://schemas.openxmlformats.org/officeDocument/2006/relationships/customXml" Target="../ink/ink213.xml"/><Relationship Id="rId107" Type="http://schemas.openxmlformats.org/officeDocument/2006/relationships/image" Target="../media/image51.png"/><Relationship Id="rId289" Type="http://schemas.openxmlformats.org/officeDocument/2006/relationships/image" Target="../media/image138.png"/><Relationship Id="rId11" Type="http://schemas.openxmlformats.org/officeDocument/2006/relationships/image" Target="../media/image5.png"/><Relationship Id="rId53" Type="http://schemas.openxmlformats.org/officeDocument/2006/relationships/customXml" Target="../ink/ink27.xml"/><Relationship Id="rId149" Type="http://schemas.openxmlformats.org/officeDocument/2006/relationships/customXml" Target="../ink/ink77.xml"/><Relationship Id="rId314" Type="http://schemas.openxmlformats.org/officeDocument/2006/relationships/customXml" Target="../ink/ink163.xml"/><Relationship Id="rId356" Type="http://schemas.openxmlformats.org/officeDocument/2006/relationships/customXml" Target="../ink/ink185.xml"/><Relationship Id="rId398" Type="http://schemas.openxmlformats.org/officeDocument/2006/relationships/customXml" Target="../ink/ink206.xml"/><Relationship Id="rId95" Type="http://schemas.openxmlformats.org/officeDocument/2006/relationships/image" Target="../media/image45.png"/><Relationship Id="rId160" Type="http://schemas.openxmlformats.org/officeDocument/2006/relationships/customXml" Target="../ink/ink83.xml"/><Relationship Id="rId216" Type="http://schemas.openxmlformats.org/officeDocument/2006/relationships/image" Target="../media/image103.png"/><Relationship Id="rId258" Type="http://schemas.openxmlformats.org/officeDocument/2006/relationships/customXml" Target="../ink/ink134.xml"/><Relationship Id="rId22" Type="http://schemas.openxmlformats.org/officeDocument/2006/relationships/customXml" Target="../ink/ink11.xml"/><Relationship Id="rId64" Type="http://schemas.openxmlformats.org/officeDocument/2006/relationships/customXml" Target="../ink/ink33.xml"/><Relationship Id="rId118" Type="http://schemas.openxmlformats.org/officeDocument/2006/relationships/customXml" Target="../ink/ink61.xml"/><Relationship Id="rId325" Type="http://schemas.openxmlformats.org/officeDocument/2006/relationships/customXml" Target="../ink/ink169.xml"/><Relationship Id="rId367" Type="http://schemas.openxmlformats.org/officeDocument/2006/relationships/image" Target="../media/image176.png"/><Relationship Id="rId171" Type="http://schemas.openxmlformats.org/officeDocument/2006/relationships/image" Target="../media/image82.png"/><Relationship Id="rId227" Type="http://schemas.openxmlformats.org/officeDocument/2006/relationships/customXml" Target="../ink/ink118.xml"/><Relationship Id="rId269" Type="http://schemas.openxmlformats.org/officeDocument/2006/relationships/image" Target="../media/image129.png"/><Relationship Id="rId33" Type="http://schemas.openxmlformats.org/officeDocument/2006/relationships/customXml" Target="../ink/ink17.xml"/><Relationship Id="rId129" Type="http://schemas.openxmlformats.org/officeDocument/2006/relationships/customXml" Target="../ink/ink67.xml"/><Relationship Id="rId280" Type="http://schemas.openxmlformats.org/officeDocument/2006/relationships/customXml" Target="../ink/ink145.xml"/><Relationship Id="rId336" Type="http://schemas.openxmlformats.org/officeDocument/2006/relationships/customXml" Target="../ink/ink175.xml"/><Relationship Id="rId75" Type="http://schemas.openxmlformats.org/officeDocument/2006/relationships/customXml" Target="../ink/ink39.xml"/><Relationship Id="rId140" Type="http://schemas.openxmlformats.org/officeDocument/2006/relationships/image" Target="../media/image67.png"/><Relationship Id="rId182" Type="http://schemas.openxmlformats.org/officeDocument/2006/relationships/customXml" Target="../ink/ink94.xml"/><Relationship Id="rId378" Type="http://schemas.openxmlformats.org/officeDocument/2006/relationships/customXml" Target="../ink/ink196.xml"/><Relationship Id="rId403" Type="http://schemas.openxmlformats.org/officeDocument/2006/relationships/image" Target="../media/image194.png"/><Relationship Id="rId6" Type="http://schemas.openxmlformats.org/officeDocument/2006/relationships/customXml" Target="../ink/ink3.xml"/><Relationship Id="rId238" Type="http://schemas.openxmlformats.org/officeDocument/2006/relationships/image" Target="../media/image114.png"/><Relationship Id="rId291" Type="http://schemas.openxmlformats.org/officeDocument/2006/relationships/image" Target="../media/image139.png"/><Relationship Id="rId305" Type="http://schemas.openxmlformats.org/officeDocument/2006/relationships/image" Target="../media/image146.png"/><Relationship Id="rId347" Type="http://schemas.openxmlformats.org/officeDocument/2006/relationships/image" Target="../media/image166.png"/><Relationship Id="rId44" Type="http://schemas.openxmlformats.org/officeDocument/2006/relationships/image" Target="../media/image21.png"/><Relationship Id="rId86" Type="http://schemas.openxmlformats.org/officeDocument/2006/relationships/customXml" Target="../ink/ink45.xml"/><Relationship Id="rId151" Type="http://schemas.openxmlformats.org/officeDocument/2006/relationships/customXml" Target="../ink/ink78.xml"/><Relationship Id="rId389" Type="http://schemas.openxmlformats.org/officeDocument/2006/relationships/image" Target="../media/image187.png"/><Relationship Id="rId193" Type="http://schemas.openxmlformats.org/officeDocument/2006/relationships/image" Target="../media/image93.png"/><Relationship Id="rId207" Type="http://schemas.openxmlformats.org/officeDocument/2006/relationships/image" Target="../media/image99.png"/><Relationship Id="rId249" Type="http://schemas.openxmlformats.org/officeDocument/2006/relationships/customXml" Target="../ink/ink129.xml"/><Relationship Id="rId414" Type="http://schemas.openxmlformats.org/officeDocument/2006/relationships/image" Target="../media/image199.png"/><Relationship Id="rId13" Type="http://schemas.openxmlformats.org/officeDocument/2006/relationships/image" Target="../media/image6.png"/><Relationship Id="rId109" Type="http://schemas.openxmlformats.org/officeDocument/2006/relationships/image" Target="../media/image52.png"/><Relationship Id="rId260" Type="http://schemas.openxmlformats.org/officeDocument/2006/relationships/customXml" Target="../ink/ink135.xml"/><Relationship Id="rId316" Type="http://schemas.openxmlformats.org/officeDocument/2006/relationships/customXml" Target="../ink/ink164.xml"/><Relationship Id="rId55" Type="http://schemas.openxmlformats.org/officeDocument/2006/relationships/customXml" Target="../ink/ink28.xml"/><Relationship Id="rId97" Type="http://schemas.openxmlformats.org/officeDocument/2006/relationships/image" Target="../media/image46.png"/><Relationship Id="rId120" Type="http://schemas.openxmlformats.org/officeDocument/2006/relationships/customXml" Target="../ink/ink62.xml"/><Relationship Id="rId358" Type="http://schemas.openxmlformats.org/officeDocument/2006/relationships/customXml" Target="../ink/ink186.xml"/><Relationship Id="rId162" Type="http://schemas.openxmlformats.org/officeDocument/2006/relationships/customXml" Target="../ink/ink84.xml"/><Relationship Id="rId218" Type="http://schemas.openxmlformats.org/officeDocument/2006/relationships/image" Target="../media/image104.png"/><Relationship Id="rId271" Type="http://schemas.openxmlformats.org/officeDocument/2006/relationships/image" Target="../media/image130.png"/><Relationship Id="rId24" Type="http://schemas.openxmlformats.org/officeDocument/2006/relationships/customXml" Target="../ink/ink12.xml"/><Relationship Id="rId66" Type="http://schemas.openxmlformats.org/officeDocument/2006/relationships/customXml" Target="../ink/ink34.xml"/><Relationship Id="rId131" Type="http://schemas.openxmlformats.org/officeDocument/2006/relationships/customXml" Target="../ink/ink68.xml"/><Relationship Id="rId327" Type="http://schemas.openxmlformats.org/officeDocument/2006/relationships/image" Target="../media/image156.png"/><Relationship Id="rId369" Type="http://schemas.openxmlformats.org/officeDocument/2006/relationships/image" Target="../media/image177.png"/><Relationship Id="rId173" Type="http://schemas.openxmlformats.org/officeDocument/2006/relationships/image" Target="../media/image83.png"/><Relationship Id="rId229" Type="http://schemas.openxmlformats.org/officeDocument/2006/relationships/customXml" Target="../ink/ink119.xml"/><Relationship Id="rId380" Type="http://schemas.openxmlformats.org/officeDocument/2006/relationships/customXml" Target="../ink/ink197.xml"/><Relationship Id="rId240" Type="http://schemas.openxmlformats.org/officeDocument/2006/relationships/image" Target="../media/image115.png"/><Relationship Id="rId35" Type="http://schemas.openxmlformats.org/officeDocument/2006/relationships/customXml" Target="../ink/ink18.xml"/><Relationship Id="rId77" Type="http://schemas.openxmlformats.org/officeDocument/2006/relationships/customXml" Target="../ink/ink40.xml"/><Relationship Id="rId100" Type="http://schemas.openxmlformats.org/officeDocument/2006/relationships/customXml" Target="../ink/ink52.xml"/><Relationship Id="rId282" Type="http://schemas.openxmlformats.org/officeDocument/2006/relationships/customXml" Target="../ink/ink146.xml"/><Relationship Id="rId338" Type="http://schemas.openxmlformats.org/officeDocument/2006/relationships/customXml" Target="../ink/ink176.xml"/><Relationship Id="rId8" Type="http://schemas.openxmlformats.org/officeDocument/2006/relationships/customXml" Target="../ink/ink4.xml"/><Relationship Id="rId142" Type="http://schemas.openxmlformats.org/officeDocument/2006/relationships/image" Target="../media/image68.png"/><Relationship Id="rId184" Type="http://schemas.openxmlformats.org/officeDocument/2006/relationships/customXml" Target="../ink/ink95.xml"/><Relationship Id="rId391" Type="http://schemas.openxmlformats.org/officeDocument/2006/relationships/image" Target="../media/image188.png"/><Relationship Id="rId405" Type="http://schemas.openxmlformats.org/officeDocument/2006/relationships/image" Target="../media/image195.png"/><Relationship Id="rId251" Type="http://schemas.openxmlformats.org/officeDocument/2006/relationships/customXml" Target="../ink/ink130.xml"/><Relationship Id="rId46" Type="http://schemas.openxmlformats.org/officeDocument/2006/relationships/image" Target="../media/image22.png"/><Relationship Id="rId293" Type="http://schemas.openxmlformats.org/officeDocument/2006/relationships/image" Target="../media/image140.png"/><Relationship Id="rId307" Type="http://schemas.openxmlformats.org/officeDocument/2006/relationships/image" Target="../media/image147.png"/><Relationship Id="rId349" Type="http://schemas.openxmlformats.org/officeDocument/2006/relationships/image" Target="../media/image167.png"/><Relationship Id="rId88" Type="http://schemas.openxmlformats.org/officeDocument/2006/relationships/customXml" Target="../ink/ink46.xml"/><Relationship Id="rId111" Type="http://schemas.openxmlformats.org/officeDocument/2006/relationships/image" Target="../media/image53.png"/><Relationship Id="rId153" Type="http://schemas.openxmlformats.org/officeDocument/2006/relationships/customXml" Target="../ink/ink79.xml"/><Relationship Id="rId195" Type="http://schemas.openxmlformats.org/officeDocument/2006/relationships/image" Target="../media/image94.png"/><Relationship Id="rId209" Type="http://schemas.openxmlformats.org/officeDocument/2006/relationships/image" Target="../media/image100.png"/><Relationship Id="rId360" Type="http://schemas.openxmlformats.org/officeDocument/2006/relationships/customXml" Target="../ink/ink187.xml"/><Relationship Id="rId416" Type="http://schemas.openxmlformats.org/officeDocument/2006/relationships/customXml" Target="../ink/ink216.xml"/><Relationship Id="rId220" Type="http://schemas.openxmlformats.org/officeDocument/2006/relationships/image" Target="../media/image105.png"/><Relationship Id="rId15" Type="http://schemas.openxmlformats.org/officeDocument/2006/relationships/image" Target="../media/image7.png"/><Relationship Id="rId57" Type="http://schemas.openxmlformats.org/officeDocument/2006/relationships/customXml" Target="../ink/ink29.xml"/><Relationship Id="rId262" Type="http://schemas.openxmlformats.org/officeDocument/2006/relationships/customXml" Target="../ink/ink136.xml"/><Relationship Id="rId318" Type="http://schemas.openxmlformats.org/officeDocument/2006/relationships/customXml" Target="../ink/ink165.xml"/><Relationship Id="rId99" Type="http://schemas.openxmlformats.org/officeDocument/2006/relationships/image" Target="../media/image47.png"/><Relationship Id="rId122" Type="http://schemas.openxmlformats.org/officeDocument/2006/relationships/customXml" Target="../ink/ink63.xml"/><Relationship Id="rId164" Type="http://schemas.openxmlformats.org/officeDocument/2006/relationships/customXml" Target="../ink/ink85.xml"/><Relationship Id="rId371" Type="http://schemas.openxmlformats.org/officeDocument/2006/relationships/image" Target="../media/image178.png"/><Relationship Id="rId26" Type="http://schemas.openxmlformats.org/officeDocument/2006/relationships/customXml" Target="../ink/ink13.xml"/><Relationship Id="rId231" Type="http://schemas.openxmlformats.org/officeDocument/2006/relationships/customXml" Target="../ink/ink120.xml"/><Relationship Id="rId273" Type="http://schemas.openxmlformats.org/officeDocument/2006/relationships/image" Target="../media/image131.png"/><Relationship Id="rId329" Type="http://schemas.openxmlformats.org/officeDocument/2006/relationships/image" Target="../media/image157.png"/><Relationship Id="rId68" Type="http://schemas.openxmlformats.org/officeDocument/2006/relationships/customXml" Target="../ink/ink35.xml"/><Relationship Id="rId133" Type="http://schemas.openxmlformats.org/officeDocument/2006/relationships/customXml" Target="../ink/ink69.xml"/><Relationship Id="rId175" Type="http://schemas.openxmlformats.org/officeDocument/2006/relationships/image" Target="../media/image84.png"/><Relationship Id="rId340" Type="http://schemas.openxmlformats.org/officeDocument/2006/relationships/customXml" Target="../ink/ink177.xml"/><Relationship Id="rId200" Type="http://schemas.openxmlformats.org/officeDocument/2006/relationships/customXml" Target="../ink/ink103.xml"/><Relationship Id="rId382" Type="http://schemas.openxmlformats.org/officeDocument/2006/relationships/customXml" Target="../ink/ink198.xml"/><Relationship Id="rId242" Type="http://schemas.openxmlformats.org/officeDocument/2006/relationships/image" Target="../media/image116.png"/><Relationship Id="rId284" Type="http://schemas.openxmlformats.org/officeDocument/2006/relationships/customXml" Target="../ink/ink147.xml"/><Relationship Id="rId37" Type="http://schemas.openxmlformats.org/officeDocument/2006/relationships/customXml" Target="../ink/ink19.xml"/><Relationship Id="rId79" Type="http://schemas.openxmlformats.org/officeDocument/2006/relationships/customXml" Target="../ink/ink41.xml"/><Relationship Id="rId102" Type="http://schemas.openxmlformats.org/officeDocument/2006/relationships/customXml" Target="../ink/ink53.xml"/><Relationship Id="rId144" Type="http://schemas.openxmlformats.org/officeDocument/2006/relationships/image" Target="../media/image69.png"/><Relationship Id="rId90" Type="http://schemas.openxmlformats.org/officeDocument/2006/relationships/customXml" Target="../ink/ink47.xml"/><Relationship Id="rId186" Type="http://schemas.openxmlformats.org/officeDocument/2006/relationships/customXml" Target="../ink/ink96.xml"/><Relationship Id="rId351" Type="http://schemas.openxmlformats.org/officeDocument/2006/relationships/image" Target="../media/image168.png"/><Relationship Id="rId393" Type="http://schemas.openxmlformats.org/officeDocument/2006/relationships/image" Target="../media/image189.png"/><Relationship Id="rId407" Type="http://schemas.openxmlformats.org/officeDocument/2006/relationships/image" Target="../media/image196.png"/><Relationship Id="rId211" Type="http://schemas.openxmlformats.org/officeDocument/2006/relationships/image" Target="../media/image101.png"/><Relationship Id="rId253" Type="http://schemas.openxmlformats.org/officeDocument/2006/relationships/customXml" Target="../ink/ink131.xml"/><Relationship Id="rId295" Type="http://schemas.openxmlformats.org/officeDocument/2006/relationships/image" Target="../media/image141.png"/><Relationship Id="rId309" Type="http://schemas.openxmlformats.org/officeDocument/2006/relationships/image" Target="../media/image148.png"/><Relationship Id="rId48" Type="http://schemas.openxmlformats.org/officeDocument/2006/relationships/image" Target="../media/image23.png"/><Relationship Id="rId113" Type="http://schemas.openxmlformats.org/officeDocument/2006/relationships/image" Target="../media/image54.png"/><Relationship Id="rId320" Type="http://schemas.openxmlformats.org/officeDocument/2006/relationships/customXml" Target="../ink/ink166.xml"/><Relationship Id="rId155" Type="http://schemas.openxmlformats.org/officeDocument/2006/relationships/customXml" Target="../ink/ink80.xml"/><Relationship Id="rId197" Type="http://schemas.openxmlformats.org/officeDocument/2006/relationships/image" Target="../media/image95.png"/><Relationship Id="rId362" Type="http://schemas.openxmlformats.org/officeDocument/2006/relationships/customXml" Target="../ink/ink188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6.xml"/><Relationship Id="rId299" Type="http://schemas.openxmlformats.org/officeDocument/2006/relationships/customXml" Target="../ink/ink371.xml"/><Relationship Id="rId21" Type="http://schemas.openxmlformats.org/officeDocument/2006/relationships/customXml" Target="../ink/ink226.xml"/><Relationship Id="rId63" Type="http://schemas.openxmlformats.org/officeDocument/2006/relationships/customXml" Target="../ink/ink248.xml"/><Relationship Id="rId159" Type="http://schemas.openxmlformats.org/officeDocument/2006/relationships/customXml" Target="../ink/ink298.xml"/><Relationship Id="rId324" Type="http://schemas.openxmlformats.org/officeDocument/2006/relationships/image" Target="../media/image350.png"/><Relationship Id="rId366" Type="http://schemas.openxmlformats.org/officeDocument/2006/relationships/image" Target="../media/image370.png"/><Relationship Id="rId170" Type="http://schemas.openxmlformats.org/officeDocument/2006/relationships/image" Target="../media/image277.png"/><Relationship Id="rId226" Type="http://schemas.openxmlformats.org/officeDocument/2006/relationships/customXml" Target="../ink/ink333.xml"/><Relationship Id="rId268" Type="http://schemas.openxmlformats.org/officeDocument/2006/relationships/image" Target="../media/image323.png"/><Relationship Id="rId32" Type="http://schemas.openxmlformats.org/officeDocument/2006/relationships/customXml" Target="../ink/ink232.xml"/><Relationship Id="rId74" Type="http://schemas.openxmlformats.org/officeDocument/2006/relationships/image" Target="../media/image232.png"/><Relationship Id="rId128" Type="http://schemas.openxmlformats.org/officeDocument/2006/relationships/image" Target="../media/image258.png"/><Relationship Id="rId335" Type="http://schemas.openxmlformats.org/officeDocument/2006/relationships/customXml" Target="../ink/ink390.xml"/><Relationship Id="rId377" Type="http://schemas.openxmlformats.org/officeDocument/2006/relationships/customXml" Target="../ink/ink411.xml"/><Relationship Id="rId5" Type="http://schemas.openxmlformats.org/officeDocument/2006/relationships/customXml" Target="../ink/ink218.xml"/><Relationship Id="rId181" Type="http://schemas.openxmlformats.org/officeDocument/2006/relationships/customXml" Target="../ink/ink309.xml"/><Relationship Id="rId237" Type="http://schemas.openxmlformats.org/officeDocument/2006/relationships/image" Target="../media/image308.png"/><Relationship Id="rId402" Type="http://schemas.openxmlformats.org/officeDocument/2006/relationships/image" Target="../media/image388.png"/><Relationship Id="rId279" Type="http://schemas.openxmlformats.org/officeDocument/2006/relationships/customXml" Target="../ink/ink360.xml"/><Relationship Id="rId43" Type="http://schemas.openxmlformats.org/officeDocument/2006/relationships/image" Target="../media/image217.png"/><Relationship Id="rId139" Type="http://schemas.openxmlformats.org/officeDocument/2006/relationships/image" Target="../media/image262.png"/><Relationship Id="rId290" Type="http://schemas.openxmlformats.org/officeDocument/2006/relationships/image" Target="../media/image333.png"/><Relationship Id="rId304" Type="http://schemas.openxmlformats.org/officeDocument/2006/relationships/image" Target="../media/image340.png"/><Relationship Id="rId346" Type="http://schemas.openxmlformats.org/officeDocument/2006/relationships/image" Target="../media/image360.png"/><Relationship Id="rId388" Type="http://schemas.openxmlformats.org/officeDocument/2006/relationships/image" Target="../media/image381.png"/><Relationship Id="rId85" Type="http://schemas.openxmlformats.org/officeDocument/2006/relationships/image" Target="../media/image237.png"/><Relationship Id="rId150" Type="http://schemas.openxmlformats.org/officeDocument/2006/relationships/customXml" Target="../ink/ink293.xml"/><Relationship Id="rId192" Type="http://schemas.openxmlformats.org/officeDocument/2006/relationships/image" Target="../media/image288.png"/><Relationship Id="rId206" Type="http://schemas.openxmlformats.org/officeDocument/2006/relationships/customXml" Target="../ink/ink322.xml"/><Relationship Id="rId413" Type="http://schemas.openxmlformats.org/officeDocument/2006/relationships/customXml" Target="../ink/ink429.xml"/><Relationship Id="rId248" Type="http://schemas.openxmlformats.org/officeDocument/2006/relationships/customXml" Target="../ink/ink344.xml"/><Relationship Id="rId12" Type="http://schemas.openxmlformats.org/officeDocument/2006/relationships/image" Target="../media/image203.png"/><Relationship Id="rId108" Type="http://schemas.openxmlformats.org/officeDocument/2006/relationships/image" Target="../media/image248.png"/><Relationship Id="rId315" Type="http://schemas.openxmlformats.org/officeDocument/2006/relationships/customXml" Target="../ink/ink379.xml"/><Relationship Id="rId357" Type="http://schemas.openxmlformats.org/officeDocument/2006/relationships/customXml" Target="../ink/ink401.xml"/><Relationship Id="rId54" Type="http://schemas.openxmlformats.org/officeDocument/2006/relationships/customXml" Target="../ink/ink243.xml"/><Relationship Id="rId96" Type="http://schemas.openxmlformats.org/officeDocument/2006/relationships/image" Target="../media/image242.png"/><Relationship Id="rId161" Type="http://schemas.openxmlformats.org/officeDocument/2006/relationships/customXml" Target="../ink/ink299.xml"/><Relationship Id="rId217" Type="http://schemas.openxmlformats.org/officeDocument/2006/relationships/image" Target="../media/image299.png"/><Relationship Id="rId399" Type="http://schemas.openxmlformats.org/officeDocument/2006/relationships/customXml" Target="../ink/ink422.xml"/><Relationship Id="rId259" Type="http://schemas.openxmlformats.org/officeDocument/2006/relationships/customXml" Target="../ink/ink350.xml"/><Relationship Id="rId23" Type="http://schemas.openxmlformats.org/officeDocument/2006/relationships/customXml" Target="../ink/ink227.xml"/><Relationship Id="rId119" Type="http://schemas.openxmlformats.org/officeDocument/2006/relationships/customXml" Target="../ink/ink277.xml"/><Relationship Id="rId270" Type="http://schemas.openxmlformats.org/officeDocument/2006/relationships/image" Target="../media/image324.png"/><Relationship Id="rId326" Type="http://schemas.openxmlformats.org/officeDocument/2006/relationships/customXml" Target="../ink/ink385.xml"/><Relationship Id="rId65" Type="http://schemas.openxmlformats.org/officeDocument/2006/relationships/customXml" Target="../ink/ink249.xml"/><Relationship Id="rId130" Type="http://schemas.openxmlformats.org/officeDocument/2006/relationships/customXml" Target="../ink/ink283.xml"/><Relationship Id="rId368" Type="http://schemas.openxmlformats.org/officeDocument/2006/relationships/image" Target="../media/image371.png"/><Relationship Id="rId172" Type="http://schemas.openxmlformats.org/officeDocument/2006/relationships/image" Target="../media/image278.png"/><Relationship Id="rId228" Type="http://schemas.openxmlformats.org/officeDocument/2006/relationships/customXml" Target="../ink/ink334.xml"/><Relationship Id="rId281" Type="http://schemas.openxmlformats.org/officeDocument/2006/relationships/customXml" Target="../ink/ink361.xml"/><Relationship Id="rId337" Type="http://schemas.openxmlformats.org/officeDocument/2006/relationships/customXml" Target="../ink/ink391.xml"/><Relationship Id="rId34" Type="http://schemas.openxmlformats.org/officeDocument/2006/relationships/customXml" Target="../ink/ink233.xml"/><Relationship Id="rId76" Type="http://schemas.openxmlformats.org/officeDocument/2006/relationships/customXml" Target="../ink/ink255.xml"/><Relationship Id="rId141" Type="http://schemas.openxmlformats.org/officeDocument/2006/relationships/image" Target="../media/image263.png"/><Relationship Id="rId379" Type="http://schemas.openxmlformats.org/officeDocument/2006/relationships/customXml" Target="../ink/ink412.xml"/><Relationship Id="rId7" Type="http://schemas.openxmlformats.org/officeDocument/2006/relationships/customXml" Target="../ink/ink219.xml"/><Relationship Id="rId183" Type="http://schemas.openxmlformats.org/officeDocument/2006/relationships/customXml" Target="../ink/ink310.xml"/><Relationship Id="rId239" Type="http://schemas.openxmlformats.org/officeDocument/2006/relationships/image" Target="../media/image309.png"/><Relationship Id="rId390" Type="http://schemas.openxmlformats.org/officeDocument/2006/relationships/image" Target="../media/image382.png"/><Relationship Id="rId404" Type="http://schemas.openxmlformats.org/officeDocument/2006/relationships/image" Target="../media/image389.png"/><Relationship Id="rId250" Type="http://schemas.openxmlformats.org/officeDocument/2006/relationships/customXml" Target="../ink/ink345.xml"/><Relationship Id="rId292" Type="http://schemas.openxmlformats.org/officeDocument/2006/relationships/image" Target="../media/image334.png"/><Relationship Id="rId306" Type="http://schemas.openxmlformats.org/officeDocument/2006/relationships/image" Target="../media/image341.png"/><Relationship Id="rId45" Type="http://schemas.openxmlformats.org/officeDocument/2006/relationships/image" Target="../media/image218.png"/><Relationship Id="rId87" Type="http://schemas.openxmlformats.org/officeDocument/2006/relationships/customXml" Target="../ink/ink261.xml"/><Relationship Id="rId110" Type="http://schemas.openxmlformats.org/officeDocument/2006/relationships/image" Target="../media/image249.png"/><Relationship Id="rId348" Type="http://schemas.openxmlformats.org/officeDocument/2006/relationships/image" Target="../media/image361.png"/><Relationship Id="rId152" Type="http://schemas.openxmlformats.org/officeDocument/2006/relationships/customXml" Target="../ink/ink294.xml"/><Relationship Id="rId194" Type="http://schemas.openxmlformats.org/officeDocument/2006/relationships/image" Target="../media/image289.png"/><Relationship Id="rId208" Type="http://schemas.openxmlformats.org/officeDocument/2006/relationships/image" Target="../media/image295.png"/><Relationship Id="rId415" Type="http://schemas.openxmlformats.org/officeDocument/2006/relationships/image" Target="../media/image394.png"/><Relationship Id="rId261" Type="http://schemas.openxmlformats.org/officeDocument/2006/relationships/customXml" Target="../ink/ink351.xml"/><Relationship Id="rId14" Type="http://schemas.openxmlformats.org/officeDocument/2006/relationships/image" Target="../media/image204.png"/><Relationship Id="rId56" Type="http://schemas.openxmlformats.org/officeDocument/2006/relationships/customXml" Target="../ink/ink244.xml"/><Relationship Id="rId317" Type="http://schemas.openxmlformats.org/officeDocument/2006/relationships/customXml" Target="../ink/ink380.xml"/><Relationship Id="rId359" Type="http://schemas.openxmlformats.org/officeDocument/2006/relationships/customXml" Target="../ink/ink402.xml"/><Relationship Id="rId98" Type="http://schemas.openxmlformats.org/officeDocument/2006/relationships/image" Target="../media/image243.png"/><Relationship Id="rId121" Type="http://schemas.openxmlformats.org/officeDocument/2006/relationships/customXml" Target="../ink/ink278.xml"/><Relationship Id="rId163" Type="http://schemas.openxmlformats.org/officeDocument/2006/relationships/customXml" Target="../ink/ink300.xml"/><Relationship Id="rId219" Type="http://schemas.openxmlformats.org/officeDocument/2006/relationships/image" Target="../media/image300.png"/><Relationship Id="rId370" Type="http://schemas.openxmlformats.org/officeDocument/2006/relationships/image" Target="../media/image372.png"/><Relationship Id="rId230" Type="http://schemas.openxmlformats.org/officeDocument/2006/relationships/customXml" Target="../ink/ink335.xml"/><Relationship Id="rId25" Type="http://schemas.openxmlformats.org/officeDocument/2006/relationships/customXml" Target="../ink/ink228.xml"/><Relationship Id="rId67" Type="http://schemas.openxmlformats.org/officeDocument/2006/relationships/customXml" Target="../ink/ink250.xml"/><Relationship Id="rId272" Type="http://schemas.openxmlformats.org/officeDocument/2006/relationships/image" Target="../media/image325.png"/><Relationship Id="rId328" Type="http://schemas.openxmlformats.org/officeDocument/2006/relationships/image" Target="../media/image351.png"/><Relationship Id="rId132" Type="http://schemas.openxmlformats.org/officeDocument/2006/relationships/customXml" Target="../ink/ink284.xml"/><Relationship Id="rId174" Type="http://schemas.openxmlformats.org/officeDocument/2006/relationships/image" Target="../media/image279.png"/><Relationship Id="rId381" Type="http://schemas.openxmlformats.org/officeDocument/2006/relationships/customXml" Target="../ink/ink413.xml"/><Relationship Id="rId241" Type="http://schemas.openxmlformats.org/officeDocument/2006/relationships/image" Target="../media/image310.png"/><Relationship Id="rId36" Type="http://schemas.openxmlformats.org/officeDocument/2006/relationships/customXml" Target="../ink/ink234.xml"/><Relationship Id="rId283" Type="http://schemas.openxmlformats.org/officeDocument/2006/relationships/customXml" Target="../ink/ink362.xml"/><Relationship Id="rId339" Type="http://schemas.openxmlformats.org/officeDocument/2006/relationships/customXml" Target="../ink/ink392.xml"/><Relationship Id="rId78" Type="http://schemas.openxmlformats.org/officeDocument/2006/relationships/customXml" Target="../ink/ink256.xml"/><Relationship Id="rId101" Type="http://schemas.openxmlformats.org/officeDocument/2006/relationships/customXml" Target="../ink/ink268.xml"/><Relationship Id="rId143" Type="http://schemas.openxmlformats.org/officeDocument/2006/relationships/image" Target="../media/image264.png"/><Relationship Id="rId185" Type="http://schemas.openxmlformats.org/officeDocument/2006/relationships/customXml" Target="../ink/ink311.xml"/><Relationship Id="rId350" Type="http://schemas.openxmlformats.org/officeDocument/2006/relationships/image" Target="../media/image362.png"/><Relationship Id="rId406" Type="http://schemas.openxmlformats.org/officeDocument/2006/relationships/image" Target="../media/image390.png"/><Relationship Id="rId9" Type="http://schemas.openxmlformats.org/officeDocument/2006/relationships/customXml" Target="../ink/ink220.xml"/><Relationship Id="rId210" Type="http://schemas.openxmlformats.org/officeDocument/2006/relationships/image" Target="../media/image296.png"/><Relationship Id="rId392" Type="http://schemas.openxmlformats.org/officeDocument/2006/relationships/image" Target="../media/image383.png"/><Relationship Id="rId252" Type="http://schemas.openxmlformats.org/officeDocument/2006/relationships/customXml" Target="../ink/ink346.xml"/><Relationship Id="rId294" Type="http://schemas.openxmlformats.org/officeDocument/2006/relationships/image" Target="../media/image335.png"/><Relationship Id="rId308" Type="http://schemas.openxmlformats.org/officeDocument/2006/relationships/image" Target="../media/image342.png"/><Relationship Id="rId47" Type="http://schemas.openxmlformats.org/officeDocument/2006/relationships/image" Target="../media/image219.png"/><Relationship Id="rId89" Type="http://schemas.openxmlformats.org/officeDocument/2006/relationships/customXml" Target="../ink/ink262.xml"/><Relationship Id="rId112" Type="http://schemas.openxmlformats.org/officeDocument/2006/relationships/image" Target="../media/image250.png"/><Relationship Id="rId154" Type="http://schemas.openxmlformats.org/officeDocument/2006/relationships/customXml" Target="../ink/ink295.xml"/><Relationship Id="rId361" Type="http://schemas.openxmlformats.org/officeDocument/2006/relationships/customXml" Target="../ink/ink403.xml"/><Relationship Id="rId196" Type="http://schemas.openxmlformats.org/officeDocument/2006/relationships/image" Target="../media/image290.png"/><Relationship Id="rId417" Type="http://schemas.openxmlformats.org/officeDocument/2006/relationships/customXml" Target="../ink/ink432.xml"/><Relationship Id="rId16" Type="http://schemas.openxmlformats.org/officeDocument/2006/relationships/image" Target="../media/image205.png"/><Relationship Id="rId221" Type="http://schemas.openxmlformats.org/officeDocument/2006/relationships/image" Target="../media/image301.png"/><Relationship Id="rId263" Type="http://schemas.openxmlformats.org/officeDocument/2006/relationships/customXml" Target="../ink/ink352.xml"/><Relationship Id="rId319" Type="http://schemas.openxmlformats.org/officeDocument/2006/relationships/customXml" Target="../ink/ink381.xml"/><Relationship Id="rId58" Type="http://schemas.openxmlformats.org/officeDocument/2006/relationships/customXml" Target="../ink/ink245.xml"/><Relationship Id="rId123" Type="http://schemas.openxmlformats.org/officeDocument/2006/relationships/customXml" Target="../ink/ink279.xml"/><Relationship Id="rId330" Type="http://schemas.openxmlformats.org/officeDocument/2006/relationships/image" Target="../media/image352.png"/><Relationship Id="rId165" Type="http://schemas.openxmlformats.org/officeDocument/2006/relationships/customXml" Target="../ink/ink301.xml"/><Relationship Id="rId372" Type="http://schemas.openxmlformats.org/officeDocument/2006/relationships/image" Target="../media/image373.png"/><Relationship Id="rId232" Type="http://schemas.openxmlformats.org/officeDocument/2006/relationships/customXml" Target="../ink/ink336.xml"/><Relationship Id="rId274" Type="http://schemas.openxmlformats.org/officeDocument/2006/relationships/image" Target="../media/image326.png"/><Relationship Id="rId27" Type="http://schemas.openxmlformats.org/officeDocument/2006/relationships/customXml" Target="../ink/ink229.xml"/><Relationship Id="rId69" Type="http://schemas.openxmlformats.org/officeDocument/2006/relationships/customXml" Target="../ink/ink251.xml"/><Relationship Id="rId134" Type="http://schemas.openxmlformats.org/officeDocument/2006/relationships/customXml" Target="../ink/ink285.xml"/><Relationship Id="rId80" Type="http://schemas.openxmlformats.org/officeDocument/2006/relationships/customXml" Target="../ink/ink257.xml"/><Relationship Id="rId176" Type="http://schemas.openxmlformats.org/officeDocument/2006/relationships/image" Target="../media/image280.png"/><Relationship Id="rId341" Type="http://schemas.openxmlformats.org/officeDocument/2006/relationships/customXml" Target="../ink/ink393.xml"/><Relationship Id="rId383" Type="http://schemas.openxmlformats.org/officeDocument/2006/relationships/customXml" Target="../ink/ink414.xml"/><Relationship Id="rId201" Type="http://schemas.openxmlformats.org/officeDocument/2006/relationships/customXml" Target="../ink/ink319.xml"/><Relationship Id="rId222" Type="http://schemas.openxmlformats.org/officeDocument/2006/relationships/customXml" Target="../ink/ink331.xml"/><Relationship Id="rId243" Type="http://schemas.openxmlformats.org/officeDocument/2006/relationships/image" Target="../media/image311.png"/><Relationship Id="rId264" Type="http://schemas.openxmlformats.org/officeDocument/2006/relationships/image" Target="../media/image321.png"/><Relationship Id="rId285" Type="http://schemas.openxmlformats.org/officeDocument/2006/relationships/customXml" Target="../ink/ink363.xml"/><Relationship Id="rId17" Type="http://schemas.openxmlformats.org/officeDocument/2006/relationships/customXml" Target="../ink/ink224.xml"/><Relationship Id="rId38" Type="http://schemas.openxmlformats.org/officeDocument/2006/relationships/customXml" Target="../ink/ink235.xml"/><Relationship Id="rId59" Type="http://schemas.openxmlformats.org/officeDocument/2006/relationships/image" Target="../media/image225.png"/><Relationship Id="rId103" Type="http://schemas.openxmlformats.org/officeDocument/2006/relationships/customXml" Target="../ink/ink269.xml"/><Relationship Id="rId124" Type="http://schemas.openxmlformats.org/officeDocument/2006/relationships/image" Target="../media/image256.png"/><Relationship Id="rId310" Type="http://schemas.openxmlformats.org/officeDocument/2006/relationships/image" Target="../media/image343.png"/><Relationship Id="rId70" Type="http://schemas.openxmlformats.org/officeDocument/2006/relationships/image" Target="../media/image230.png"/><Relationship Id="rId91" Type="http://schemas.openxmlformats.org/officeDocument/2006/relationships/customXml" Target="../ink/ink263.xml"/><Relationship Id="rId145" Type="http://schemas.openxmlformats.org/officeDocument/2006/relationships/image" Target="../media/image265.png"/><Relationship Id="rId166" Type="http://schemas.openxmlformats.org/officeDocument/2006/relationships/image" Target="../media/image275.png"/><Relationship Id="rId187" Type="http://schemas.openxmlformats.org/officeDocument/2006/relationships/customXml" Target="../ink/ink312.xml"/><Relationship Id="rId331" Type="http://schemas.openxmlformats.org/officeDocument/2006/relationships/customXml" Target="../ink/ink388.xml"/><Relationship Id="rId352" Type="http://schemas.openxmlformats.org/officeDocument/2006/relationships/image" Target="../media/image363.png"/><Relationship Id="rId373" Type="http://schemas.openxmlformats.org/officeDocument/2006/relationships/customXml" Target="../ink/ink409.xml"/><Relationship Id="rId394" Type="http://schemas.openxmlformats.org/officeDocument/2006/relationships/image" Target="../media/image384.png"/><Relationship Id="rId408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97.png"/><Relationship Id="rId233" Type="http://schemas.openxmlformats.org/officeDocument/2006/relationships/image" Target="../media/image307.png"/><Relationship Id="rId254" Type="http://schemas.openxmlformats.org/officeDocument/2006/relationships/customXml" Target="../ink/ink347.xml"/><Relationship Id="rId28" Type="http://schemas.openxmlformats.org/officeDocument/2006/relationships/image" Target="../media/image210.png"/><Relationship Id="rId49" Type="http://schemas.openxmlformats.org/officeDocument/2006/relationships/image" Target="../media/image220.png"/><Relationship Id="rId114" Type="http://schemas.openxmlformats.org/officeDocument/2006/relationships/image" Target="../media/image251.png"/><Relationship Id="rId275" Type="http://schemas.openxmlformats.org/officeDocument/2006/relationships/customXml" Target="../ink/ink358.xml"/><Relationship Id="rId296" Type="http://schemas.openxmlformats.org/officeDocument/2006/relationships/image" Target="../media/image336.png"/><Relationship Id="rId300" Type="http://schemas.openxmlformats.org/officeDocument/2006/relationships/image" Target="../media/image338.png"/><Relationship Id="rId60" Type="http://schemas.openxmlformats.org/officeDocument/2006/relationships/customXml" Target="../ink/ink246.xml"/><Relationship Id="rId81" Type="http://schemas.openxmlformats.org/officeDocument/2006/relationships/image" Target="../media/image235.png"/><Relationship Id="rId135" Type="http://schemas.openxmlformats.org/officeDocument/2006/relationships/image" Target="../media/image260.png"/><Relationship Id="rId156" Type="http://schemas.openxmlformats.org/officeDocument/2006/relationships/customXml" Target="../ink/ink296.xml"/><Relationship Id="rId177" Type="http://schemas.openxmlformats.org/officeDocument/2006/relationships/customXml" Target="../ink/ink307.xml"/><Relationship Id="rId198" Type="http://schemas.openxmlformats.org/officeDocument/2006/relationships/image" Target="../media/image291.png"/><Relationship Id="rId321" Type="http://schemas.openxmlformats.org/officeDocument/2006/relationships/customXml" Target="../ink/ink382.xml"/><Relationship Id="rId342" Type="http://schemas.openxmlformats.org/officeDocument/2006/relationships/image" Target="../media/image358.png"/><Relationship Id="rId363" Type="http://schemas.openxmlformats.org/officeDocument/2006/relationships/customXml" Target="../ink/ink404.xml"/><Relationship Id="rId384" Type="http://schemas.openxmlformats.org/officeDocument/2006/relationships/image" Target="../media/image379.png"/><Relationship Id="rId202" Type="http://schemas.openxmlformats.org/officeDocument/2006/relationships/image" Target="../media/image293.png"/><Relationship Id="rId223" Type="http://schemas.openxmlformats.org/officeDocument/2006/relationships/image" Target="../media/image302.png"/><Relationship Id="rId244" Type="http://schemas.openxmlformats.org/officeDocument/2006/relationships/customXml" Target="../ink/ink342.xml"/><Relationship Id="rId18" Type="http://schemas.openxmlformats.org/officeDocument/2006/relationships/image" Target="../media/image206.png"/><Relationship Id="rId39" Type="http://schemas.openxmlformats.org/officeDocument/2006/relationships/image" Target="../media/image215.png"/><Relationship Id="rId265" Type="http://schemas.openxmlformats.org/officeDocument/2006/relationships/customXml" Target="../ink/ink353.xml"/><Relationship Id="rId286" Type="http://schemas.openxmlformats.org/officeDocument/2006/relationships/customXml" Target="../ink/ink364.xml"/><Relationship Id="rId50" Type="http://schemas.openxmlformats.org/officeDocument/2006/relationships/customXml" Target="../ink/ink241.xml"/><Relationship Id="rId104" Type="http://schemas.openxmlformats.org/officeDocument/2006/relationships/image" Target="../media/image246.png"/><Relationship Id="rId125" Type="http://schemas.openxmlformats.org/officeDocument/2006/relationships/customXml" Target="../ink/ink280.xml"/><Relationship Id="rId146" Type="http://schemas.openxmlformats.org/officeDocument/2006/relationships/customXml" Target="../ink/ink291.xml"/><Relationship Id="rId167" Type="http://schemas.openxmlformats.org/officeDocument/2006/relationships/customXml" Target="../ink/ink302.xml"/><Relationship Id="rId188" Type="http://schemas.openxmlformats.org/officeDocument/2006/relationships/image" Target="../media/image286.png"/><Relationship Id="rId311" Type="http://schemas.openxmlformats.org/officeDocument/2006/relationships/customXml" Target="../ink/ink377.xml"/><Relationship Id="rId332" Type="http://schemas.openxmlformats.org/officeDocument/2006/relationships/image" Target="../media/image353.png"/><Relationship Id="rId353" Type="http://schemas.openxmlformats.org/officeDocument/2006/relationships/customXml" Target="../ink/ink399.xml"/><Relationship Id="rId374" Type="http://schemas.openxmlformats.org/officeDocument/2006/relationships/image" Target="../media/image374.png"/><Relationship Id="rId395" Type="http://schemas.openxmlformats.org/officeDocument/2006/relationships/customXml" Target="../ink/ink420.xml"/><Relationship Id="rId409" Type="http://schemas.openxmlformats.org/officeDocument/2006/relationships/customXml" Target="../ink/ink427.xml"/><Relationship Id="rId71" Type="http://schemas.openxmlformats.org/officeDocument/2006/relationships/customXml" Target="../ink/ink252.xml"/><Relationship Id="rId92" Type="http://schemas.openxmlformats.org/officeDocument/2006/relationships/image" Target="../media/image240.png"/><Relationship Id="rId213" Type="http://schemas.openxmlformats.org/officeDocument/2006/relationships/customXml" Target="../ink/ink326.xml"/><Relationship Id="rId234" Type="http://schemas.openxmlformats.org/officeDocument/2006/relationships/customXml" Target="../ink/ink337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230.xml"/><Relationship Id="rId255" Type="http://schemas.openxmlformats.org/officeDocument/2006/relationships/image" Target="../media/image317.png"/><Relationship Id="rId276" Type="http://schemas.openxmlformats.org/officeDocument/2006/relationships/image" Target="../media/image327.png"/><Relationship Id="rId297" Type="http://schemas.openxmlformats.org/officeDocument/2006/relationships/customXml" Target="../ink/ink370.xml"/><Relationship Id="rId40" Type="http://schemas.openxmlformats.org/officeDocument/2006/relationships/customXml" Target="../ink/ink236.xml"/><Relationship Id="rId115" Type="http://schemas.openxmlformats.org/officeDocument/2006/relationships/customXml" Target="../ink/ink275.xml"/><Relationship Id="rId136" Type="http://schemas.openxmlformats.org/officeDocument/2006/relationships/customXml" Target="../ink/ink286.xml"/><Relationship Id="rId157" Type="http://schemas.openxmlformats.org/officeDocument/2006/relationships/image" Target="../media/image271.png"/><Relationship Id="rId178" Type="http://schemas.openxmlformats.org/officeDocument/2006/relationships/image" Target="../media/image281.png"/><Relationship Id="rId301" Type="http://schemas.openxmlformats.org/officeDocument/2006/relationships/customXml" Target="../ink/ink372.xml"/><Relationship Id="rId322" Type="http://schemas.openxmlformats.org/officeDocument/2006/relationships/image" Target="../media/image349.png"/><Relationship Id="rId343" Type="http://schemas.openxmlformats.org/officeDocument/2006/relationships/customXml" Target="../ink/ink394.xml"/><Relationship Id="rId364" Type="http://schemas.openxmlformats.org/officeDocument/2006/relationships/image" Target="../media/image369.png"/><Relationship Id="rId61" Type="http://schemas.openxmlformats.org/officeDocument/2006/relationships/customXml" Target="../ink/ink247.xml"/><Relationship Id="rId82" Type="http://schemas.openxmlformats.org/officeDocument/2006/relationships/customXml" Target="../ink/ink258.xml"/><Relationship Id="rId199" Type="http://schemas.openxmlformats.org/officeDocument/2006/relationships/customXml" Target="../ink/ink318.xml"/><Relationship Id="rId203" Type="http://schemas.openxmlformats.org/officeDocument/2006/relationships/customXml" Target="../ink/ink320.xml"/><Relationship Id="rId385" Type="http://schemas.openxmlformats.org/officeDocument/2006/relationships/customXml" Target="../ink/ink415.xml"/><Relationship Id="rId19" Type="http://schemas.openxmlformats.org/officeDocument/2006/relationships/customXml" Target="../ink/ink225.xml"/><Relationship Id="rId224" Type="http://schemas.openxmlformats.org/officeDocument/2006/relationships/customXml" Target="../ink/ink332.xml"/><Relationship Id="rId245" Type="http://schemas.openxmlformats.org/officeDocument/2006/relationships/image" Target="../media/image312.png"/><Relationship Id="rId266" Type="http://schemas.openxmlformats.org/officeDocument/2006/relationships/image" Target="../media/image322.png"/><Relationship Id="rId287" Type="http://schemas.openxmlformats.org/officeDocument/2006/relationships/customXml" Target="../ink/ink365.xml"/><Relationship Id="rId410" Type="http://schemas.openxmlformats.org/officeDocument/2006/relationships/image" Target="../media/image392.png"/><Relationship Id="rId30" Type="http://schemas.openxmlformats.org/officeDocument/2006/relationships/customXml" Target="../ink/ink231.xml"/><Relationship Id="rId105" Type="http://schemas.openxmlformats.org/officeDocument/2006/relationships/customXml" Target="../ink/ink270.xml"/><Relationship Id="rId126" Type="http://schemas.openxmlformats.org/officeDocument/2006/relationships/image" Target="../media/image257.png"/><Relationship Id="rId147" Type="http://schemas.openxmlformats.org/officeDocument/2006/relationships/image" Target="../media/image266.png"/><Relationship Id="rId168" Type="http://schemas.openxmlformats.org/officeDocument/2006/relationships/image" Target="../media/image276.png"/><Relationship Id="rId312" Type="http://schemas.openxmlformats.org/officeDocument/2006/relationships/image" Target="../media/image344.png"/><Relationship Id="rId333" Type="http://schemas.openxmlformats.org/officeDocument/2006/relationships/customXml" Target="../ink/ink389.xml"/><Relationship Id="rId354" Type="http://schemas.openxmlformats.org/officeDocument/2006/relationships/image" Target="../media/image364.png"/><Relationship Id="rId51" Type="http://schemas.openxmlformats.org/officeDocument/2006/relationships/image" Target="../media/image221.png"/><Relationship Id="rId72" Type="http://schemas.openxmlformats.org/officeDocument/2006/relationships/image" Target="../media/image231.png"/><Relationship Id="rId93" Type="http://schemas.openxmlformats.org/officeDocument/2006/relationships/customXml" Target="../ink/ink264.xml"/><Relationship Id="rId189" Type="http://schemas.openxmlformats.org/officeDocument/2006/relationships/customXml" Target="../ink/ink313.xml"/><Relationship Id="rId375" Type="http://schemas.openxmlformats.org/officeDocument/2006/relationships/customXml" Target="../ink/ink410.xml"/><Relationship Id="rId396" Type="http://schemas.openxmlformats.org/officeDocument/2006/relationships/image" Target="../media/image385.png"/><Relationship Id="rId3" Type="http://schemas.openxmlformats.org/officeDocument/2006/relationships/customXml" Target="../ink/ink217.xml"/><Relationship Id="rId214" Type="http://schemas.openxmlformats.org/officeDocument/2006/relationships/customXml" Target="../ink/ink327.xml"/><Relationship Id="rId235" Type="http://schemas.openxmlformats.org/officeDocument/2006/relationships/image" Target="../media/image112.png"/><Relationship Id="rId256" Type="http://schemas.openxmlformats.org/officeDocument/2006/relationships/customXml" Target="../ink/ink348.xml"/><Relationship Id="rId277" Type="http://schemas.openxmlformats.org/officeDocument/2006/relationships/customXml" Target="../ink/ink359.xml"/><Relationship Id="rId298" Type="http://schemas.openxmlformats.org/officeDocument/2006/relationships/image" Target="../media/image337.png"/><Relationship Id="rId400" Type="http://schemas.openxmlformats.org/officeDocument/2006/relationships/image" Target="../media/image387.png"/><Relationship Id="rId116" Type="http://schemas.openxmlformats.org/officeDocument/2006/relationships/image" Target="../media/image252.png"/><Relationship Id="rId137" Type="http://schemas.openxmlformats.org/officeDocument/2006/relationships/image" Target="../media/image261.png"/><Relationship Id="rId158" Type="http://schemas.openxmlformats.org/officeDocument/2006/relationships/customXml" Target="../ink/ink297.xml"/><Relationship Id="rId302" Type="http://schemas.openxmlformats.org/officeDocument/2006/relationships/image" Target="../media/image339.png"/><Relationship Id="rId323" Type="http://schemas.openxmlformats.org/officeDocument/2006/relationships/customXml" Target="../ink/ink383.xml"/><Relationship Id="rId344" Type="http://schemas.openxmlformats.org/officeDocument/2006/relationships/image" Target="../media/image359.png"/><Relationship Id="rId20" Type="http://schemas.openxmlformats.org/officeDocument/2006/relationships/image" Target="../media/image207.png"/><Relationship Id="rId41" Type="http://schemas.openxmlformats.org/officeDocument/2006/relationships/image" Target="../media/image216.png"/><Relationship Id="rId62" Type="http://schemas.openxmlformats.org/officeDocument/2006/relationships/image" Target="../media/image226.png"/><Relationship Id="rId83" Type="http://schemas.openxmlformats.org/officeDocument/2006/relationships/image" Target="../media/image236.png"/><Relationship Id="rId179" Type="http://schemas.openxmlformats.org/officeDocument/2006/relationships/customXml" Target="../ink/ink308.xml"/><Relationship Id="rId365" Type="http://schemas.openxmlformats.org/officeDocument/2006/relationships/customXml" Target="../ink/ink405.xml"/><Relationship Id="rId386" Type="http://schemas.openxmlformats.org/officeDocument/2006/relationships/image" Target="../media/image380.png"/><Relationship Id="rId190" Type="http://schemas.openxmlformats.org/officeDocument/2006/relationships/image" Target="../media/image287.png"/><Relationship Id="rId204" Type="http://schemas.openxmlformats.org/officeDocument/2006/relationships/image" Target="../media/image294.png"/><Relationship Id="rId225" Type="http://schemas.openxmlformats.org/officeDocument/2006/relationships/image" Target="../media/image303.png"/><Relationship Id="rId246" Type="http://schemas.openxmlformats.org/officeDocument/2006/relationships/customXml" Target="../ink/ink343.xml"/><Relationship Id="rId267" Type="http://schemas.openxmlformats.org/officeDocument/2006/relationships/customXml" Target="../ink/ink354.xml"/><Relationship Id="rId288" Type="http://schemas.openxmlformats.org/officeDocument/2006/relationships/image" Target="../media/image332.png"/><Relationship Id="rId411" Type="http://schemas.openxmlformats.org/officeDocument/2006/relationships/customXml" Target="../ink/ink428.xml"/><Relationship Id="rId106" Type="http://schemas.openxmlformats.org/officeDocument/2006/relationships/image" Target="../media/image247.png"/><Relationship Id="rId127" Type="http://schemas.openxmlformats.org/officeDocument/2006/relationships/customXml" Target="../ink/ink281.xml"/><Relationship Id="rId313" Type="http://schemas.openxmlformats.org/officeDocument/2006/relationships/customXml" Target="../ink/ink378.xml"/><Relationship Id="rId10" Type="http://schemas.openxmlformats.org/officeDocument/2006/relationships/image" Target="../media/image202.png"/><Relationship Id="rId31" Type="http://schemas.openxmlformats.org/officeDocument/2006/relationships/image" Target="../media/image211.png"/><Relationship Id="rId52" Type="http://schemas.openxmlformats.org/officeDocument/2006/relationships/customXml" Target="../ink/ink242.xml"/><Relationship Id="rId73" Type="http://schemas.openxmlformats.org/officeDocument/2006/relationships/customXml" Target="../ink/ink253.xml"/><Relationship Id="rId94" Type="http://schemas.openxmlformats.org/officeDocument/2006/relationships/image" Target="../media/image241.png"/><Relationship Id="rId148" Type="http://schemas.openxmlformats.org/officeDocument/2006/relationships/customXml" Target="../ink/ink292.xml"/><Relationship Id="rId169" Type="http://schemas.openxmlformats.org/officeDocument/2006/relationships/customXml" Target="../ink/ink303.xml"/><Relationship Id="rId334" Type="http://schemas.openxmlformats.org/officeDocument/2006/relationships/image" Target="../media/image354.png"/><Relationship Id="rId355" Type="http://schemas.openxmlformats.org/officeDocument/2006/relationships/customXml" Target="../ink/ink400.xml"/><Relationship Id="rId376" Type="http://schemas.openxmlformats.org/officeDocument/2006/relationships/image" Target="../media/image375.png"/><Relationship Id="rId397" Type="http://schemas.openxmlformats.org/officeDocument/2006/relationships/customXml" Target="../ink/ink421.xml"/><Relationship Id="rId4" Type="http://schemas.openxmlformats.org/officeDocument/2006/relationships/image" Target="../media/image1.png"/><Relationship Id="rId180" Type="http://schemas.openxmlformats.org/officeDocument/2006/relationships/image" Target="../media/image282.png"/><Relationship Id="rId215" Type="http://schemas.openxmlformats.org/officeDocument/2006/relationships/image" Target="../media/image298.png"/><Relationship Id="rId236" Type="http://schemas.openxmlformats.org/officeDocument/2006/relationships/customXml" Target="../ink/ink338.xml"/><Relationship Id="rId257" Type="http://schemas.openxmlformats.org/officeDocument/2006/relationships/image" Target="../media/image318.png"/><Relationship Id="rId278" Type="http://schemas.openxmlformats.org/officeDocument/2006/relationships/image" Target="../media/image328.png"/><Relationship Id="rId401" Type="http://schemas.openxmlformats.org/officeDocument/2006/relationships/customXml" Target="../ink/ink423.xml"/><Relationship Id="rId303" Type="http://schemas.openxmlformats.org/officeDocument/2006/relationships/customXml" Target="../ink/ink373.xml"/><Relationship Id="rId42" Type="http://schemas.openxmlformats.org/officeDocument/2006/relationships/customXml" Target="../ink/ink237.xml"/><Relationship Id="rId84" Type="http://schemas.openxmlformats.org/officeDocument/2006/relationships/customXml" Target="../ink/ink259.xml"/><Relationship Id="rId138" Type="http://schemas.openxmlformats.org/officeDocument/2006/relationships/customXml" Target="../ink/ink287.xml"/><Relationship Id="rId345" Type="http://schemas.openxmlformats.org/officeDocument/2006/relationships/customXml" Target="../ink/ink395.xml"/><Relationship Id="rId387" Type="http://schemas.openxmlformats.org/officeDocument/2006/relationships/customXml" Target="../ink/ink416.xml"/><Relationship Id="rId191" Type="http://schemas.openxmlformats.org/officeDocument/2006/relationships/customXml" Target="../ink/ink314.xml"/><Relationship Id="rId205" Type="http://schemas.openxmlformats.org/officeDocument/2006/relationships/customXml" Target="../ink/ink321.xml"/><Relationship Id="rId247" Type="http://schemas.openxmlformats.org/officeDocument/2006/relationships/image" Target="../media/image313.png"/><Relationship Id="rId412" Type="http://schemas.openxmlformats.org/officeDocument/2006/relationships/image" Target="../media/image393.png"/><Relationship Id="rId107" Type="http://schemas.openxmlformats.org/officeDocument/2006/relationships/customXml" Target="../ink/ink271.xml"/><Relationship Id="rId289" Type="http://schemas.openxmlformats.org/officeDocument/2006/relationships/customXml" Target="../ink/ink366.xml"/><Relationship Id="rId11" Type="http://schemas.openxmlformats.org/officeDocument/2006/relationships/customXml" Target="../ink/ink221.xml"/><Relationship Id="rId53" Type="http://schemas.openxmlformats.org/officeDocument/2006/relationships/image" Target="../media/image222.png"/><Relationship Id="rId149" Type="http://schemas.openxmlformats.org/officeDocument/2006/relationships/image" Target="../media/image267.png"/><Relationship Id="rId314" Type="http://schemas.openxmlformats.org/officeDocument/2006/relationships/image" Target="../media/image345.png"/><Relationship Id="rId356" Type="http://schemas.openxmlformats.org/officeDocument/2006/relationships/image" Target="../media/image365.png"/><Relationship Id="rId398" Type="http://schemas.openxmlformats.org/officeDocument/2006/relationships/image" Target="../media/image386.png"/><Relationship Id="rId95" Type="http://schemas.openxmlformats.org/officeDocument/2006/relationships/customXml" Target="../ink/ink265.xml"/><Relationship Id="rId160" Type="http://schemas.openxmlformats.org/officeDocument/2006/relationships/image" Target="../media/image272.png"/><Relationship Id="rId216" Type="http://schemas.openxmlformats.org/officeDocument/2006/relationships/customXml" Target="../ink/ink328.xml"/><Relationship Id="rId258" Type="http://schemas.openxmlformats.org/officeDocument/2006/relationships/customXml" Target="../ink/ink349.xml"/><Relationship Id="rId22" Type="http://schemas.openxmlformats.org/officeDocument/2006/relationships/image" Target="../media/image10.png"/><Relationship Id="rId64" Type="http://schemas.openxmlformats.org/officeDocument/2006/relationships/image" Target="../media/image227.png"/><Relationship Id="rId118" Type="http://schemas.openxmlformats.org/officeDocument/2006/relationships/image" Target="../media/image253.png"/><Relationship Id="rId325" Type="http://schemas.openxmlformats.org/officeDocument/2006/relationships/customXml" Target="../ink/ink384.xml"/><Relationship Id="rId367" Type="http://schemas.openxmlformats.org/officeDocument/2006/relationships/customXml" Target="../ink/ink406.xml"/><Relationship Id="rId171" Type="http://schemas.openxmlformats.org/officeDocument/2006/relationships/customXml" Target="../ink/ink304.xml"/><Relationship Id="rId227" Type="http://schemas.openxmlformats.org/officeDocument/2006/relationships/image" Target="../media/image304.png"/><Relationship Id="rId269" Type="http://schemas.openxmlformats.org/officeDocument/2006/relationships/customXml" Target="../ink/ink355.xml"/><Relationship Id="rId33" Type="http://schemas.openxmlformats.org/officeDocument/2006/relationships/image" Target="../media/image212.png"/><Relationship Id="rId129" Type="http://schemas.openxmlformats.org/officeDocument/2006/relationships/customXml" Target="../ink/ink282.xml"/><Relationship Id="rId280" Type="http://schemas.openxmlformats.org/officeDocument/2006/relationships/image" Target="../media/image329.png"/><Relationship Id="rId336" Type="http://schemas.openxmlformats.org/officeDocument/2006/relationships/image" Target="../media/image355.png"/><Relationship Id="rId75" Type="http://schemas.openxmlformats.org/officeDocument/2006/relationships/customXml" Target="../ink/ink254.xml"/><Relationship Id="rId140" Type="http://schemas.openxmlformats.org/officeDocument/2006/relationships/customXml" Target="../ink/ink288.xml"/><Relationship Id="rId182" Type="http://schemas.openxmlformats.org/officeDocument/2006/relationships/image" Target="../media/image283.png"/><Relationship Id="rId378" Type="http://schemas.openxmlformats.org/officeDocument/2006/relationships/image" Target="../media/image376.png"/><Relationship Id="rId403" Type="http://schemas.openxmlformats.org/officeDocument/2006/relationships/customXml" Target="../ink/ink424.xml"/><Relationship Id="rId6" Type="http://schemas.openxmlformats.org/officeDocument/2006/relationships/image" Target="../media/image201.png"/><Relationship Id="rId238" Type="http://schemas.openxmlformats.org/officeDocument/2006/relationships/customXml" Target="../ink/ink339.xml"/><Relationship Id="rId291" Type="http://schemas.openxmlformats.org/officeDocument/2006/relationships/customXml" Target="../ink/ink367.xml"/><Relationship Id="rId305" Type="http://schemas.openxmlformats.org/officeDocument/2006/relationships/customXml" Target="../ink/ink374.xml"/><Relationship Id="rId347" Type="http://schemas.openxmlformats.org/officeDocument/2006/relationships/customXml" Target="../ink/ink396.xml"/><Relationship Id="rId44" Type="http://schemas.openxmlformats.org/officeDocument/2006/relationships/customXml" Target="../ink/ink238.xml"/><Relationship Id="rId86" Type="http://schemas.openxmlformats.org/officeDocument/2006/relationships/customXml" Target="../ink/ink260.xml"/><Relationship Id="rId151" Type="http://schemas.openxmlformats.org/officeDocument/2006/relationships/image" Target="../media/image268.png"/><Relationship Id="rId389" Type="http://schemas.openxmlformats.org/officeDocument/2006/relationships/customXml" Target="../ink/ink417.xml"/><Relationship Id="rId193" Type="http://schemas.openxmlformats.org/officeDocument/2006/relationships/customXml" Target="../ink/ink315.xml"/><Relationship Id="rId207" Type="http://schemas.openxmlformats.org/officeDocument/2006/relationships/customXml" Target="../ink/ink323.xml"/><Relationship Id="rId249" Type="http://schemas.openxmlformats.org/officeDocument/2006/relationships/image" Target="../media/image314.png"/><Relationship Id="rId414" Type="http://schemas.openxmlformats.org/officeDocument/2006/relationships/customXml" Target="../ink/ink430.xml"/><Relationship Id="rId13" Type="http://schemas.openxmlformats.org/officeDocument/2006/relationships/customXml" Target="../ink/ink222.xml"/><Relationship Id="rId109" Type="http://schemas.openxmlformats.org/officeDocument/2006/relationships/customXml" Target="../ink/ink272.xml"/><Relationship Id="rId260" Type="http://schemas.openxmlformats.org/officeDocument/2006/relationships/image" Target="../media/image319.png"/><Relationship Id="rId316" Type="http://schemas.openxmlformats.org/officeDocument/2006/relationships/image" Target="../media/image346.png"/><Relationship Id="rId55" Type="http://schemas.openxmlformats.org/officeDocument/2006/relationships/image" Target="../media/image223.png"/><Relationship Id="rId97" Type="http://schemas.openxmlformats.org/officeDocument/2006/relationships/customXml" Target="../ink/ink266.xml"/><Relationship Id="rId120" Type="http://schemas.openxmlformats.org/officeDocument/2006/relationships/image" Target="../media/image254.png"/><Relationship Id="rId358" Type="http://schemas.openxmlformats.org/officeDocument/2006/relationships/image" Target="../media/image366.png"/><Relationship Id="rId162" Type="http://schemas.openxmlformats.org/officeDocument/2006/relationships/image" Target="../media/image273.png"/><Relationship Id="rId218" Type="http://schemas.openxmlformats.org/officeDocument/2006/relationships/customXml" Target="../ink/ink329.xml"/><Relationship Id="rId271" Type="http://schemas.openxmlformats.org/officeDocument/2006/relationships/customXml" Target="../ink/ink356.xml"/><Relationship Id="rId24" Type="http://schemas.openxmlformats.org/officeDocument/2006/relationships/image" Target="../media/image208.png"/><Relationship Id="rId66" Type="http://schemas.openxmlformats.org/officeDocument/2006/relationships/image" Target="../media/image228.png"/><Relationship Id="rId131" Type="http://schemas.openxmlformats.org/officeDocument/2006/relationships/image" Target="../media/image259.png"/><Relationship Id="rId327" Type="http://schemas.openxmlformats.org/officeDocument/2006/relationships/customXml" Target="../ink/ink386.xml"/><Relationship Id="rId369" Type="http://schemas.openxmlformats.org/officeDocument/2006/relationships/customXml" Target="../ink/ink407.xml"/><Relationship Id="rId173" Type="http://schemas.openxmlformats.org/officeDocument/2006/relationships/customXml" Target="../ink/ink305.xml"/><Relationship Id="rId229" Type="http://schemas.openxmlformats.org/officeDocument/2006/relationships/image" Target="../media/image305.png"/><Relationship Id="rId380" Type="http://schemas.openxmlformats.org/officeDocument/2006/relationships/image" Target="../media/image377.png"/><Relationship Id="rId240" Type="http://schemas.openxmlformats.org/officeDocument/2006/relationships/customXml" Target="../ink/ink340.xml"/><Relationship Id="rId35" Type="http://schemas.openxmlformats.org/officeDocument/2006/relationships/image" Target="../media/image213.png"/><Relationship Id="rId77" Type="http://schemas.openxmlformats.org/officeDocument/2006/relationships/image" Target="../media/image233.png"/><Relationship Id="rId100" Type="http://schemas.openxmlformats.org/officeDocument/2006/relationships/image" Target="../media/image244.png"/><Relationship Id="rId282" Type="http://schemas.openxmlformats.org/officeDocument/2006/relationships/image" Target="../media/image330.png"/><Relationship Id="rId338" Type="http://schemas.openxmlformats.org/officeDocument/2006/relationships/image" Target="../media/image356.png"/><Relationship Id="rId8" Type="http://schemas.openxmlformats.org/officeDocument/2006/relationships/image" Target="../media/image3.png"/><Relationship Id="rId142" Type="http://schemas.openxmlformats.org/officeDocument/2006/relationships/customXml" Target="../ink/ink289.xml"/><Relationship Id="rId184" Type="http://schemas.openxmlformats.org/officeDocument/2006/relationships/image" Target="../media/image284.png"/><Relationship Id="rId391" Type="http://schemas.openxmlformats.org/officeDocument/2006/relationships/customXml" Target="../ink/ink418.xml"/><Relationship Id="rId405" Type="http://schemas.openxmlformats.org/officeDocument/2006/relationships/customXml" Target="../ink/ink425.xml"/><Relationship Id="rId251" Type="http://schemas.openxmlformats.org/officeDocument/2006/relationships/image" Target="../media/image315.png"/><Relationship Id="rId46" Type="http://schemas.openxmlformats.org/officeDocument/2006/relationships/customXml" Target="../ink/ink239.xml"/><Relationship Id="rId293" Type="http://schemas.openxmlformats.org/officeDocument/2006/relationships/customXml" Target="../ink/ink368.xml"/><Relationship Id="rId307" Type="http://schemas.openxmlformats.org/officeDocument/2006/relationships/customXml" Target="../ink/ink375.xml"/><Relationship Id="rId349" Type="http://schemas.openxmlformats.org/officeDocument/2006/relationships/customXml" Target="../ink/ink397.xml"/><Relationship Id="rId88" Type="http://schemas.openxmlformats.org/officeDocument/2006/relationships/image" Target="../media/image238.png"/><Relationship Id="rId111" Type="http://schemas.openxmlformats.org/officeDocument/2006/relationships/customXml" Target="../ink/ink273.xml"/><Relationship Id="rId153" Type="http://schemas.openxmlformats.org/officeDocument/2006/relationships/image" Target="../media/image269.png"/><Relationship Id="rId195" Type="http://schemas.openxmlformats.org/officeDocument/2006/relationships/customXml" Target="../ink/ink316.xml"/><Relationship Id="rId209" Type="http://schemas.openxmlformats.org/officeDocument/2006/relationships/customXml" Target="../ink/ink324.xml"/><Relationship Id="rId360" Type="http://schemas.openxmlformats.org/officeDocument/2006/relationships/image" Target="../media/image367.png"/><Relationship Id="rId416" Type="http://schemas.openxmlformats.org/officeDocument/2006/relationships/customXml" Target="../ink/ink431.xml"/><Relationship Id="rId220" Type="http://schemas.openxmlformats.org/officeDocument/2006/relationships/customXml" Target="../ink/ink330.xml"/><Relationship Id="rId15" Type="http://schemas.openxmlformats.org/officeDocument/2006/relationships/customXml" Target="../ink/ink223.xml"/><Relationship Id="rId57" Type="http://schemas.openxmlformats.org/officeDocument/2006/relationships/image" Target="../media/image224.png"/><Relationship Id="rId262" Type="http://schemas.openxmlformats.org/officeDocument/2006/relationships/image" Target="../media/image320.png"/><Relationship Id="rId318" Type="http://schemas.openxmlformats.org/officeDocument/2006/relationships/image" Target="../media/image347.png"/><Relationship Id="rId99" Type="http://schemas.openxmlformats.org/officeDocument/2006/relationships/customXml" Target="../ink/ink267.xml"/><Relationship Id="rId122" Type="http://schemas.openxmlformats.org/officeDocument/2006/relationships/image" Target="../media/image255.png"/><Relationship Id="rId164" Type="http://schemas.openxmlformats.org/officeDocument/2006/relationships/image" Target="../media/image274.png"/><Relationship Id="rId371" Type="http://schemas.openxmlformats.org/officeDocument/2006/relationships/customXml" Target="../ink/ink408.xml"/><Relationship Id="rId26" Type="http://schemas.openxmlformats.org/officeDocument/2006/relationships/image" Target="../media/image209.png"/><Relationship Id="rId231" Type="http://schemas.openxmlformats.org/officeDocument/2006/relationships/image" Target="../media/image306.png"/><Relationship Id="rId273" Type="http://schemas.openxmlformats.org/officeDocument/2006/relationships/customXml" Target="../ink/ink357.xml"/><Relationship Id="rId329" Type="http://schemas.openxmlformats.org/officeDocument/2006/relationships/customXml" Target="../ink/ink387.xml"/><Relationship Id="rId68" Type="http://schemas.openxmlformats.org/officeDocument/2006/relationships/image" Target="../media/image229.png"/><Relationship Id="rId133" Type="http://schemas.openxmlformats.org/officeDocument/2006/relationships/image" Target="../media/image63.png"/><Relationship Id="rId175" Type="http://schemas.openxmlformats.org/officeDocument/2006/relationships/customXml" Target="../ink/ink306.xml"/><Relationship Id="rId340" Type="http://schemas.openxmlformats.org/officeDocument/2006/relationships/image" Target="../media/image357.png"/><Relationship Id="rId200" Type="http://schemas.openxmlformats.org/officeDocument/2006/relationships/image" Target="../media/image292.png"/><Relationship Id="rId382" Type="http://schemas.openxmlformats.org/officeDocument/2006/relationships/image" Target="../media/image378.png"/><Relationship Id="rId242" Type="http://schemas.openxmlformats.org/officeDocument/2006/relationships/customXml" Target="../ink/ink341.xml"/><Relationship Id="rId284" Type="http://schemas.openxmlformats.org/officeDocument/2006/relationships/image" Target="../media/image331.png"/><Relationship Id="rId37" Type="http://schemas.openxmlformats.org/officeDocument/2006/relationships/image" Target="../media/image214.png"/><Relationship Id="rId79" Type="http://schemas.openxmlformats.org/officeDocument/2006/relationships/image" Target="../media/image234.png"/><Relationship Id="rId102" Type="http://schemas.openxmlformats.org/officeDocument/2006/relationships/image" Target="../media/image245.png"/><Relationship Id="rId144" Type="http://schemas.openxmlformats.org/officeDocument/2006/relationships/customXml" Target="../ink/ink290.xml"/><Relationship Id="rId90" Type="http://schemas.openxmlformats.org/officeDocument/2006/relationships/image" Target="../media/image239.png"/><Relationship Id="rId186" Type="http://schemas.openxmlformats.org/officeDocument/2006/relationships/image" Target="../media/image285.png"/><Relationship Id="rId351" Type="http://schemas.openxmlformats.org/officeDocument/2006/relationships/customXml" Target="../ink/ink398.xml"/><Relationship Id="rId393" Type="http://schemas.openxmlformats.org/officeDocument/2006/relationships/customXml" Target="../ink/ink419.xml"/><Relationship Id="rId407" Type="http://schemas.openxmlformats.org/officeDocument/2006/relationships/customXml" Target="../ink/ink426.xml"/><Relationship Id="rId211" Type="http://schemas.openxmlformats.org/officeDocument/2006/relationships/customXml" Target="../ink/ink325.xml"/><Relationship Id="rId253" Type="http://schemas.openxmlformats.org/officeDocument/2006/relationships/image" Target="../media/image316.png"/><Relationship Id="rId295" Type="http://schemas.openxmlformats.org/officeDocument/2006/relationships/customXml" Target="../ink/ink369.xml"/><Relationship Id="rId309" Type="http://schemas.openxmlformats.org/officeDocument/2006/relationships/customXml" Target="../ink/ink376.xml"/><Relationship Id="rId48" Type="http://schemas.openxmlformats.org/officeDocument/2006/relationships/customXml" Target="../ink/ink240.xml"/><Relationship Id="rId113" Type="http://schemas.openxmlformats.org/officeDocument/2006/relationships/customXml" Target="../ink/ink274.xml"/><Relationship Id="rId320" Type="http://schemas.openxmlformats.org/officeDocument/2006/relationships/image" Target="../media/image348.png"/><Relationship Id="rId155" Type="http://schemas.openxmlformats.org/officeDocument/2006/relationships/image" Target="../media/image270.png"/><Relationship Id="rId197" Type="http://schemas.openxmlformats.org/officeDocument/2006/relationships/customXml" Target="../ink/ink317.xml"/><Relationship Id="rId362" Type="http://schemas.openxmlformats.org/officeDocument/2006/relationships/image" Target="../media/image368.png"/><Relationship Id="rId418" Type="http://schemas.openxmlformats.org/officeDocument/2006/relationships/image" Target="../media/image39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2.xml"/><Relationship Id="rId21" Type="http://schemas.openxmlformats.org/officeDocument/2006/relationships/customXml" Target="../ink/ink434.xml"/><Relationship Id="rId42" Type="http://schemas.openxmlformats.org/officeDocument/2006/relationships/image" Target="../media/image421.png"/><Relationship Id="rId63" Type="http://schemas.openxmlformats.org/officeDocument/2006/relationships/customXml" Target="../ink/ink455.xml"/><Relationship Id="rId84" Type="http://schemas.openxmlformats.org/officeDocument/2006/relationships/image" Target="../media/image442.png"/><Relationship Id="rId138" Type="http://schemas.openxmlformats.org/officeDocument/2006/relationships/image" Target="../media/image469.png"/><Relationship Id="rId159" Type="http://schemas.openxmlformats.org/officeDocument/2006/relationships/customXml" Target="../ink/ink504.xml"/><Relationship Id="rId170" Type="http://schemas.openxmlformats.org/officeDocument/2006/relationships/image" Target="../media/image484.png"/><Relationship Id="rId191" Type="http://schemas.openxmlformats.org/officeDocument/2006/relationships/image" Target="../media/image489.png"/><Relationship Id="rId205" Type="http://schemas.openxmlformats.org/officeDocument/2006/relationships/image" Target="../media/image495.png"/><Relationship Id="rId226" Type="http://schemas.openxmlformats.org/officeDocument/2006/relationships/customXml" Target="../ink/ink544.xml"/><Relationship Id="rId247" Type="http://schemas.openxmlformats.org/officeDocument/2006/relationships/image" Target="../media/image517.png"/><Relationship Id="rId107" Type="http://schemas.openxmlformats.org/officeDocument/2006/relationships/customXml" Target="../ink/ink477.xml"/><Relationship Id="rId11" Type="http://schemas.openxmlformats.org/officeDocument/2006/relationships/image" Target="../media/image409.png"/><Relationship Id="rId32" Type="http://schemas.openxmlformats.org/officeDocument/2006/relationships/image" Target="../media/image416.png"/><Relationship Id="rId53" Type="http://schemas.openxmlformats.org/officeDocument/2006/relationships/customXml" Target="../ink/ink450.xml"/><Relationship Id="rId74" Type="http://schemas.openxmlformats.org/officeDocument/2006/relationships/image" Target="../media/image437.png"/><Relationship Id="rId128" Type="http://schemas.openxmlformats.org/officeDocument/2006/relationships/image" Target="../media/image464.png"/><Relationship Id="rId149" Type="http://schemas.openxmlformats.org/officeDocument/2006/relationships/customXml" Target="../ink/ink498.xml"/><Relationship Id="rId95" Type="http://schemas.openxmlformats.org/officeDocument/2006/relationships/customXml" Target="../ink/ink471.xml"/><Relationship Id="rId160" Type="http://schemas.openxmlformats.org/officeDocument/2006/relationships/image" Target="../media/image479.png"/><Relationship Id="rId181" Type="http://schemas.openxmlformats.org/officeDocument/2006/relationships/customXml" Target="../ink/ink519.xml"/><Relationship Id="rId216" Type="http://schemas.openxmlformats.org/officeDocument/2006/relationships/customXml" Target="../ink/ink539.xml"/><Relationship Id="rId237" Type="http://schemas.openxmlformats.org/officeDocument/2006/relationships/image" Target="../media/image511.png"/><Relationship Id="rId22" Type="http://schemas.openxmlformats.org/officeDocument/2006/relationships/image" Target="../media/image411.png"/><Relationship Id="rId43" Type="http://schemas.openxmlformats.org/officeDocument/2006/relationships/customXml" Target="../ink/ink445.xml"/><Relationship Id="rId64" Type="http://schemas.openxmlformats.org/officeDocument/2006/relationships/image" Target="../media/image432.png"/><Relationship Id="rId118" Type="http://schemas.openxmlformats.org/officeDocument/2006/relationships/image" Target="../media/image459.png"/><Relationship Id="rId139" Type="http://schemas.openxmlformats.org/officeDocument/2006/relationships/customXml" Target="../ink/ink493.xml"/><Relationship Id="rId85" Type="http://schemas.openxmlformats.org/officeDocument/2006/relationships/customXml" Target="../ink/ink466.xml"/><Relationship Id="rId150" Type="http://schemas.openxmlformats.org/officeDocument/2006/relationships/image" Target="../media/image475.png"/><Relationship Id="rId171" Type="http://schemas.openxmlformats.org/officeDocument/2006/relationships/customXml" Target="../ink/ink510.xml"/><Relationship Id="rId192" Type="http://schemas.openxmlformats.org/officeDocument/2006/relationships/customXml" Target="../ink/ink526.xml"/><Relationship Id="rId206" Type="http://schemas.openxmlformats.org/officeDocument/2006/relationships/customXml" Target="../ink/ink534.xml"/><Relationship Id="rId227" Type="http://schemas.openxmlformats.org/officeDocument/2006/relationships/image" Target="../media/image506.png"/><Relationship Id="rId248" Type="http://schemas.openxmlformats.org/officeDocument/2006/relationships/image" Target="../media/image518.png"/><Relationship Id="rId12" Type="http://schemas.openxmlformats.org/officeDocument/2006/relationships/image" Target="../media/image398.png"/><Relationship Id="rId33" Type="http://schemas.openxmlformats.org/officeDocument/2006/relationships/customXml" Target="../ink/ink440.xml"/><Relationship Id="rId108" Type="http://schemas.openxmlformats.org/officeDocument/2006/relationships/image" Target="../media/image454.png"/><Relationship Id="rId129" Type="http://schemas.openxmlformats.org/officeDocument/2006/relationships/customXml" Target="../ink/ink488.xml"/><Relationship Id="rId54" Type="http://schemas.openxmlformats.org/officeDocument/2006/relationships/image" Target="../media/image427.png"/><Relationship Id="rId75" Type="http://schemas.openxmlformats.org/officeDocument/2006/relationships/customXml" Target="../ink/ink461.xml"/><Relationship Id="rId96" Type="http://schemas.openxmlformats.org/officeDocument/2006/relationships/image" Target="../media/image448.png"/><Relationship Id="rId140" Type="http://schemas.openxmlformats.org/officeDocument/2006/relationships/image" Target="../media/image470.png"/><Relationship Id="rId161" Type="http://schemas.openxmlformats.org/officeDocument/2006/relationships/customXml" Target="../ink/ink505.xml"/><Relationship Id="rId182" Type="http://schemas.openxmlformats.org/officeDocument/2006/relationships/customXml" Target="../ink/ink520.xml"/><Relationship Id="rId217" Type="http://schemas.openxmlformats.org/officeDocument/2006/relationships/customXml" Target="../ink/ink540.xml"/><Relationship Id="rId238" Type="http://schemas.openxmlformats.org/officeDocument/2006/relationships/customXml" Target="../ink/ink550.xml"/><Relationship Id="rId23" Type="http://schemas.openxmlformats.org/officeDocument/2006/relationships/customXml" Target="../ink/ink435.xml"/><Relationship Id="rId119" Type="http://schemas.openxmlformats.org/officeDocument/2006/relationships/customXml" Target="../ink/ink483.xml"/><Relationship Id="rId44" Type="http://schemas.openxmlformats.org/officeDocument/2006/relationships/image" Target="../media/image422.png"/><Relationship Id="rId65" Type="http://schemas.openxmlformats.org/officeDocument/2006/relationships/customXml" Target="../ink/ink456.xml"/><Relationship Id="rId86" Type="http://schemas.openxmlformats.org/officeDocument/2006/relationships/image" Target="../media/image443.png"/><Relationship Id="rId130" Type="http://schemas.openxmlformats.org/officeDocument/2006/relationships/image" Target="../media/image465.png"/><Relationship Id="rId151" Type="http://schemas.openxmlformats.org/officeDocument/2006/relationships/customXml" Target="../ink/ink499.xml"/><Relationship Id="rId172" Type="http://schemas.openxmlformats.org/officeDocument/2006/relationships/customXml" Target="../ink/ink511.xml"/><Relationship Id="rId193" Type="http://schemas.openxmlformats.org/officeDocument/2006/relationships/image" Target="../media/image490.png"/><Relationship Id="rId207" Type="http://schemas.openxmlformats.org/officeDocument/2006/relationships/image" Target="../media/image496.png"/><Relationship Id="rId228" Type="http://schemas.openxmlformats.org/officeDocument/2006/relationships/customXml" Target="../ink/ink545.xml"/><Relationship Id="rId249" Type="http://schemas.openxmlformats.org/officeDocument/2006/relationships/image" Target="../media/image519.png"/><Relationship Id="rId13" Type="http://schemas.openxmlformats.org/officeDocument/2006/relationships/image" Target="../media/image399.png"/><Relationship Id="rId109" Type="http://schemas.openxmlformats.org/officeDocument/2006/relationships/customXml" Target="../ink/ink478.xml"/><Relationship Id="rId34" Type="http://schemas.openxmlformats.org/officeDocument/2006/relationships/image" Target="../media/image417.png"/><Relationship Id="rId55" Type="http://schemas.openxmlformats.org/officeDocument/2006/relationships/customXml" Target="../ink/ink451.xml"/><Relationship Id="rId76" Type="http://schemas.openxmlformats.org/officeDocument/2006/relationships/image" Target="../media/image438.png"/><Relationship Id="rId97" Type="http://schemas.openxmlformats.org/officeDocument/2006/relationships/customXml" Target="../ink/ink472.xml"/><Relationship Id="rId120" Type="http://schemas.openxmlformats.org/officeDocument/2006/relationships/image" Target="../media/image460.png"/><Relationship Id="rId141" Type="http://schemas.openxmlformats.org/officeDocument/2006/relationships/customXml" Target="../ink/ink494.xml"/><Relationship Id="rId162" Type="http://schemas.openxmlformats.org/officeDocument/2006/relationships/image" Target="../media/image480.png"/><Relationship Id="rId183" Type="http://schemas.openxmlformats.org/officeDocument/2006/relationships/customXml" Target="../ink/ink521.xml"/><Relationship Id="rId218" Type="http://schemas.openxmlformats.org/officeDocument/2006/relationships/image" Target="../media/image501.png"/><Relationship Id="rId239" Type="http://schemas.openxmlformats.org/officeDocument/2006/relationships/image" Target="../media/image512.png"/><Relationship Id="rId24" Type="http://schemas.openxmlformats.org/officeDocument/2006/relationships/image" Target="../media/image412.png"/><Relationship Id="rId45" Type="http://schemas.openxmlformats.org/officeDocument/2006/relationships/customXml" Target="../ink/ink446.xml"/><Relationship Id="rId66" Type="http://schemas.openxmlformats.org/officeDocument/2006/relationships/image" Target="../media/image433.png"/><Relationship Id="rId87" Type="http://schemas.openxmlformats.org/officeDocument/2006/relationships/customXml" Target="../ink/ink467.xml"/><Relationship Id="rId110" Type="http://schemas.openxmlformats.org/officeDocument/2006/relationships/image" Target="../media/image455.png"/><Relationship Id="rId131" Type="http://schemas.openxmlformats.org/officeDocument/2006/relationships/customXml" Target="../ink/ink489.xml"/><Relationship Id="rId152" Type="http://schemas.openxmlformats.org/officeDocument/2006/relationships/image" Target="../media/image476.png"/><Relationship Id="rId173" Type="http://schemas.openxmlformats.org/officeDocument/2006/relationships/customXml" Target="../ink/ink512.xml"/><Relationship Id="rId194" Type="http://schemas.openxmlformats.org/officeDocument/2006/relationships/customXml" Target="../ink/ink527.xml"/><Relationship Id="rId208" Type="http://schemas.openxmlformats.org/officeDocument/2006/relationships/customXml" Target="../ink/ink535.xml"/><Relationship Id="rId229" Type="http://schemas.openxmlformats.org/officeDocument/2006/relationships/image" Target="../media/image507.png"/><Relationship Id="rId240" Type="http://schemas.openxmlformats.org/officeDocument/2006/relationships/customXml" Target="../ink/ink551.xml"/><Relationship Id="rId14" Type="http://schemas.openxmlformats.org/officeDocument/2006/relationships/image" Target="../media/image400.png"/><Relationship Id="rId35" Type="http://schemas.openxmlformats.org/officeDocument/2006/relationships/customXml" Target="../ink/ink441.xml"/><Relationship Id="rId56" Type="http://schemas.openxmlformats.org/officeDocument/2006/relationships/image" Target="../media/image428.png"/><Relationship Id="rId77" Type="http://schemas.openxmlformats.org/officeDocument/2006/relationships/customXml" Target="../ink/ink462.xml"/><Relationship Id="rId100" Type="http://schemas.openxmlformats.org/officeDocument/2006/relationships/image" Target="../media/image450.png"/><Relationship Id="rId98" Type="http://schemas.openxmlformats.org/officeDocument/2006/relationships/image" Target="../media/image449.png"/><Relationship Id="rId121" Type="http://schemas.openxmlformats.org/officeDocument/2006/relationships/customXml" Target="../ink/ink484.xml"/><Relationship Id="rId142" Type="http://schemas.openxmlformats.org/officeDocument/2006/relationships/image" Target="../media/image471.png"/><Relationship Id="rId163" Type="http://schemas.openxmlformats.org/officeDocument/2006/relationships/customXml" Target="../ink/ink506.xml"/><Relationship Id="rId184" Type="http://schemas.openxmlformats.org/officeDocument/2006/relationships/customXml" Target="../ink/ink522.xml"/><Relationship Id="rId219" Type="http://schemas.openxmlformats.org/officeDocument/2006/relationships/image" Target="../media/image502.png"/><Relationship Id="rId230" Type="http://schemas.openxmlformats.org/officeDocument/2006/relationships/customXml" Target="../ink/ink546.xml"/><Relationship Id="rId25" Type="http://schemas.openxmlformats.org/officeDocument/2006/relationships/customXml" Target="../ink/ink436.xml"/><Relationship Id="rId46" Type="http://schemas.openxmlformats.org/officeDocument/2006/relationships/image" Target="../media/image423.png"/><Relationship Id="rId67" Type="http://schemas.openxmlformats.org/officeDocument/2006/relationships/customXml" Target="../ink/ink457.xml"/><Relationship Id="rId88" Type="http://schemas.openxmlformats.org/officeDocument/2006/relationships/image" Target="../media/image444.png"/><Relationship Id="rId111" Type="http://schemas.openxmlformats.org/officeDocument/2006/relationships/customXml" Target="../ink/ink479.xml"/><Relationship Id="rId132" Type="http://schemas.openxmlformats.org/officeDocument/2006/relationships/image" Target="../media/image466.png"/><Relationship Id="rId153" Type="http://schemas.openxmlformats.org/officeDocument/2006/relationships/customXml" Target="../ink/ink500.xml"/><Relationship Id="rId174" Type="http://schemas.openxmlformats.org/officeDocument/2006/relationships/customXml" Target="../ink/ink513.xml"/><Relationship Id="rId195" Type="http://schemas.openxmlformats.org/officeDocument/2006/relationships/image" Target="../media/image491.png"/><Relationship Id="rId209" Type="http://schemas.openxmlformats.org/officeDocument/2006/relationships/image" Target="../media/image497.png"/><Relationship Id="rId220" Type="http://schemas.openxmlformats.org/officeDocument/2006/relationships/image" Target="../media/image503.png"/><Relationship Id="rId241" Type="http://schemas.openxmlformats.org/officeDocument/2006/relationships/image" Target="../media/image513.png"/><Relationship Id="rId15" Type="http://schemas.openxmlformats.org/officeDocument/2006/relationships/image" Target="../media/image401.png"/><Relationship Id="rId36" Type="http://schemas.openxmlformats.org/officeDocument/2006/relationships/image" Target="../media/image418.png"/><Relationship Id="rId57" Type="http://schemas.openxmlformats.org/officeDocument/2006/relationships/customXml" Target="../ink/ink452.xml"/><Relationship Id="rId106" Type="http://schemas.openxmlformats.org/officeDocument/2006/relationships/image" Target="../media/image453.png"/><Relationship Id="rId127" Type="http://schemas.openxmlformats.org/officeDocument/2006/relationships/customXml" Target="../ink/ink487.xml"/><Relationship Id="rId10" Type="http://schemas.openxmlformats.org/officeDocument/2006/relationships/image" Target="../media/image408.png"/><Relationship Id="rId31" Type="http://schemas.openxmlformats.org/officeDocument/2006/relationships/customXml" Target="../ink/ink439.xml"/><Relationship Id="rId52" Type="http://schemas.openxmlformats.org/officeDocument/2006/relationships/image" Target="../media/image426.png"/><Relationship Id="rId73" Type="http://schemas.openxmlformats.org/officeDocument/2006/relationships/customXml" Target="../ink/ink460.xml"/><Relationship Id="rId78" Type="http://schemas.openxmlformats.org/officeDocument/2006/relationships/image" Target="../media/image439.png"/><Relationship Id="rId94" Type="http://schemas.openxmlformats.org/officeDocument/2006/relationships/image" Target="../media/image447.png"/><Relationship Id="rId99" Type="http://schemas.openxmlformats.org/officeDocument/2006/relationships/customXml" Target="../ink/ink473.xml"/><Relationship Id="rId101" Type="http://schemas.openxmlformats.org/officeDocument/2006/relationships/customXml" Target="../ink/ink474.xml"/><Relationship Id="rId122" Type="http://schemas.openxmlformats.org/officeDocument/2006/relationships/image" Target="../media/image461.png"/><Relationship Id="rId143" Type="http://schemas.openxmlformats.org/officeDocument/2006/relationships/customXml" Target="../ink/ink495.xml"/><Relationship Id="rId148" Type="http://schemas.openxmlformats.org/officeDocument/2006/relationships/image" Target="../media/image474.png"/><Relationship Id="rId164" Type="http://schemas.openxmlformats.org/officeDocument/2006/relationships/image" Target="../media/image481.png"/><Relationship Id="rId169" Type="http://schemas.openxmlformats.org/officeDocument/2006/relationships/customXml" Target="../ink/ink509.xml"/><Relationship Id="rId185" Type="http://schemas.openxmlformats.org/officeDocument/2006/relationships/image" Target="../media/image486.png"/><Relationship Id="rId9" Type="http://schemas.openxmlformats.org/officeDocument/2006/relationships/image" Target="../media/image407.png"/><Relationship Id="rId180" Type="http://schemas.openxmlformats.org/officeDocument/2006/relationships/customXml" Target="../ink/ink518.xml"/><Relationship Id="rId210" Type="http://schemas.openxmlformats.org/officeDocument/2006/relationships/customXml" Target="../ink/ink536.xml"/><Relationship Id="rId215" Type="http://schemas.openxmlformats.org/officeDocument/2006/relationships/image" Target="../media/image500.png"/><Relationship Id="rId236" Type="http://schemas.openxmlformats.org/officeDocument/2006/relationships/customXml" Target="../ink/ink549.xml"/><Relationship Id="rId26" Type="http://schemas.openxmlformats.org/officeDocument/2006/relationships/image" Target="../media/image413.png"/><Relationship Id="rId231" Type="http://schemas.openxmlformats.org/officeDocument/2006/relationships/image" Target="../media/image508.png"/><Relationship Id="rId47" Type="http://schemas.openxmlformats.org/officeDocument/2006/relationships/customXml" Target="../ink/ink447.xml"/><Relationship Id="rId68" Type="http://schemas.openxmlformats.org/officeDocument/2006/relationships/image" Target="../media/image434.png"/><Relationship Id="rId89" Type="http://schemas.openxmlformats.org/officeDocument/2006/relationships/customXml" Target="../ink/ink468.xml"/><Relationship Id="rId112" Type="http://schemas.openxmlformats.org/officeDocument/2006/relationships/image" Target="../media/image456.png"/><Relationship Id="rId133" Type="http://schemas.openxmlformats.org/officeDocument/2006/relationships/customXml" Target="../ink/ink490.xml"/><Relationship Id="rId154" Type="http://schemas.openxmlformats.org/officeDocument/2006/relationships/image" Target="../media/image477.png"/><Relationship Id="rId175" Type="http://schemas.openxmlformats.org/officeDocument/2006/relationships/customXml" Target="../ink/ink514.xml"/><Relationship Id="rId196" Type="http://schemas.openxmlformats.org/officeDocument/2006/relationships/customXml" Target="../ink/ink528.xml"/><Relationship Id="rId200" Type="http://schemas.openxmlformats.org/officeDocument/2006/relationships/customXml" Target="../ink/ink530.xml"/><Relationship Id="rId16" Type="http://schemas.openxmlformats.org/officeDocument/2006/relationships/image" Target="../media/image404.png"/><Relationship Id="rId221" Type="http://schemas.openxmlformats.org/officeDocument/2006/relationships/customXml" Target="../ink/ink541.xml"/><Relationship Id="rId242" Type="http://schemas.openxmlformats.org/officeDocument/2006/relationships/customXml" Target="../ink/ink552.xml"/><Relationship Id="rId37" Type="http://schemas.openxmlformats.org/officeDocument/2006/relationships/customXml" Target="../ink/ink442.xml"/><Relationship Id="rId58" Type="http://schemas.openxmlformats.org/officeDocument/2006/relationships/image" Target="../media/image429.png"/><Relationship Id="rId79" Type="http://schemas.openxmlformats.org/officeDocument/2006/relationships/customXml" Target="../ink/ink463.xml"/><Relationship Id="rId102" Type="http://schemas.openxmlformats.org/officeDocument/2006/relationships/image" Target="../media/image451.png"/><Relationship Id="rId123" Type="http://schemas.openxmlformats.org/officeDocument/2006/relationships/customXml" Target="../ink/ink485.xml"/><Relationship Id="rId144" Type="http://schemas.openxmlformats.org/officeDocument/2006/relationships/image" Target="../media/image472.png"/><Relationship Id="rId90" Type="http://schemas.openxmlformats.org/officeDocument/2006/relationships/image" Target="../media/image445.png"/><Relationship Id="rId165" Type="http://schemas.openxmlformats.org/officeDocument/2006/relationships/customXml" Target="../ink/ink507.xml"/><Relationship Id="rId186" Type="http://schemas.openxmlformats.org/officeDocument/2006/relationships/customXml" Target="../ink/ink523.xml"/><Relationship Id="rId211" Type="http://schemas.openxmlformats.org/officeDocument/2006/relationships/image" Target="../media/image498.png"/><Relationship Id="rId232" Type="http://schemas.openxmlformats.org/officeDocument/2006/relationships/customXml" Target="../ink/ink547.xml"/><Relationship Id="rId27" Type="http://schemas.openxmlformats.org/officeDocument/2006/relationships/customXml" Target="../ink/ink437.xml"/><Relationship Id="rId48" Type="http://schemas.openxmlformats.org/officeDocument/2006/relationships/image" Target="../media/image424.png"/><Relationship Id="rId69" Type="http://schemas.openxmlformats.org/officeDocument/2006/relationships/customXml" Target="../ink/ink458.xml"/><Relationship Id="rId113" Type="http://schemas.openxmlformats.org/officeDocument/2006/relationships/customXml" Target="../ink/ink480.xml"/><Relationship Id="rId134" Type="http://schemas.openxmlformats.org/officeDocument/2006/relationships/image" Target="../media/image467.png"/><Relationship Id="rId80" Type="http://schemas.openxmlformats.org/officeDocument/2006/relationships/image" Target="../media/image440.png"/><Relationship Id="rId155" Type="http://schemas.openxmlformats.org/officeDocument/2006/relationships/customXml" Target="../ink/ink501.xml"/><Relationship Id="rId176" Type="http://schemas.openxmlformats.org/officeDocument/2006/relationships/customXml" Target="../ink/ink515.xml"/><Relationship Id="rId197" Type="http://schemas.openxmlformats.org/officeDocument/2006/relationships/image" Target="../media/image492.png"/><Relationship Id="rId201" Type="http://schemas.openxmlformats.org/officeDocument/2006/relationships/customXml" Target="../ink/ink531.xml"/><Relationship Id="rId222" Type="http://schemas.openxmlformats.org/officeDocument/2006/relationships/customXml" Target="../ink/ink542.xml"/><Relationship Id="rId243" Type="http://schemas.openxmlformats.org/officeDocument/2006/relationships/image" Target="../media/image514.png"/><Relationship Id="rId17" Type="http://schemas.openxmlformats.org/officeDocument/2006/relationships/image" Target="../media/image405.png"/><Relationship Id="rId38" Type="http://schemas.openxmlformats.org/officeDocument/2006/relationships/image" Target="../media/image419.png"/><Relationship Id="rId59" Type="http://schemas.openxmlformats.org/officeDocument/2006/relationships/customXml" Target="../ink/ink453.xml"/><Relationship Id="rId103" Type="http://schemas.openxmlformats.org/officeDocument/2006/relationships/customXml" Target="../ink/ink475.xml"/><Relationship Id="rId124" Type="http://schemas.openxmlformats.org/officeDocument/2006/relationships/image" Target="../media/image462.png"/><Relationship Id="rId70" Type="http://schemas.openxmlformats.org/officeDocument/2006/relationships/image" Target="../media/image435.png"/><Relationship Id="rId91" Type="http://schemas.openxmlformats.org/officeDocument/2006/relationships/customXml" Target="../ink/ink469.xml"/><Relationship Id="rId145" Type="http://schemas.openxmlformats.org/officeDocument/2006/relationships/customXml" Target="../ink/ink496.xml"/><Relationship Id="rId166" Type="http://schemas.openxmlformats.org/officeDocument/2006/relationships/image" Target="../media/image482.png"/><Relationship Id="rId187" Type="http://schemas.openxmlformats.org/officeDocument/2006/relationships/image" Target="../media/image4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37.xml"/><Relationship Id="rId233" Type="http://schemas.openxmlformats.org/officeDocument/2006/relationships/image" Target="../media/image509.png"/><Relationship Id="rId28" Type="http://schemas.openxmlformats.org/officeDocument/2006/relationships/image" Target="../media/image414.png"/><Relationship Id="rId49" Type="http://schemas.openxmlformats.org/officeDocument/2006/relationships/customXml" Target="../ink/ink448.xml"/><Relationship Id="rId114" Type="http://schemas.openxmlformats.org/officeDocument/2006/relationships/image" Target="../media/image457.png"/><Relationship Id="rId60" Type="http://schemas.openxmlformats.org/officeDocument/2006/relationships/image" Target="../media/image430.png"/><Relationship Id="rId81" Type="http://schemas.openxmlformats.org/officeDocument/2006/relationships/customXml" Target="../ink/ink464.xml"/><Relationship Id="rId135" Type="http://schemas.openxmlformats.org/officeDocument/2006/relationships/customXml" Target="../ink/ink491.xml"/><Relationship Id="rId156" Type="http://schemas.openxmlformats.org/officeDocument/2006/relationships/customXml" Target="../ink/ink502.xml"/><Relationship Id="rId177" Type="http://schemas.openxmlformats.org/officeDocument/2006/relationships/image" Target="../media/image485.png"/><Relationship Id="rId198" Type="http://schemas.openxmlformats.org/officeDocument/2006/relationships/customXml" Target="../ink/ink529.xml"/><Relationship Id="rId202" Type="http://schemas.openxmlformats.org/officeDocument/2006/relationships/customXml" Target="../ink/ink532.xml"/><Relationship Id="rId223" Type="http://schemas.openxmlformats.org/officeDocument/2006/relationships/image" Target="../media/image504.png"/><Relationship Id="rId244" Type="http://schemas.openxmlformats.org/officeDocument/2006/relationships/customXml" Target="../ink/ink553.xml"/><Relationship Id="rId18" Type="http://schemas.openxmlformats.org/officeDocument/2006/relationships/image" Target="../media/image406.png"/><Relationship Id="rId39" Type="http://schemas.openxmlformats.org/officeDocument/2006/relationships/customXml" Target="../ink/ink443.xml"/><Relationship Id="rId50" Type="http://schemas.openxmlformats.org/officeDocument/2006/relationships/image" Target="../media/image425.png"/><Relationship Id="rId104" Type="http://schemas.openxmlformats.org/officeDocument/2006/relationships/image" Target="../media/image452.png"/><Relationship Id="rId125" Type="http://schemas.openxmlformats.org/officeDocument/2006/relationships/customXml" Target="../ink/ink486.xml"/><Relationship Id="rId146" Type="http://schemas.openxmlformats.org/officeDocument/2006/relationships/image" Target="../media/image473.png"/><Relationship Id="rId167" Type="http://schemas.openxmlformats.org/officeDocument/2006/relationships/customXml" Target="../ink/ink508.xml"/><Relationship Id="rId188" Type="http://schemas.openxmlformats.org/officeDocument/2006/relationships/customXml" Target="../ink/ink524.xml"/><Relationship Id="rId71" Type="http://schemas.openxmlformats.org/officeDocument/2006/relationships/customXml" Target="../ink/ink459.xml"/><Relationship Id="rId92" Type="http://schemas.openxmlformats.org/officeDocument/2006/relationships/image" Target="../media/image446.png"/><Relationship Id="rId213" Type="http://schemas.openxmlformats.org/officeDocument/2006/relationships/image" Target="../media/image499.png"/><Relationship Id="rId234" Type="http://schemas.openxmlformats.org/officeDocument/2006/relationships/customXml" Target="../ink/ink548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438.xml"/><Relationship Id="rId40" Type="http://schemas.openxmlformats.org/officeDocument/2006/relationships/image" Target="../media/image420.png"/><Relationship Id="rId115" Type="http://schemas.openxmlformats.org/officeDocument/2006/relationships/customXml" Target="../ink/ink481.xml"/><Relationship Id="rId136" Type="http://schemas.openxmlformats.org/officeDocument/2006/relationships/image" Target="../media/image468.png"/><Relationship Id="rId157" Type="http://schemas.openxmlformats.org/officeDocument/2006/relationships/customXml" Target="../ink/ink503.xml"/><Relationship Id="rId178" Type="http://schemas.openxmlformats.org/officeDocument/2006/relationships/customXml" Target="../ink/ink516.xml"/><Relationship Id="rId61" Type="http://schemas.openxmlformats.org/officeDocument/2006/relationships/customXml" Target="../ink/ink454.xml"/><Relationship Id="rId82" Type="http://schemas.openxmlformats.org/officeDocument/2006/relationships/image" Target="../media/image441.png"/><Relationship Id="rId199" Type="http://schemas.openxmlformats.org/officeDocument/2006/relationships/image" Target="../media/image493.png"/><Relationship Id="rId203" Type="http://schemas.openxmlformats.org/officeDocument/2006/relationships/image" Target="../media/image494.png"/><Relationship Id="rId19" Type="http://schemas.openxmlformats.org/officeDocument/2006/relationships/customXml" Target="../ink/ink433.xml"/><Relationship Id="rId224" Type="http://schemas.openxmlformats.org/officeDocument/2006/relationships/customXml" Target="../ink/ink543.xml"/><Relationship Id="rId245" Type="http://schemas.openxmlformats.org/officeDocument/2006/relationships/image" Target="../media/image515.png"/><Relationship Id="rId30" Type="http://schemas.openxmlformats.org/officeDocument/2006/relationships/image" Target="../media/image415.png"/><Relationship Id="rId105" Type="http://schemas.openxmlformats.org/officeDocument/2006/relationships/customXml" Target="../ink/ink476.xml"/><Relationship Id="rId126" Type="http://schemas.openxmlformats.org/officeDocument/2006/relationships/image" Target="../media/image463.png"/><Relationship Id="rId147" Type="http://schemas.openxmlformats.org/officeDocument/2006/relationships/customXml" Target="../ink/ink497.xml"/><Relationship Id="rId168" Type="http://schemas.openxmlformats.org/officeDocument/2006/relationships/image" Target="../media/image483.png"/><Relationship Id="rId51" Type="http://schemas.openxmlformats.org/officeDocument/2006/relationships/customXml" Target="../ink/ink449.xml"/><Relationship Id="rId72" Type="http://schemas.openxmlformats.org/officeDocument/2006/relationships/image" Target="../media/image436.png"/><Relationship Id="rId93" Type="http://schemas.openxmlformats.org/officeDocument/2006/relationships/customXml" Target="../ink/ink470.xml"/><Relationship Id="rId189" Type="http://schemas.openxmlformats.org/officeDocument/2006/relationships/image" Target="../media/image488.png"/><Relationship Id="rId3" Type="http://schemas.openxmlformats.org/officeDocument/2006/relationships/image" Target="../media/image397.png"/><Relationship Id="rId214" Type="http://schemas.openxmlformats.org/officeDocument/2006/relationships/customXml" Target="../ink/ink538.xml"/><Relationship Id="rId235" Type="http://schemas.openxmlformats.org/officeDocument/2006/relationships/image" Target="../media/image510.png"/><Relationship Id="rId116" Type="http://schemas.openxmlformats.org/officeDocument/2006/relationships/image" Target="../media/image458.png"/><Relationship Id="rId137" Type="http://schemas.openxmlformats.org/officeDocument/2006/relationships/customXml" Target="../ink/ink492.xml"/><Relationship Id="rId158" Type="http://schemas.openxmlformats.org/officeDocument/2006/relationships/image" Target="../media/image478.png"/><Relationship Id="rId20" Type="http://schemas.openxmlformats.org/officeDocument/2006/relationships/image" Target="../media/image410.png"/><Relationship Id="rId41" Type="http://schemas.openxmlformats.org/officeDocument/2006/relationships/customXml" Target="../ink/ink444.xml"/><Relationship Id="rId62" Type="http://schemas.openxmlformats.org/officeDocument/2006/relationships/image" Target="../media/image431.png"/><Relationship Id="rId83" Type="http://schemas.openxmlformats.org/officeDocument/2006/relationships/customXml" Target="../ink/ink465.xml"/><Relationship Id="rId179" Type="http://schemas.openxmlformats.org/officeDocument/2006/relationships/customXml" Target="../ink/ink517.xml"/><Relationship Id="rId190" Type="http://schemas.openxmlformats.org/officeDocument/2006/relationships/customXml" Target="../ink/ink525.xml"/><Relationship Id="rId204" Type="http://schemas.openxmlformats.org/officeDocument/2006/relationships/customXml" Target="../ink/ink533.xml"/><Relationship Id="rId225" Type="http://schemas.openxmlformats.org/officeDocument/2006/relationships/image" Target="../media/image505.png"/><Relationship Id="rId246" Type="http://schemas.openxmlformats.org/officeDocument/2006/relationships/image" Target="../media/image51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6.xml"/><Relationship Id="rId21" Type="http://schemas.openxmlformats.org/officeDocument/2006/relationships/customXml" Target="../ink/ink558.xml"/><Relationship Id="rId42" Type="http://schemas.openxmlformats.org/officeDocument/2006/relationships/image" Target="../media/image534.png"/><Relationship Id="rId63" Type="http://schemas.openxmlformats.org/officeDocument/2006/relationships/customXml" Target="../ink/ink579.xml"/><Relationship Id="rId84" Type="http://schemas.openxmlformats.org/officeDocument/2006/relationships/image" Target="../media/image445.png"/><Relationship Id="rId138" Type="http://schemas.openxmlformats.org/officeDocument/2006/relationships/image" Target="../media/image579.png"/><Relationship Id="rId159" Type="http://schemas.openxmlformats.org/officeDocument/2006/relationships/customXml" Target="../ink/ink628.xml"/><Relationship Id="rId170" Type="http://schemas.openxmlformats.org/officeDocument/2006/relationships/customXml" Target="../ink/ink636.xml"/><Relationship Id="rId191" Type="http://schemas.openxmlformats.org/officeDocument/2006/relationships/image" Target="../media/image597.png"/><Relationship Id="rId205" Type="http://schemas.openxmlformats.org/officeDocument/2006/relationships/image" Target="../media/image603.png"/><Relationship Id="rId226" Type="http://schemas.openxmlformats.org/officeDocument/2006/relationships/customXml" Target="../ink/ink668.xml"/><Relationship Id="rId107" Type="http://schemas.openxmlformats.org/officeDocument/2006/relationships/customXml" Target="../ink/ink601.xml"/><Relationship Id="rId11" Type="http://schemas.openxmlformats.org/officeDocument/2006/relationships/image" Target="../media/image4180.png"/><Relationship Id="rId32" Type="http://schemas.openxmlformats.org/officeDocument/2006/relationships/image" Target="../media/image529.png"/><Relationship Id="rId53" Type="http://schemas.openxmlformats.org/officeDocument/2006/relationships/customXml" Target="../ink/ink574.xml"/><Relationship Id="rId74" Type="http://schemas.openxmlformats.org/officeDocument/2006/relationships/image" Target="../media/image549.png"/><Relationship Id="rId128" Type="http://schemas.openxmlformats.org/officeDocument/2006/relationships/image" Target="../media/image574.png"/><Relationship Id="rId149" Type="http://schemas.openxmlformats.org/officeDocument/2006/relationships/customXml" Target="../ink/ink622.xml"/><Relationship Id="rId5" Type="http://schemas.openxmlformats.org/officeDocument/2006/relationships/image" Target="../media/image4130.png"/><Relationship Id="rId95" Type="http://schemas.openxmlformats.org/officeDocument/2006/relationships/customXml" Target="../ink/ink595.xml"/><Relationship Id="rId160" Type="http://schemas.openxmlformats.org/officeDocument/2006/relationships/image" Target="../media/image588.png"/><Relationship Id="rId181" Type="http://schemas.openxmlformats.org/officeDocument/2006/relationships/image" Target="../media/image592.png"/><Relationship Id="rId216" Type="http://schemas.openxmlformats.org/officeDocument/2006/relationships/customXml" Target="../ink/ink663.xml"/><Relationship Id="rId237" Type="http://schemas.openxmlformats.org/officeDocument/2006/relationships/image" Target="../media/image514.png"/><Relationship Id="rId22" Type="http://schemas.openxmlformats.org/officeDocument/2006/relationships/image" Target="../media/image524.png"/><Relationship Id="rId43" Type="http://schemas.openxmlformats.org/officeDocument/2006/relationships/customXml" Target="../ink/ink569.xml"/><Relationship Id="rId64" Type="http://schemas.openxmlformats.org/officeDocument/2006/relationships/image" Target="../media/image544.png"/><Relationship Id="rId118" Type="http://schemas.openxmlformats.org/officeDocument/2006/relationships/image" Target="../media/image569.png"/><Relationship Id="rId139" Type="http://schemas.openxmlformats.org/officeDocument/2006/relationships/customXml" Target="../ink/ink617.xml"/><Relationship Id="rId85" Type="http://schemas.openxmlformats.org/officeDocument/2006/relationships/customXml" Target="../ink/ink590.xml"/><Relationship Id="rId150" Type="http://schemas.openxmlformats.org/officeDocument/2006/relationships/customXml" Target="../ink/ink623.xml"/><Relationship Id="rId171" Type="http://schemas.openxmlformats.org/officeDocument/2006/relationships/image" Target="../media/image591.png"/><Relationship Id="rId192" Type="http://schemas.openxmlformats.org/officeDocument/2006/relationships/customXml" Target="../ink/ink650.xml"/><Relationship Id="rId206" Type="http://schemas.openxmlformats.org/officeDocument/2006/relationships/customXml" Target="../ink/ink658.xml"/><Relationship Id="rId227" Type="http://schemas.openxmlformats.org/officeDocument/2006/relationships/image" Target="../media/image509.png"/><Relationship Id="rId12" Type="http://schemas.openxmlformats.org/officeDocument/2006/relationships/image" Target="../media/image398.png"/><Relationship Id="rId33" Type="http://schemas.openxmlformats.org/officeDocument/2006/relationships/customXml" Target="../ink/ink564.xml"/><Relationship Id="rId108" Type="http://schemas.openxmlformats.org/officeDocument/2006/relationships/image" Target="../media/image564.png"/><Relationship Id="rId129" Type="http://schemas.openxmlformats.org/officeDocument/2006/relationships/customXml" Target="../ink/ink612.xml"/><Relationship Id="rId54" Type="http://schemas.openxmlformats.org/officeDocument/2006/relationships/image" Target="../media/image540.png"/><Relationship Id="rId75" Type="http://schemas.openxmlformats.org/officeDocument/2006/relationships/customXml" Target="../ink/ink585.xml"/><Relationship Id="rId96" Type="http://schemas.openxmlformats.org/officeDocument/2006/relationships/image" Target="../media/image559.png"/><Relationship Id="rId140" Type="http://schemas.openxmlformats.org/officeDocument/2006/relationships/image" Target="../media/image580.png"/><Relationship Id="rId161" Type="http://schemas.openxmlformats.org/officeDocument/2006/relationships/customXml" Target="../ink/ink629.xml"/><Relationship Id="rId182" Type="http://schemas.openxmlformats.org/officeDocument/2006/relationships/customXml" Target="../ink/ink645.xml"/><Relationship Id="rId217" Type="http://schemas.openxmlformats.org/officeDocument/2006/relationships/image" Target="../media/image504.png"/><Relationship Id="rId6" Type="http://schemas.openxmlformats.org/officeDocument/2006/relationships/image" Target="../media/image4140.png"/><Relationship Id="rId238" Type="http://schemas.openxmlformats.org/officeDocument/2006/relationships/customXml" Target="../ink/ink674.xml"/><Relationship Id="rId23" Type="http://schemas.openxmlformats.org/officeDocument/2006/relationships/customXml" Target="../ink/ink559.xml"/><Relationship Id="rId119" Type="http://schemas.openxmlformats.org/officeDocument/2006/relationships/customXml" Target="../ink/ink607.xml"/><Relationship Id="rId44" Type="http://schemas.openxmlformats.org/officeDocument/2006/relationships/image" Target="../media/image535.png"/><Relationship Id="rId65" Type="http://schemas.openxmlformats.org/officeDocument/2006/relationships/customXml" Target="../ink/ink580.xml"/><Relationship Id="rId86" Type="http://schemas.openxmlformats.org/officeDocument/2006/relationships/image" Target="../media/image554.png"/><Relationship Id="rId130" Type="http://schemas.openxmlformats.org/officeDocument/2006/relationships/image" Target="../media/image575.png"/><Relationship Id="rId151" Type="http://schemas.openxmlformats.org/officeDocument/2006/relationships/customXml" Target="../ink/ink624.xml"/><Relationship Id="rId172" Type="http://schemas.openxmlformats.org/officeDocument/2006/relationships/customXml" Target="../ink/ink637.xml"/><Relationship Id="rId193" Type="http://schemas.openxmlformats.org/officeDocument/2006/relationships/image" Target="../media/image598.png"/><Relationship Id="rId207" Type="http://schemas.openxmlformats.org/officeDocument/2006/relationships/image" Target="../media/image604.png"/><Relationship Id="rId228" Type="http://schemas.openxmlformats.org/officeDocument/2006/relationships/customXml" Target="../ink/ink669.xml"/><Relationship Id="rId13" Type="http://schemas.openxmlformats.org/officeDocument/2006/relationships/customXml" Target="../ink/ink554.xml"/><Relationship Id="rId109" Type="http://schemas.openxmlformats.org/officeDocument/2006/relationships/customXml" Target="../ink/ink602.xml"/><Relationship Id="rId34" Type="http://schemas.openxmlformats.org/officeDocument/2006/relationships/image" Target="../media/image530.png"/><Relationship Id="rId55" Type="http://schemas.openxmlformats.org/officeDocument/2006/relationships/customXml" Target="../ink/ink575.xml"/><Relationship Id="rId76" Type="http://schemas.openxmlformats.org/officeDocument/2006/relationships/image" Target="../media/image550.png"/><Relationship Id="rId97" Type="http://schemas.openxmlformats.org/officeDocument/2006/relationships/customXml" Target="../ink/ink596.xml"/><Relationship Id="rId120" Type="http://schemas.openxmlformats.org/officeDocument/2006/relationships/image" Target="../media/image570.png"/><Relationship Id="rId141" Type="http://schemas.openxmlformats.org/officeDocument/2006/relationships/customXml" Target="../ink/ink618.xml"/><Relationship Id="rId7" Type="http://schemas.openxmlformats.org/officeDocument/2006/relationships/image" Target="../media/image4150.png"/><Relationship Id="rId162" Type="http://schemas.openxmlformats.org/officeDocument/2006/relationships/image" Target="../media/image589.png"/><Relationship Id="rId183" Type="http://schemas.openxmlformats.org/officeDocument/2006/relationships/image" Target="../media/image593.png"/><Relationship Id="rId218" Type="http://schemas.openxmlformats.org/officeDocument/2006/relationships/customXml" Target="../ink/ink664.xml"/><Relationship Id="rId24" Type="http://schemas.openxmlformats.org/officeDocument/2006/relationships/image" Target="../media/image525.png"/><Relationship Id="rId45" Type="http://schemas.openxmlformats.org/officeDocument/2006/relationships/customXml" Target="../ink/ink570.xml"/><Relationship Id="rId66" Type="http://schemas.openxmlformats.org/officeDocument/2006/relationships/image" Target="../media/image545.png"/><Relationship Id="rId87" Type="http://schemas.openxmlformats.org/officeDocument/2006/relationships/customXml" Target="../ink/ink591.xml"/><Relationship Id="rId110" Type="http://schemas.openxmlformats.org/officeDocument/2006/relationships/image" Target="../media/image565.png"/><Relationship Id="rId131" Type="http://schemas.openxmlformats.org/officeDocument/2006/relationships/customXml" Target="../ink/ink613.xml"/><Relationship Id="rId152" Type="http://schemas.openxmlformats.org/officeDocument/2006/relationships/image" Target="../media/image584.png"/><Relationship Id="rId173" Type="http://schemas.openxmlformats.org/officeDocument/2006/relationships/customXml" Target="../ink/ink638.xml"/><Relationship Id="rId194" Type="http://schemas.openxmlformats.org/officeDocument/2006/relationships/customXml" Target="../ink/ink651.xml"/><Relationship Id="rId208" Type="http://schemas.openxmlformats.org/officeDocument/2006/relationships/customXml" Target="../ink/ink659.xml"/><Relationship Id="rId229" Type="http://schemas.openxmlformats.org/officeDocument/2006/relationships/image" Target="../media/image510.png"/><Relationship Id="rId14" Type="http://schemas.openxmlformats.org/officeDocument/2006/relationships/image" Target="../media/image520.png"/><Relationship Id="rId35" Type="http://schemas.openxmlformats.org/officeDocument/2006/relationships/customXml" Target="../ink/ink565.xml"/><Relationship Id="rId56" Type="http://schemas.openxmlformats.org/officeDocument/2006/relationships/image" Target="../media/image541.png"/><Relationship Id="rId77" Type="http://schemas.openxmlformats.org/officeDocument/2006/relationships/customXml" Target="../ink/ink586.xml"/><Relationship Id="rId100" Type="http://schemas.openxmlformats.org/officeDocument/2006/relationships/image" Target="../media/image453.png"/><Relationship Id="rId8" Type="http://schemas.openxmlformats.org/officeDocument/2006/relationships/image" Target="../media/image397.png"/><Relationship Id="rId98" Type="http://schemas.openxmlformats.org/officeDocument/2006/relationships/image" Target="../media/image560.png"/><Relationship Id="rId121" Type="http://schemas.openxmlformats.org/officeDocument/2006/relationships/customXml" Target="../ink/ink608.xml"/><Relationship Id="rId142" Type="http://schemas.openxmlformats.org/officeDocument/2006/relationships/image" Target="../media/image581.png"/><Relationship Id="rId163" Type="http://schemas.openxmlformats.org/officeDocument/2006/relationships/customXml" Target="../ink/ink630.xml"/><Relationship Id="rId184" Type="http://schemas.openxmlformats.org/officeDocument/2006/relationships/customXml" Target="../ink/ink646.xml"/><Relationship Id="rId219" Type="http://schemas.openxmlformats.org/officeDocument/2006/relationships/image" Target="../media/image505.png"/><Relationship Id="rId230" Type="http://schemas.openxmlformats.org/officeDocument/2006/relationships/customXml" Target="../ink/ink670.xml"/><Relationship Id="rId25" Type="http://schemas.openxmlformats.org/officeDocument/2006/relationships/customXml" Target="../ink/ink560.xml"/><Relationship Id="rId46" Type="http://schemas.openxmlformats.org/officeDocument/2006/relationships/image" Target="../media/image536.png"/><Relationship Id="rId67" Type="http://schemas.openxmlformats.org/officeDocument/2006/relationships/customXml" Target="../ink/ink581.xml"/><Relationship Id="rId88" Type="http://schemas.openxmlformats.org/officeDocument/2006/relationships/image" Target="../media/image555.png"/><Relationship Id="rId111" Type="http://schemas.openxmlformats.org/officeDocument/2006/relationships/customXml" Target="../ink/ink603.xml"/><Relationship Id="rId132" Type="http://schemas.openxmlformats.org/officeDocument/2006/relationships/image" Target="../media/image576.png"/><Relationship Id="rId153" Type="http://schemas.openxmlformats.org/officeDocument/2006/relationships/customXml" Target="../ink/ink625.xml"/><Relationship Id="rId174" Type="http://schemas.openxmlformats.org/officeDocument/2006/relationships/customXml" Target="../ink/ink639.xml"/><Relationship Id="rId195" Type="http://schemas.openxmlformats.org/officeDocument/2006/relationships/customXml" Target="../ink/ink652.xml"/><Relationship Id="rId209" Type="http://schemas.openxmlformats.org/officeDocument/2006/relationships/image" Target="../media/image500.png"/><Relationship Id="rId190" Type="http://schemas.openxmlformats.org/officeDocument/2006/relationships/customXml" Target="../ink/ink649.xml"/><Relationship Id="rId204" Type="http://schemas.openxmlformats.org/officeDocument/2006/relationships/customXml" Target="../ink/ink657.xml"/><Relationship Id="rId220" Type="http://schemas.openxmlformats.org/officeDocument/2006/relationships/customXml" Target="../ink/ink665.xml"/><Relationship Id="rId225" Type="http://schemas.openxmlformats.org/officeDocument/2006/relationships/image" Target="../media/image508.png"/><Relationship Id="rId15" Type="http://schemas.openxmlformats.org/officeDocument/2006/relationships/customXml" Target="../ink/ink555.xml"/><Relationship Id="rId36" Type="http://schemas.openxmlformats.org/officeDocument/2006/relationships/image" Target="../media/image531.png"/><Relationship Id="rId57" Type="http://schemas.openxmlformats.org/officeDocument/2006/relationships/customXml" Target="../ink/ink576.xml"/><Relationship Id="rId106" Type="http://schemas.openxmlformats.org/officeDocument/2006/relationships/image" Target="../media/image563.png"/><Relationship Id="rId127" Type="http://schemas.openxmlformats.org/officeDocument/2006/relationships/customXml" Target="../ink/ink611.xml"/><Relationship Id="rId10" Type="http://schemas.openxmlformats.org/officeDocument/2006/relationships/image" Target="../media/image4170.png"/><Relationship Id="rId31" Type="http://schemas.openxmlformats.org/officeDocument/2006/relationships/customXml" Target="../ink/ink563.xml"/><Relationship Id="rId52" Type="http://schemas.openxmlformats.org/officeDocument/2006/relationships/image" Target="../media/image539.png"/><Relationship Id="rId73" Type="http://schemas.openxmlformats.org/officeDocument/2006/relationships/customXml" Target="../ink/ink584.xml"/><Relationship Id="rId78" Type="http://schemas.openxmlformats.org/officeDocument/2006/relationships/image" Target="../media/image551.png"/><Relationship Id="rId94" Type="http://schemas.openxmlformats.org/officeDocument/2006/relationships/image" Target="../media/image558.png"/><Relationship Id="rId99" Type="http://schemas.openxmlformats.org/officeDocument/2006/relationships/customXml" Target="../ink/ink597.xml"/><Relationship Id="rId101" Type="http://schemas.openxmlformats.org/officeDocument/2006/relationships/customXml" Target="../ink/ink598.xml"/><Relationship Id="rId122" Type="http://schemas.openxmlformats.org/officeDocument/2006/relationships/image" Target="../media/image571.png"/><Relationship Id="rId143" Type="http://schemas.openxmlformats.org/officeDocument/2006/relationships/customXml" Target="../ink/ink619.xml"/><Relationship Id="rId148" Type="http://schemas.openxmlformats.org/officeDocument/2006/relationships/image" Target="../media/image583.png"/><Relationship Id="rId164" Type="http://schemas.openxmlformats.org/officeDocument/2006/relationships/image" Target="../media/image590.png"/><Relationship Id="rId169" Type="http://schemas.openxmlformats.org/officeDocument/2006/relationships/customXml" Target="../ink/ink635.xml"/><Relationship Id="rId185" Type="http://schemas.openxmlformats.org/officeDocument/2006/relationships/image" Target="../media/image594.png"/><Relationship Id="rId4" Type="http://schemas.openxmlformats.org/officeDocument/2006/relationships/image" Target="../media/image4120.png"/><Relationship Id="rId9" Type="http://schemas.openxmlformats.org/officeDocument/2006/relationships/image" Target="../media/image4160.png"/><Relationship Id="rId180" Type="http://schemas.openxmlformats.org/officeDocument/2006/relationships/customXml" Target="../ink/ink644.xml"/><Relationship Id="rId210" Type="http://schemas.openxmlformats.org/officeDocument/2006/relationships/customXml" Target="../ink/ink660.xml"/><Relationship Id="rId215" Type="http://schemas.openxmlformats.org/officeDocument/2006/relationships/customXml" Target="../ink/ink662.xml"/><Relationship Id="rId236" Type="http://schemas.openxmlformats.org/officeDocument/2006/relationships/customXml" Target="../ink/ink673.xml"/><Relationship Id="rId26" Type="http://schemas.openxmlformats.org/officeDocument/2006/relationships/image" Target="../media/image526.png"/><Relationship Id="rId231" Type="http://schemas.openxmlformats.org/officeDocument/2006/relationships/image" Target="../media/image511.png"/><Relationship Id="rId47" Type="http://schemas.openxmlformats.org/officeDocument/2006/relationships/customXml" Target="../ink/ink571.xml"/><Relationship Id="rId68" Type="http://schemas.openxmlformats.org/officeDocument/2006/relationships/image" Target="../media/image546.png"/><Relationship Id="rId89" Type="http://schemas.openxmlformats.org/officeDocument/2006/relationships/customXml" Target="../ink/ink592.xml"/><Relationship Id="rId112" Type="http://schemas.openxmlformats.org/officeDocument/2006/relationships/image" Target="../media/image566.png"/><Relationship Id="rId133" Type="http://schemas.openxmlformats.org/officeDocument/2006/relationships/customXml" Target="../ink/ink614.xml"/><Relationship Id="rId154" Type="http://schemas.openxmlformats.org/officeDocument/2006/relationships/image" Target="../media/image585.png"/><Relationship Id="rId175" Type="http://schemas.openxmlformats.org/officeDocument/2006/relationships/customXml" Target="../ink/ink640.xml"/><Relationship Id="rId196" Type="http://schemas.openxmlformats.org/officeDocument/2006/relationships/customXml" Target="../ink/ink653.xml"/><Relationship Id="rId200" Type="http://schemas.openxmlformats.org/officeDocument/2006/relationships/customXml" Target="../ink/ink655.xml"/><Relationship Id="rId16" Type="http://schemas.openxmlformats.org/officeDocument/2006/relationships/image" Target="../media/image521.png"/><Relationship Id="rId221" Type="http://schemas.openxmlformats.org/officeDocument/2006/relationships/image" Target="../media/image506.png"/><Relationship Id="rId37" Type="http://schemas.openxmlformats.org/officeDocument/2006/relationships/customXml" Target="../ink/ink566.xml"/><Relationship Id="rId58" Type="http://schemas.openxmlformats.org/officeDocument/2006/relationships/image" Target="../media/image432.png"/><Relationship Id="rId79" Type="http://schemas.openxmlformats.org/officeDocument/2006/relationships/customXml" Target="../ink/ink587.xml"/><Relationship Id="rId102" Type="http://schemas.openxmlformats.org/officeDocument/2006/relationships/image" Target="../media/image561.png"/><Relationship Id="rId123" Type="http://schemas.openxmlformats.org/officeDocument/2006/relationships/customXml" Target="../ink/ink609.xml"/><Relationship Id="rId144" Type="http://schemas.openxmlformats.org/officeDocument/2006/relationships/image" Target="../media/image582.png"/><Relationship Id="rId90" Type="http://schemas.openxmlformats.org/officeDocument/2006/relationships/image" Target="../media/image556.png"/><Relationship Id="rId165" Type="http://schemas.openxmlformats.org/officeDocument/2006/relationships/customXml" Target="../ink/ink631.xml"/><Relationship Id="rId186" Type="http://schemas.openxmlformats.org/officeDocument/2006/relationships/customXml" Target="../ink/ink647.xml"/><Relationship Id="rId211" Type="http://schemas.openxmlformats.org/officeDocument/2006/relationships/customXml" Target="../ink/ink661.xml"/><Relationship Id="rId232" Type="http://schemas.openxmlformats.org/officeDocument/2006/relationships/customXml" Target="../ink/ink671.xml"/><Relationship Id="rId27" Type="http://schemas.openxmlformats.org/officeDocument/2006/relationships/customXml" Target="../ink/ink561.xml"/><Relationship Id="rId48" Type="http://schemas.openxmlformats.org/officeDocument/2006/relationships/image" Target="../media/image537.png"/><Relationship Id="rId69" Type="http://schemas.openxmlformats.org/officeDocument/2006/relationships/customXml" Target="../ink/ink582.xml"/><Relationship Id="rId113" Type="http://schemas.openxmlformats.org/officeDocument/2006/relationships/customXml" Target="../ink/ink604.xml"/><Relationship Id="rId134" Type="http://schemas.openxmlformats.org/officeDocument/2006/relationships/image" Target="../media/image577.png"/><Relationship Id="rId80" Type="http://schemas.openxmlformats.org/officeDocument/2006/relationships/image" Target="../media/image552.png"/><Relationship Id="rId155" Type="http://schemas.openxmlformats.org/officeDocument/2006/relationships/customXml" Target="../ink/ink626.xml"/><Relationship Id="rId176" Type="http://schemas.openxmlformats.org/officeDocument/2006/relationships/customXml" Target="../ink/ink641.xml"/><Relationship Id="rId197" Type="http://schemas.openxmlformats.org/officeDocument/2006/relationships/image" Target="../media/image599.png"/><Relationship Id="rId201" Type="http://schemas.openxmlformats.org/officeDocument/2006/relationships/image" Target="../media/image601.png"/><Relationship Id="rId222" Type="http://schemas.openxmlformats.org/officeDocument/2006/relationships/customXml" Target="../ink/ink666.xml"/><Relationship Id="rId17" Type="http://schemas.openxmlformats.org/officeDocument/2006/relationships/customXml" Target="../ink/ink556.xml"/><Relationship Id="rId38" Type="http://schemas.openxmlformats.org/officeDocument/2006/relationships/image" Target="../media/image532.png"/><Relationship Id="rId59" Type="http://schemas.openxmlformats.org/officeDocument/2006/relationships/customXml" Target="../ink/ink577.xml"/><Relationship Id="rId103" Type="http://schemas.openxmlformats.org/officeDocument/2006/relationships/customXml" Target="../ink/ink599.xml"/><Relationship Id="rId124" Type="http://schemas.openxmlformats.org/officeDocument/2006/relationships/image" Target="../media/image572.png"/><Relationship Id="rId70" Type="http://schemas.openxmlformats.org/officeDocument/2006/relationships/image" Target="../media/image547.png"/><Relationship Id="rId91" Type="http://schemas.openxmlformats.org/officeDocument/2006/relationships/customXml" Target="../ink/ink593.xml"/><Relationship Id="rId145" Type="http://schemas.openxmlformats.org/officeDocument/2006/relationships/customXml" Target="../ink/ink620.xml"/><Relationship Id="rId166" Type="http://schemas.openxmlformats.org/officeDocument/2006/relationships/customXml" Target="../ink/ink632.xml"/><Relationship Id="rId187" Type="http://schemas.openxmlformats.org/officeDocument/2006/relationships/image" Target="../media/image59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05.png"/><Relationship Id="rId233" Type="http://schemas.openxmlformats.org/officeDocument/2006/relationships/image" Target="../media/image512.png"/><Relationship Id="rId28" Type="http://schemas.openxmlformats.org/officeDocument/2006/relationships/image" Target="../media/image527.png"/><Relationship Id="rId49" Type="http://schemas.openxmlformats.org/officeDocument/2006/relationships/customXml" Target="../ink/ink572.xml"/><Relationship Id="rId114" Type="http://schemas.openxmlformats.org/officeDocument/2006/relationships/image" Target="../media/image567.png"/><Relationship Id="rId60" Type="http://schemas.openxmlformats.org/officeDocument/2006/relationships/image" Target="../media/image542.png"/><Relationship Id="rId81" Type="http://schemas.openxmlformats.org/officeDocument/2006/relationships/customXml" Target="../ink/ink588.xml"/><Relationship Id="rId135" Type="http://schemas.openxmlformats.org/officeDocument/2006/relationships/customXml" Target="../ink/ink615.xml"/><Relationship Id="rId156" Type="http://schemas.openxmlformats.org/officeDocument/2006/relationships/image" Target="../media/image586.png"/><Relationship Id="rId177" Type="http://schemas.openxmlformats.org/officeDocument/2006/relationships/customXml" Target="../ink/ink642.xml"/><Relationship Id="rId198" Type="http://schemas.openxmlformats.org/officeDocument/2006/relationships/customXml" Target="../ink/ink654.xml"/><Relationship Id="rId202" Type="http://schemas.openxmlformats.org/officeDocument/2006/relationships/customXml" Target="../ink/ink656.xml"/><Relationship Id="rId223" Type="http://schemas.openxmlformats.org/officeDocument/2006/relationships/image" Target="../media/image507.png"/><Relationship Id="rId18" Type="http://schemas.openxmlformats.org/officeDocument/2006/relationships/image" Target="../media/image522.png"/><Relationship Id="rId39" Type="http://schemas.openxmlformats.org/officeDocument/2006/relationships/customXml" Target="../ink/ink567.xml"/><Relationship Id="rId50" Type="http://schemas.openxmlformats.org/officeDocument/2006/relationships/image" Target="../media/image538.png"/><Relationship Id="rId104" Type="http://schemas.openxmlformats.org/officeDocument/2006/relationships/image" Target="../media/image562.png"/><Relationship Id="rId125" Type="http://schemas.openxmlformats.org/officeDocument/2006/relationships/customXml" Target="../ink/ink610.xml"/><Relationship Id="rId146" Type="http://schemas.openxmlformats.org/officeDocument/2006/relationships/image" Target="../media/image476.png"/><Relationship Id="rId167" Type="http://schemas.openxmlformats.org/officeDocument/2006/relationships/customXml" Target="../ink/ink633.xml"/><Relationship Id="rId188" Type="http://schemas.openxmlformats.org/officeDocument/2006/relationships/customXml" Target="../ink/ink648.xml"/><Relationship Id="rId71" Type="http://schemas.openxmlformats.org/officeDocument/2006/relationships/customXml" Target="../ink/ink583.xml"/><Relationship Id="rId92" Type="http://schemas.openxmlformats.org/officeDocument/2006/relationships/image" Target="../media/image557.png"/><Relationship Id="rId213" Type="http://schemas.openxmlformats.org/officeDocument/2006/relationships/image" Target="../media/image606.png"/><Relationship Id="rId234" Type="http://schemas.openxmlformats.org/officeDocument/2006/relationships/customXml" Target="../ink/ink672.xml"/><Relationship Id="rId2" Type="http://schemas.openxmlformats.org/officeDocument/2006/relationships/image" Target="../media/image4100.png"/><Relationship Id="rId29" Type="http://schemas.openxmlformats.org/officeDocument/2006/relationships/customXml" Target="../ink/ink562.xml"/><Relationship Id="rId40" Type="http://schemas.openxmlformats.org/officeDocument/2006/relationships/image" Target="../media/image533.png"/><Relationship Id="rId115" Type="http://schemas.openxmlformats.org/officeDocument/2006/relationships/customXml" Target="../ink/ink605.xml"/><Relationship Id="rId136" Type="http://schemas.openxmlformats.org/officeDocument/2006/relationships/image" Target="../media/image578.png"/><Relationship Id="rId157" Type="http://schemas.openxmlformats.org/officeDocument/2006/relationships/customXml" Target="../ink/ink627.xml"/><Relationship Id="rId178" Type="http://schemas.openxmlformats.org/officeDocument/2006/relationships/customXml" Target="../ink/ink643.xml"/><Relationship Id="rId61" Type="http://schemas.openxmlformats.org/officeDocument/2006/relationships/customXml" Target="../ink/ink578.xml"/><Relationship Id="rId82" Type="http://schemas.openxmlformats.org/officeDocument/2006/relationships/image" Target="../media/image553.png"/><Relationship Id="rId199" Type="http://schemas.openxmlformats.org/officeDocument/2006/relationships/image" Target="../media/image600.png"/><Relationship Id="rId203" Type="http://schemas.openxmlformats.org/officeDocument/2006/relationships/image" Target="../media/image602.png"/><Relationship Id="rId19" Type="http://schemas.openxmlformats.org/officeDocument/2006/relationships/customXml" Target="../ink/ink557.xml"/><Relationship Id="rId224" Type="http://schemas.openxmlformats.org/officeDocument/2006/relationships/customXml" Target="../ink/ink667.xml"/><Relationship Id="rId30" Type="http://schemas.openxmlformats.org/officeDocument/2006/relationships/image" Target="../media/image528.png"/><Relationship Id="rId105" Type="http://schemas.openxmlformats.org/officeDocument/2006/relationships/customXml" Target="../ink/ink600.xml"/><Relationship Id="rId126" Type="http://schemas.openxmlformats.org/officeDocument/2006/relationships/image" Target="../media/image573.png"/><Relationship Id="rId147" Type="http://schemas.openxmlformats.org/officeDocument/2006/relationships/customXml" Target="../ink/ink621.xml"/><Relationship Id="rId168" Type="http://schemas.openxmlformats.org/officeDocument/2006/relationships/customXml" Target="../ink/ink634.xml"/><Relationship Id="rId51" Type="http://schemas.openxmlformats.org/officeDocument/2006/relationships/customXml" Target="../ink/ink573.xml"/><Relationship Id="rId72" Type="http://schemas.openxmlformats.org/officeDocument/2006/relationships/image" Target="../media/image548.png"/><Relationship Id="rId93" Type="http://schemas.openxmlformats.org/officeDocument/2006/relationships/customXml" Target="../ink/ink594.xml"/><Relationship Id="rId189" Type="http://schemas.openxmlformats.org/officeDocument/2006/relationships/image" Target="../media/image596.png"/><Relationship Id="rId3" Type="http://schemas.openxmlformats.org/officeDocument/2006/relationships/image" Target="../media/image4110.png"/><Relationship Id="rId214" Type="http://schemas.openxmlformats.org/officeDocument/2006/relationships/image" Target="../media/image607.png"/><Relationship Id="rId235" Type="http://schemas.openxmlformats.org/officeDocument/2006/relationships/image" Target="../media/image513.png"/><Relationship Id="rId116" Type="http://schemas.openxmlformats.org/officeDocument/2006/relationships/image" Target="../media/image568.png"/><Relationship Id="rId137" Type="http://schemas.openxmlformats.org/officeDocument/2006/relationships/customXml" Target="../ink/ink616.xml"/><Relationship Id="rId158" Type="http://schemas.openxmlformats.org/officeDocument/2006/relationships/image" Target="../media/image587.png"/><Relationship Id="rId20" Type="http://schemas.openxmlformats.org/officeDocument/2006/relationships/image" Target="../media/image523.png"/><Relationship Id="rId41" Type="http://schemas.openxmlformats.org/officeDocument/2006/relationships/customXml" Target="../ink/ink568.xml"/><Relationship Id="rId62" Type="http://schemas.openxmlformats.org/officeDocument/2006/relationships/image" Target="../media/image543.png"/><Relationship Id="rId83" Type="http://schemas.openxmlformats.org/officeDocument/2006/relationships/customXml" Target="../ink/ink589.xml"/><Relationship Id="rId179" Type="http://schemas.openxmlformats.org/officeDocument/2006/relationships/image" Target="../media/image48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5.png"/><Relationship Id="rId13" Type="http://schemas.openxmlformats.org/officeDocument/2006/relationships/customXml" Target="../ink/ink675.xml"/><Relationship Id="rId3" Type="http://schemas.openxmlformats.org/officeDocument/2006/relationships/image" Target="../media/image4010.png"/><Relationship Id="rId7" Type="http://schemas.openxmlformats.org/officeDocument/2006/relationships/image" Target="../media/image4050.png"/><Relationship Id="rId12" Type="http://schemas.openxmlformats.org/officeDocument/2006/relationships/image" Target="../media/image611.png"/><Relationship Id="rId2" Type="http://schemas.openxmlformats.org/officeDocument/2006/relationships/image" Target="../media/image4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40.png"/><Relationship Id="rId11" Type="http://schemas.openxmlformats.org/officeDocument/2006/relationships/image" Target="../media/image610.png"/><Relationship Id="rId5" Type="http://schemas.openxmlformats.org/officeDocument/2006/relationships/image" Target="../media/image4030.png"/><Relationship Id="rId10" Type="http://schemas.openxmlformats.org/officeDocument/2006/relationships/image" Target="../media/image609.png"/><Relationship Id="rId4" Type="http://schemas.openxmlformats.org/officeDocument/2006/relationships/image" Target="../media/image4020.png"/><Relationship Id="rId9" Type="http://schemas.openxmlformats.org/officeDocument/2006/relationships/image" Target="../media/image608.png"/><Relationship Id="rId14" Type="http://schemas.openxmlformats.org/officeDocument/2006/relationships/image" Target="../media/image48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9.png"/><Relationship Id="rId3" Type="http://schemas.openxmlformats.org/officeDocument/2006/relationships/image" Target="../media/image614.png"/><Relationship Id="rId7" Type="http://schemas.openxmlformats.org/officeDocument/2006/relationships/image" Target="../media/image618.png"/><Relationship Id="rId2" Type="http://schemas.openxmlformats.org/officeDocument/2006/relationships/image" Target="../media/image6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7.png"/><Relationship Id="rId5" Type="http://schemas.openxmlformats.org/officeDocument/2006/relationships/image" Target="../media/image616.png"/><Relationship Id="rId10" Type="http://schemas.openxmlformats.org/officeDocument/2006/relationships/image" Target="../media/image403.png"/><Relationship Id="rId4" Type="http://schemas.openxmlformats.org/officeDocument/2006/relationships/image" Target="../media/image615.png"/><Relationship Id="rId9" Type="http://schemas.openxmlformats.org/officeDocument/2006/relationships/image" Target="../media/image6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png"/><Relationship Id="rId3" Type="http://schemas.openxmlformats.org/officeDocument/2006/relationships/image" Target="../media/image623.png"/><Relationship Id="rId7" Type="http://schemas.openxmlformats.org/officeDocument/2006/relationships/image" Target="../media/image627.png"/><Relationship Id="rId2" Type="http://schemas.openxmlformats.org/officeDocument/2006/relationships/image" Target="../media/image6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6.png"/><Relationship Id="rId11" Type="http://schemas.openxmlformats.org/officeDocument/2006/relationships/image" Target="../media/image621.png"/><Relationship Id="rId5" Type="http://schemas.openxmlformats.org/officeDocument/2006/relationships/image" Target="../media/image625.png"/><Relationship Id="rId10" Type="http://schemas.openxmlformats.org/officeDocument/2006/relationships/image" Target="../media/image630.png"/><Relationship Id="rId4" Type="http://schemas.openxmlformats.org/officeDocument/2006/relationships/image" Target="../media/image624.png"/><Relationship Id="rId9" Type="http://schemas.openxmlformats.org/officeDocument/2006/relationships/image" Target="../media/image6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7.png"/><Relationship Id="rId13" Type="http://schemas.openxmlformats.org/officeDocument/2006/relationships/image" Target="../media/image628.png"/><Relationship Id="rId3" Type="http://schemas.openxmlformats.org/officeDocument/2006/relationships/image" Target="../media/image632.png"/><Relationship Id="rId7" Type="http://schemas.openxmlformats.org/officeDocument/2006/relationships/image" Target="../media/image636.png"/><Relationship Id="rId12" Type="http://schemas.openxmlformats.org/officeDocument/2006/relationships/image" Target="../media/image6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5.png"/><Relationship Id="rId11" Type="http://schemas.openxmlformats.org/officeDocument/2006/relationships/image" Target="../media/image640.png"/><Relationship Id="rId5" Type="http://schemas.openxmlformats.org/officeDocument/2006/relationships/image" Target="../media/image634.png"/><Relationship Id="rId10" Type="http://schemas.openxmlformats.org/officeDocument/2006/relationships/image" Target="../media/image639.png"/><Relationship Id="rId4" Type="http://schemas.openxmlformats.org/officeDocument/2006/relationships/image" Target="../media/image633.png"/><Relationship Id="rId9" Type="http://schemas.openxmlformats.org/officeDocument/2006/relationships/image" Target="../media/image6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组合 1334">
            <a:extLst>
              <a:ext uri="{FF2B5EF4-FFF2-40B4-BE49-F238E27FC236}">
                <a16:creationId xmlns:a16="http://schemas.microsoft.com/office/drawing/2014/main" id="{C66EC5DD-4196-5D8C-A6FF-1F7B2B886699}"/>
              </a:ext>
            </a:extLst>
          </p:cNvPr>
          <p:cNvGrpSpPr/>
          <p:nvPr/>
        </p:nvGrpSpPr>
        <p:grpSpPr>
          <a:xfrm>
            <a:off x="1111211" y="395865"/>
            <a:ext cx="6368136" cy="5509068"/>
            <a:chOff x="1111211" y="395865"/>
            <a:chExt cx="6368136" cy="5509068"/>
          </a:xfrm>
        </p:grpSpPr>
        <p:grpSp>
          <p:nvGrpSpPr>
            <p:cNvPr id="438" name="组合 437">
              <a:extLst>
                <a:ext uri="{FF2B5EF4-FFF2-40B4-BE49-F238E27FC236}">
                  <a16:creationId xmlns:a16="http://schemas.microsoft.com/office/drawing/2014/main" id="{D3C18A22-52F6-D497-D102-640984AF0332}"/>
                </a:ext>
              </a:extLst>
            </p:cNvPr>
            <p:cNvGrpSpPr/>
            <p:nvPr/>
          </p:nvGrpSpPr>
          <p:grpSpPr>
            <a:xfrm>
              <a:off x="2416828" y="3257656"/>
              <a:ext cx="3648828" cy="2647277"/>
              <a:chOff x="4193541" y="3916439"/>
              <a:chExt cx="3711259" cy="2692572"/>
            </a:xfrm>
          </p:grpSpPr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48AEADF6-96F2-0C9D-4F5B-2D8E719928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6012" y="4495677"/>
                <a:ext cx="0" cy="1669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960ADDC6-9C5B-0D89-3D0B-59F9EC0F8D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64053" y="4498948"/>
                <a:ext cx="1740747" cy="19456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5E8DFFBD-1B38-1F3D-0FE7-081AB82C3D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5548" y="5278365"/>
                <a:ext cx="0" cy="1669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E612569A-12A8-8201-436F-35EC0E9BA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541" y="5438547"/>
                <a:ext cx="1964266" cy="1168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B4C35962-5992-2279-1BB9-74D472E81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8969" y="6432610"/>
                <a:ext cx="0" cy="1669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CDB7A0D4-9763-B297-DC5D-3E3BB6B6EC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4578" y="4663371"/>
                <a:ext cx="1740747" cy="19456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895BDEA6-2962-03E7-D072-CFDF98C89A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07087" y="4207896"/>
                <a:ext cx="948463" cy="10601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C86C2460-9512-12E2-AAF0-90366E9E2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132" y="5262349"/>
                <a:ext cx="1964266" cy="1168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A8BB5685-E6EF-C64A-0548-9B6AD92519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979" y="3916439"/>
                <a:ext cx="986628" cy="5868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>
                <a:extLst>
                  <a:ext uri="{FF2B5EF4-FFF2-40B4-BE49-F238E27FC236}">
                    <a16:creationId xmlns:a16="http://schemas.microsoft.com/office/drawing/2014/main" id="{ECBC1EDD-DA1D-CCDE-FF0C-DC10A88C2A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45345" y="4350835"/>
                <a:ext cx="528485" cy="59069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EC258084-D709-1AA4-BB45-AACE3545B5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11" y="4938212"/>
                <a:ext cx="1305514" cy="770438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728CCEC4-B519-21C3-6C41-76DFEAECC4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28587" y="4697624"/>
                <a:ext cx="904556" cy="1011026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DA86FFF4-8AF9-29CF-7163-EFBD5E013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0547" y="4340764"/>
                <a:ext cx="587454" cy="35686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DF48673-8F85-C35D-38DC-716BCB5F7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5584" y="795429"/>
              <a:ext cx="4995" cy="4563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3FF14BA-5EEF-77F8-CD9E-C794D2E9F89D}"/>
                </a:ext>
              </a:extLst>
            </p:cNvPr>
            <p:cNvCxnSpPr>
              <a:cxnSpLocks/>
            </p:cNvCxnSpPr>
            <p:nvPr/>
          </p:nvCxnSpPr>
          <p:spPr>
            <a:xfrm>
              <a:off x="4142684" y="395865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417AFB6-1D0E-DF27-4DB0-C99DADF34CE7}"/>
                </a:ext>
              </a:extLst>
            </p:cNvPr>
            <p:cNvCxnSpPr>
              <a:cxnSpLocks/>
            </p:cNvCxnSpPr>
            <p:nvPr/>
          </p:nvCxnSpPr>
          <p:spPr>
            <a:xfrm>
              <a:off x="3433042" y="1174181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C38A440-7407-2228-5C49-AF0DB3B9CABC}"/>
                </a:ext>
              </a:extLst>
            </p:cNvPr>
            <p:cNvCxnSpPr>
              <a:cxnSpLocks/>
            </p:cNvCxnSpPr>
            <p:nvPr/>
          </p:nvCxnSpPr>
          <p:spPr>
            <a:xfrm>
              <a:off x="3093830" y="1570623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DD7D609-2402-8D17-3D12-F4D298527801}"/>
                </a:ext>
              </a:extLst>
            </p:cNvPr>
            <p:cNvCxnSpPr>
              <a:cxnSpLocks/>
            </p:cNvCxnSpPr>
            <p:nvPr/>
          </p:nvCxnSpPr>
          <p:spPr>
            <a:xfrm>
              <a:off x="2748373" y="1925860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7B2A9CA-BD4E-7C17-8D4B-AF64121B8249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20" y="2308776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F5CAF50-20D4-E173-24FE-4C7040FFE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448" y="1991622"/>
              <a:ext cx="1711464" cy="19129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5545112-35F7-B8DA-E7C3-9B7CF15ADF9A}"/>
                </a:ext>
              </a:extLst>
            </p:cNvPr>
            <p:cNvCxnSpPr>
              <a:cxnSpLocks/>
            </p:cNvCxnSpPr>
            <p:nvPr/>
          </p:nvCxnSpPr>
          <p:spPr>
            <a:xfrm>
              <a:off x="2428723" y="2754123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F2B3DFE-3F1A-9D6F-1CEC-0FFAA9F78513}"/>
                </a:ext>
              </a:extLst>
            </p:cNvPr>
            <p:cNvCxnSpPr>
              <a:cxnSpLocks/>
            </p:cNvCxnSpPr>
            <p:nvPr/>
          </p:nvCxnSpPr>
          <p:spPr>
            <a:xfrm>
              <a:off x="4357448" y="3457521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2A46940-E9BD-657B-06E6-6E4E9F16E356}"/>
                </a:ext>
              </a:extLst>
            </p:cNvPr>
            <p:cNvCxnSpPr>
              <a:cxnSpLocks/>
            </p:cNvCxnSpPr>
            <p:nvPr/>
          </p:nvCxnSpPr>
          <p:spPr>
            <a:xfrm>
              <a:off x="2423727" y="2299620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80F18AB-2647-5031-9EF2-29F794F3D9B0}"/>
                </a:ext>
              </a:extLst>
            </p:cNvPr>
            <p:cNvCxnSpPr>
              <a:cxnSpLocks/>
            </p:cNvCxnSpPr>
            <p:nvPr/>
          </p:nvCxnSpPr>
          <p:spPr>
            <a:xfrm>
              <a:off x="4674601" y="3068778"/>
              <a:ext cx="0" cy="4676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E83314-49CA-B83B-1C53-A4B5CCDB39BF}"/>
                </a:ext>
              </a:extLst>
            </p:cNvPr>
            <p:cNvCxnSpPr>
              <a:cxnSpLocks/>
            </p:cNvCxnSpPr>
            <p:nvPr/>
          </p:nvCxnSpPr>
          <p:spPr>
            <a:xfrm>
              <a:off x="2743378" y="1920033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E60A2DA-543B-4211-844A-36909BE56F3F}"/>
                </a:ext>
              </a:extLst>
            </p:cNvPr>
            <p:cNvCxnSpPr>
              <a:cxnSpLocks/>
            </p:cNvCxnSpPr>
            <p:nvPr/>
          </p:nvCxnSpPr>
          <p:spPr>
            <a:xfrm>
              <a:off x="3093830" y="1568335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99F11D8-1401-CEED-8518-426D615F8801}"/>
                </a:ext>
              </a:extLst>
            </p:cNvPr>
            <p:cNvCxnSpPr>
              <a:cxnSpLocks/>
            </p:cNvCxnSpPr>
            <p:nvPr/>
          </p:nvCxnSpPr>
          <p:spPr>
            <a:xfrm>
              <a:off x="3435224" y="1176575"/>
              <a:ext cx="1944650" cy="11559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A232569-A133-60C9-324A-F185D9599231}"/>
                </a:ext>
              </a:extLst>
            </p:cNvPr>
            <p:cNvCxnSpPr>
              <a:cxnSpLocks/>
            </p:cNvCxnSpPr>
            <p:nvPr/>
          </p:nvCxnSpPr>
          <p:spPr>
            <a:xfrm>
              <a:off x="3771213" y="797094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E00B499-03D2-5193-F5A8-CFE2A5B1529C}"/>
                </a:ext>
              </a:extLst>
            </p:cNvPr>
            <p:cNvCxnSpPr>
              <a:cxnSpLocks/>
            </p:cNvCxnSpPr>
            <p:nvPr/>
          </p:nvCxnSpPr>
          <p:spPr>
            <a:xfrm>
              <a:off x="4141849" y="407312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A9B6D30-7802-B1A8-A2A9-3D704D7D8579}"/>
                </a:ext>
              </a:extLst>
            </p:cNvPr>
            <p:cNvCxnSpPr>
              <a:cxnSpLocks/>
            </p:cNvCxnSpPr>
            <p:nvPr/>
          </p:nvCxnSpPr>
          <p:spPr>
            <a:xfrm>
              <a:off x="5025053" y="2725403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1FA5488-983C-3B55-CC9B-4564B327ED8E}"/>
                </a:ext>
              </a:extLst>
            </p:cNvPr>
            <p:cNvCxnSpPr>
              <a:cxnSpLocks/>
            </p:cNvCxnSpPr>
            <p:nvPr/>
          </p:nvCxnSpPr>
          <p:spPr>
            <a:xfrm>
              <a:off x="5379874" y="2332501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1217B58-2BDF-FB9C-6000-DE8B6CA5FEFA}"/>
                </a:ext>
              </a:extLst>
            </p:cNvPr>
            <p:cNvCxnSpPr>
              <a:cxnSpLocks/>
            </p:cNvCxnSpPr>
            <p:nvPr/>
          </p:nvCxnSpPr>
          <p:spPr>
            <a:xfrm>
              <a:off x="5703269" y="1945840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291419EA-F237-04E6-29E8-742B722486B0}"/>
                </a:ext>
              </a:extLst>
            </p:cNvPr>
            <p:cNvCxnSpPr>
              <a:cxnSpLocks/>
            </p:cNvCxnSpPr>
            <p:nvPr/>
          </p:nvCxnSpPr>
          <p:spPr>
            <a:xfrm>
              <a:off x="6068912" y="1544610"/>
              <a:ext cx="0" cy="4453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465AF0C4-E66A-0BDD-675B-9A693BD19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9946" y="3087612"/>
              <a:ext cx="304664" cy="35659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2CA03DF-2BB8-E8BB-BEFF-C82CF259D8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5052" y="2332501"/>
              <a:ext cx="354822" cy="3929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F3DAB6F-2D3D-2C57-048C-4F8530D220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6129" y="1556057"/>
              <a:ext cx="362783" cy="3897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D397F5B-0C02-601C-D797-DBB66296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7584" y="1581028"/>
              <a:ext cx="337049" cy="3408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C6536C7-7E34-D62E-E3BA-889B1F4201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8672" y="808541"/>
              <a:ext cx="347485" cy="3639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CE240C4-CC96-ECBE-3D5F-619DEB7F8C38}"/>
                </a:ext>
              </a:extLst>
            </p:cNvPr>
            <p:cNvCxnSpPr>
              <a:cxnSpLocks/>
            </p:cNvCxnSpPr>
            <p:nvPr/>
          </p:nvCxnSpPr>
          <p:spPr>
            <a:xfrm>
              <a:off x="2738382" y="2356848"/>
              <a:ext cx="1689303" cy="1004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C2B434E9-B64E-233B-69B6-1F0F846B1483}"/>
                </a:ext>
              </a:extLst>
            </p:cNvPr>
            <p:cNvCxnSpPr>
              <a:cxnSpLocks/>
            </p:cNvCxnSpPr>
            <p:nvPr/>
          </p:nvCxnSpPr>
          <p:spPr>
            <a:xfrm>
              <a:off x="3430547" y="1627955"/>
              <a:ext cx="1675880" cy="9955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5A4CC71C-B1AA-5EF1-0D88-2D48AFC0B2FA}"/>
                </a:ext>
              </a:extLst>
            </p:cNvPr>
            <p:cNvCxnSpPr>
              <a:cxnSpLocks/>
            </p:cNvCxnSpPr>
            <p:nvPr/>
          </p:nvCxnSpPr>
          <p:spPr>
            <a:xfrm>
              <a:off x="3078013" y="2013682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BC62ED6D-7574-9863-3829-2252DADD4ED1}"/>
                </a:ext>
              </a:extLst>
            </p:cNvPr>
            <p:cNvCxnSpPr>
              <a:cxnSpLocks/>
            </p:cNvCxnSpPr>
            <p:nvPr/>
          </p:nvCxnSpPr>
          <p:spPr>
            <a:xfrm>
              <a:off x="3767050" y="1246498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201C14A-267E-B45C-5CEB-BD9A007AC017}"/>
                </a:ext>
              </a:extLst>
            </p:cNvPr>
            <p:cNvCxnSpPr>
              <a:cxnSpLocks/>
            </p:cNvCxnSpPr>
            <p:nvPr/>
          </p:nvCxnSpPr>
          <p:spPr>
            <a:xfrm>
              <a:off x="4132487" y="833565"/>
              <a:ext cx="1675880" cy="9955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5963AE9-D6A2-AB77-051E-64E5C4DAB2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1148" y="831901"/>
              <a:ext cx="125645" cy="11950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FE63E5AE-C6A1-8135-B960-C5DC2081BA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043" y="1614456"/>
              <a:ext cx="97914" cy="1019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4BB48490-F86A-CBBD-1A1A-1697E29D6C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5180" y="2333383"/>
              <a:ext cx="92404" cy="9505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A69011FD-BAD4-D081-0B35-9F22CD3A54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2456" y="2004578"/>
              <a:ext cx="81373" cy="779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63CDB6A4-A80E-2F35-0EDF-70DC3B9AC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6399" y="1251793"/>
              <a:ext cx="79185" cy="904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48F965E4-C592-B1DE-DF07-3A7248EE1F61}"/>
                </a:ext>
              </a:extLst>
            </p:cNvPr>
            <p:cNvCxnSpPr>
              <a:cxnSpLocks/>
            </p:cNvCxnSpPr>
            <p:nvPr/>
          </p:nvCxnSpPr>
          <p:spPr>
            <a:xfrm>
              <a:off x="2431220" y="2934160"/>
              <a:ext cx="1931223" cy="11487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18570518-7269-A2B4-3BB5-BA83E271F1C4}"/>
                </a:ext>
              </a:extLst>
            </p:cNvPr>
            <p:cNvCxnSpPr>
              <a:cxnSpLocks/>
            </p:cNvCxnSpPr>
            <p:nvPr/>
          </p:nvCxnSpPr>
          <p:spPr>
            <a:xfrm>
              <a:off x="4362443" y="3902868"/>
              <a:ext cx="0" cy="1641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180ECA3D-1349-7B8E-0E59-79979CA61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608" y="2193539"/>
              <a:ext cx="1711464" cy="19129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DDE42ABB-A28F-38FF-5743-1A6BADE8ADEC}"/>
                </a:ext>
              </a:extLst>
            </p:cNvPr>
            <p:cNvCxnSpPr>
              <a:cxnSpLocks/>
            </p:cNvCxnSpPr>
            <p:nvPr/>
          </p:nvCxnSpPr>
          <p:spPr>
            <a:xfrm>
              <a:off x="2435382" y="2770018"/>
              <a:ext cx="0" cy="16414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73524F2-B5D4-1E47-2A70-DBD934B44F3F}"/>
                </a:ext>
              </a:extLst>
            </p:cNvPr>
            <p:cNvCxnSpPr>
              <a:cxnSpLocks/>
            </p:cNvCxnSpPr>
            <p:nvPr/>
          </p:nvCxnSpPr>
          <p:spPr>
            <a:xfrm>
              <a:off x="6068912" y="2000470"/>
              <a:ext cx="0" cy="1780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5E0330EC-55EC-2D96-B796-C1AFA39F49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8784" y="913868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F0452638-A6A3-1687-1EA8-56E1B377D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0123" y="980957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C59B0676-68C9-89FA-B66D-C4C17E5286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2585" y="1059566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F7F0FE35-2143-B770-6914-D2C211A21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2277" y="1123375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DA087C6F-9F28-9F34-C380-7EAB17D365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913" y="1211824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5393B43B-62A8-B761-309D-B163293CB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0906" y="1277298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04B9F57-1952-9888-924F-3D6E45993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106" y="1362480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150DA66D-17DC-EB00-C108-8DF54CA2BD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861" y="1427214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DCAA97B4-A538-AF29-71CE-E8F83F9586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3877" y="1517791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56544BD4-9780-2DBA-FE38-0DC66C313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5598" y="1587715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80100366-8FD5-BA86-597D-9F5CE66F3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8520" y="1676447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13B1F772-FA43-E91E-A84C-0C58B4991F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0689" y="1742989"/>
              <a:ext cx="125645" cy="1195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B4DA2E2B-D9A3-76CE-7BD8-C381F386A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072" y="1331003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E09807B3-A29E-BB75-C965-7E1156565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7798" y="1394951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4F3422BF-74D0-10AD-B128-C91BAABE1A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6610" y="1486047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D8CD5FCC-9FFD-09DE-BD35-B36E39B16D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7290" y="1544944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57EF746B-64D7-2BC4-2D35-AA7EEA613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181" y="1655733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3E9906A4-105F-F629-38B9-46EF93CD9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1881" y="1711397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0A7A8ACE-551A-B520-1D6E-97F1350A2C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7923" y="1810168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B2BD75D5-11EE-D5CE-AEA0-98F6D5FCF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2140" y="1873876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9FDD436-9353-6205-DE53-B195CBFB15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2097" y="1967321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8045535C-8FEA-1492-36F7-8F098C9B85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237" y="2031797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670CAF5E-5125-1068-9942-4A5C63BAB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830" y="2123368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84B700F9-7025-0DB6-1D45-8F39806937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2614" y="2183549"/>
              <a:ext cx="79185" cy="904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239E805D-8231-279E-946B-C92E9E618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0313" y="1735160"/>
              <a:ext cx="77934" cy="887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F0EDDFAA-BFD7-CD4F-B6C9-D5A8CD0E9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5547" y="1785273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DC6BE53C-499B-5CBA-4222-EB52D7CC7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7705" y="1889300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95C9CF0F-0719-03D6-5E56-C24E9C7640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8840" y="1949363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FFA79E01-DF73-BD2D-6BBA-B2BA8622A8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6158" y="2046225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CBA8FC5B-5FCB-3B7D-8D35-EE54EF1B5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0468" y="2108684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99648834-6423-A170-6E3D-7DBF2771E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5783" y="2223075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AFAE499F-4624-99AE-E919-350E05207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7216" y="2280694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F47F288D-23F6-9DDA-F442-659095FC54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7316" y="2386790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9EFF5BD9-69DF-7A51-1ECF-1C4E903DC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5444" y="2443446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52302B1C-7418-ED95-7F2B-46663AAC44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0382" y="2540137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A67A1813-664E-CA73-F8EC-8877D4756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005" y="2600903"/>
              <a:ext cx="97914" cy="1019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DF505D4A-5461-8579-D4F6-B2E53EF06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3934" y="2103036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2A88A1E9-6320-5727-B4B8-D87900FED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67800" y="2165846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71A58337-5BD8-9DC6-BEC7-C2435B28E0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3603" y="2291581"/>
              <a:ext cx="56828" cy="629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51010ED8-C97E-24BB-44D7-B0DE1C33DB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459" y="2354841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64832911-F1B4-8A0E-3E0A-A00FF1CBF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7705" y="2475704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E6FB18F-0323-25B7-112A-152E649F0E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6017" y="2536158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1E7DC78E-45CB-803A-5D1B-284DEAB9D4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193" y="2648339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94CC5BB7-EB36-4CE9-B00A-533C6B3B2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74890" y="2700197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3399C869-C1C9-2444-B57C-68D9C39862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7190" y="2812132"/>
              <a:ext cx="70496" cy="724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1942BC5D-7FBE-1FBA-EF32-9FD09326E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1881" y="2873993"/>
              <a:ext cx="67880" cy="758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53646ED5-983F-4F9E-E8CD-202CE939A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1062" y="2977184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00C6DD29-D1A7-0EE0-8CD8-EA99B8012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4589" y="3039242"/>
              <a:ext cx="117382" cy="1231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62C78FE8-8926-9745-CE02-F3EEC60D4A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3633" y="2474335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E9BE8EEF-1F77-CC89-6801-FFF6FA179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8896" y="2534727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DA1077D8-3E9E-A1EC-D6C8-D53DDF0768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6031" y="2637887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3ACA2F45-B310-8424-E8EA-C11C6279F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2217" y="2705385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20794B03-647C-7671-68A1-4A670C131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1408" y="2805473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B1E663F4-EE93-1AE8-351B-FAB570CB29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1661" y="2866367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16D64FD9-0965-E146-5570-F3EC5DB7B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0187" y="2988526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B8CAB66F-99E4-C8DD-3F03-22F896DB7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4504" y="3038916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DF54D225-F528-1BA7-53CE-2CD610644B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8830" y="3142291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FA84677E-C49B-C09C-2C02-26CD3D92E7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8476" y="3202849"/>
              <a:ext cx="81373" cy="779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338BB367-49D9-FD6C-3A99-FEB2D4DE3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174" y="3342463"/>
              <a:ext cx="75283" cy="731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右大括号 427">
              <a:extLst>
                <a:ext uri="{FF2B5EF4-FFF2-40B4-BE49-F238E27FC236}">
                  <a16:creationId xmlns:a16="http://schemas.microsoft.com/office/drawing/2014/main" id="{C3554E67-2A68-699B-A07D-B094B715DDD3}"/>
                </a:ext>
              </a:extLst>
            </p:cNvPr>
            <p:cNvSpPr/>
            <p:nvPr/>
          </p:nvSpPr>
          <p:spPr>
            <a:xfrm>
              <a:off x="6160527" y="1544610"/>
              <a:ext cx="168929" cy="419751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文本框 428">
              <a:extLst>
                <a:ext uri="{FF2B5EF4-FFF2-40B4-BE49-F238E27FC236}">
                  <a16:creationId xmlns:a16="http://schemas.microsoft.com/office/drawing/2014/main" id="{1916E681-A062-F3B5-8EFD-29FEB70BF572}"/>
                </a:ext>
              </a:extLst>
            </p:cNvPr>
            <p:cNvSpPr txBox="1"/>
            <p:nvPr/>
          </p:nvSpPr>
          <p:spPr>
            <a:xfrm>
              <a:off x="6355937" y="1561430"/>
              <a:ext cx="1114403" cy="36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歧管层</a:t>
              </a:r>
            </a:p>
          </p:txBody>
        </p:sp>
        <p:sp>
          <p:nvSpPr>
            <p:cNvPr id="431" name="右大括号 430">
              <a:extLst>
                <a:ext uri="{FF2B5EF4-FFF2-40B4-BE49-F238E27FC236}">
                  <a16:creationId xmlns:a16="http://schemas.microsoft.com/office/drawing/2014/main" id="{31C0384E-EF65-134D-2E10-9B357D0E2A3D}"/>
                </a:ext>
              </a:extLst>
            </p:cNvPr>
            <p:cNvSpPr/>
            <p:nvPr/>
          </p:nvSpPr>
          <p:spPr>
            <a:xfrm rot="10800000">
              <a:off x="2162426" y="2754123"/>
              <a:ext cx="168929" cy="193953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0CEA8AE3-6F18-09EB-33A3-558ED9A7661D}"/>
                </a:ext>
              </a:extLst>
            </p:cNvPr>
            <p:cNvSpPr txBox="1"/>
            <p:nvPr/>
          </p:nvSpPr>
          <p:spPr>
            <a:xfrm>
              <a:off x="1111211" y="2670529"/>
              <a:ext cx="1114403" cy="36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微通道层</a:t>
              </a:r>
            </a:p>
          </p:txBody>
        </p:sp>
        <p:cxnSp>
          <p:nvCxnSpPr>
            <p:cNvPr id="871" name="直接连接符 870">
              <a:extLst>
                <a:ext uri="{FF2B5EF4-FFF2-40B4-BE49-F238E27FC236}">
                  <a16:creationId xmlns:a16="http://schemas.microsoft.com/office/drawing/2014/main" id="{55FFE83C-14C3-B8A8-73A9-51617632FF3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608" y="4082905"/>
              <a:ext cx="0" cy="16629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3" name="直接连接符 872">
              <a:extLst>
                <a:ext uri="{FF2B5EF4-FFF2-40B4-BE49-F238E27FC236}">
                  <a16:creationId xmlns:a16="http://schemas.microsoft.com/office/drawing/2014/main" id="{924126E8-81F3-9FE3-1361-EC053236E04C}"/>
                </a:ext>
              </a:extLst>
            </p:cNvPr>
            <p:cNvCxnSpPr>
              <a:cxnSpLocks/>
            </p:cNvCxnSpPr>
            <p:nvPr/>
          </p:nvCxnSpPr>
          <p:spPr>
            <a:xfrm>
              <a:off x="6068912" y="2161252"/>
              <a:ext cx="0" cy="16629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4" name="直接连接符 873">
              <a:extLst>
                <a:ext uri="{FF2B5EF4-FFF2-40B4-BE49-F238E27FC236}">
                  <a16:creationId xmlns:a16="http://schemas.microsoft.com/office/drawing/2014/main" id="{A4F9B508-2DFE-7528-6C56-FCB61C238469}"/>
                </a:ext>
              </a:extLst>
            </p:cNvPr>
            <p:cNvCxnSpPr>
              <a:cxnSpLocks/>
            </p:cNvCxnSpPr>
            <p:nvPr/>
          </p:nvCxnSpPr>
          <p:spPr>
            <a:xfrm>
              <a:off x="2433714" y="2948076"/>
              <a:ext cx="0" cy="166295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76" name="右大括号 875">
              <a:extLst>
                <a:ext uri="{FF2B5EF4-FFF2-40B4-BE49-F238E27FC236}">
                  <a16:creationId xmlns:a16="http://schemas.microsoft.com/office/drawing/2014/main" id="{942A8835-2A56-59CB-946E-27C8AF7470A9}"/>
                </a:ext>
              </a:extLst>
            </p:cNvPr>
            <p:cNvSpPr/>
            <p:nvPr/>
          </p:nvSpPr>
          <p:spPr>
            <a:xfrm>
              <a:off x="6102255" y="3825661"/>
              <a:ext cx="188079" cy="154414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8" name="文本框 877">
              <a:extLst>
                <a:ext uri="{FF2B5EF4-FFF2-40B4-BE49-F238E27FC236}">
                  <a16:creationId xmlns:a16="http://schemas.microsoft.com/office/drawing/2014/main" id="{0B816931-0727-D393-9C5C-C3DCE3CFE110}"/>
                </a:ext>
              </a:extLst>
            </p:cNvPr>
            <p:cNvSpPr txBox="1"/>
            <p:nvPr/>
          </p:nvSpPr>
          <p:spPr>
            <a:xfrm>
              <a:off x="6364944" y="3721308"/>
              <a:ext cx="1114403" cy="36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衬底</a:t>
              </a:r>
            </a:p>
          </p:txBody>
        </p:sp>
        <p:sp>
          <p:nvSpPr>
            <p:cNvPr id="880" name="文本框 879">
              <a:extLst>
                <a:ext uri="{FF2B5EF4-FFF2-40B4-BE49-F238E27FC236}">
                  <a16:creationId xmlns:a16="http://schemas.microsoft.com/office/drawing/2014/main" id="{87C10C51-7992-2848-C9E5-0BAABDA9AA7D}"/>
                </a:ext>
              </a:extLst>
            </p:cNvPr>
            <p:cNvSpPr txBox="1"/>
            <p:nvPr/>
          </p:nvSpPr>
          <p:spPr>
            <a:xfrm rot="1800471">
              <a:off x="3314379" y="4239812"/>
              <a:ext cx="1116570" cy="363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i="1" dirty="0"/>
                <a:t>芯片热源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89" name="墨迹 888">
                  <a:extLst>
                    <a:ext uri="{FF2B5EF4-FFF2-40B4-BE49-F238E27FC236}">
                      <a16:creationId xmlns:a16="http://schemas.microsoft.com/office/drawing/2014/main" id="{110A6669-51DA-A863-F39F-9055520E061C}"/>
                    </a:ext>
                  </a:extLst>
                </p14:cNvPr>
                <p14:cNvContentPartPr/>
                <p14:nvPr/>
              </p14:nvContentPartPr>
              <p14:xfrm>
                <a:off x="1428600" y="1447620"/>
                <a:ext cx="360" cy="360"/>
              </p14:xfrm>
            </p:contentPart>
          </mc:Choice>
          <mc:Fallback xmlns="">
            <p:pic>
              <p:nvPicPr>
                <p:cNvPr id="889" name="墨迹 888">
                  <a:extLst>
                    <a:ext uri="{FF2B5EF4-FFF2-40B4-BE49-F238E27FC236}">
                      <a16:creationId xmlns:a16="http://schemas.microsoft.com/office/drawing/2014/main" id="{110A6669-51DA-A863-F39F-9055520E06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22480" y="14415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92" name="墨迹 891">
                  <a:extLst>
                    <a:ext uri="{FF2B5EF4-FFF2-40B4-BE49-F238E27FC236}">
                      <a16:creationId xmlns:a16="http://schemas.microsoft.com/office/drawing/2014/main" id="{B2A14FDD-8D80-312D-A82C-4D3E40709A37}"/>
                    </a:ext>
                  </a:extLst>
                </p14:cNvPr>
                <p14:cNvContentPartPr/>
                <p14:nvPr/>
              </p14:nvContentPartPr>
              <p14:xfrm>
                <a:off x="3255838" y="1822063"/>
                <a:ext cx="297720" cy="222120"/>
              </p14:xfrm>
            </p:contentPart>
          </mc:Choice>
          <mc:Fallback xmlns="">
            <p:pic>
              <p:nvPicPr>
                <p:cNvPr id="892" name="墨迹 891">
                  <a:extLst>
                    <a:ext uri="{FF2B5EF4-FFF2-40B4-BE49-F238E27FC236}">
                      <a16:creationId xmlns:a16="http://schemas.microsoft.com/office/drawing/2014/main" id="{B2A14FDD-8D80-312D-A82C-4D3E40709A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01838" y="1714423"/>
                  <a:ext cx="4053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93" name="墨迹 892">
                  <a:extLst>
                    <a:ext uri="{FF2B5EF4-FFF2-40B4-BE49-F238E27FC236}">
                      <a16:creationId xmlns:a16="http://schemas.microsoft.com/office/drawing/2014/main" id="{81B029BB-D00A-35E7-4B77-89F9C3556994}"/>
                    </a:ext>
                  </a:extLst>
                </p14:cNvPr>
                <p14:cNvContentPartPr/>
                <p14:nvPr/>
              </p14:nvContentPartPr>
              <p14:xfrm>
                <a:off x="3728878" y="2111143"/>
                <a:ext cx="360" cy="360"/>
              </p14:xfrm>
            </p:contentPart>
          </mc:Choice>
          <mc:Fallback xmlns="">
            <p:pic>
              <p:nvPicPr>
                <p:cNvPr id="893" name="墨迹 892">
                  <a:extLst>
                    <a:ext uri="{FF2B5EF4-FFF2-40B4-BE49-F238E27FC236}">
                      <a16:creationId xmlns:a16="http://schemas.microsoft.com/office/drawing/2014/main" id="{81B029BB-D00A-35E7-4B77-89F9C35569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93238" y="2039503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94" name="墨迹 893">
                  <a:extLst>
                    <a:ext uri="{FF2B5EF4-FFF2-40B4-BE49-F238E27FC236}">
                      <a16:creationId xmlns:a16="http://schemas.microsoft.com/office/drawing/2014/main" id="{1181D5F2-94F8-5D47-AAE5-8D9856A2A407}"/>
                    </a:ext>
                  </a:extLst>
                </p14:cNvPr>
                <p14:cNvContentPartPr/>
                <p14:nvPr/>
              </p14:nvContentPartPr>
              <p14:xfrm>
                <a:off x="3138118" y="1940503"/>
                <a:ext cx="595440" cy="253440"/>
              </p14:xfrm>
            </p:contentPart>
          </mc:Choice>
          <mc:Fallback xmlns="">
            <p:pic>
              <p:nvPicPr>
                <p:cNvPr id="894" name="墨迹 893">
                  <a:extLst>
                    <a:ext uri="{FF2B5EF4-FFF2-40B4-BE49-F238E27FC236}">
                      <a16:creationId xmlns:a16="http://schemas.microsoft.com/office/drawing/2014/main" id="{1181D5F2-94F8-5D47-AAE5-8D9856A2A4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02478" y="1868863"/>
                  <a:ext cx="6670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95" name="墨迹 894">
                  <a:extLst>
                    <a:ext uri="{FF2B5EF4-FFF2-40B4-BE49-F238E27FC236}">
                      <a16:creationId xmlns:a16="http://schemas.microsoft.com/office/drawing/2014/main" id="{FBBD220B-5309-4227-B8B4-B7908C788ECC}"/>
                    </a:ext>
                  </a:extLst>
                </p14:cNvPr>
                <p14:cNvContentPartPr/>
                <p14:nvPr/>
              </p14:nvContentPartPr>
              <p14:xfrm>
                <a:off x="3470038" y="1924303"/>
                <a:ext cx="439920" cy="324000"/>
              </p14:xfrm>
            </p:contentPart>
          </mc:Choice>
          <mc:Fallback xmlns="">
            <p:pic>
              <p:nvPicPr>
                <p:cNvPr id="895" name="墨迹 894">
                  <a:extLst>
                    <a:ext uri="{FF2B5EF4-FFF2-40B4-BE49-F238E27FC236}">
                      <a16:creationId xmlns:a16="http://schemas.microsoft.com/office/drawing/2014/main" id="{FBBD220B-5309-4227-B8B4-B7908C788E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34398" y="1852663"/>
                  <a:ext cx="5115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96" name="墨迹 895">
                  <a:extLst>
                    <a:ext uri="{FF2B5EF4-FFF2-40B4-BE49-F238E27FC236}">
                      <a16:creationId xmlns:a16="http://schemas.microsoft.com/office/drawing/2014/main" id="{9BAFAC73-BBC0-5BFA-E6A2-6BFCD6DEAEB0}"/>
                    </a:ext>
                  </a:extLst>
                </p14:cNvPr>
                <p14:cNvContentPartPr/>
                <p14:nvPr/>
              </p14:nvContentPartPr>
              <p14:xfrm>
                <a:off x="3137398" y="1705423"/>
                <a:ext cx="55440" cy="115920"/>
              </p14:xfrm>
            </p:contentPart>
          </mc:Choice>
          <mc:Fallback xmlns="">
            <p:pic>
              <p:nvPicPr>
                <p:cNvPr id="896" name="墨迹 895">
                  <a:extLst>
                    <a:ext uri="{FF2B5EF4-FFF2-40B4-BE49-F238E27FC236}">
                      <a16:creationId xmlns:a16="http://schemas.microsoft.com/office/drawing/2014/main" id="{9BAFAC73-BBC0-5BFA-E6A2-6BFCD6DEAE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01758" y="1633423"/>
                  <a:ext cx="1270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97" name="墨迹 896">
                  <a:extLst>
                    <a:ext uri="{FF2B5EF4-FFF2-40B4-BE49-F238E27FC236}">
                      <a16:creationId xmlns:a16="http://schemas.microsoft.com/office/drawing/2014/main" id="{3B0B3DAB-9838-8819-52F6-C9D1BB0551FC}"/>
                    </a:ext>
                  </a:extLst>
                </p14:cNvPr>
                <p14:cNvContentPartPr/>
                <p14:nvPr/>
              </p14:nvContentPartPr>
              <p14:xfrm>
                <a:off x="3154318" y="1707943"/>
                <a:ext cx="795960" cy="472680"/>
              </p14:xfrm>
            </p:contentPart>
          </mc:Choice>
          <mc:Fallback xmlns="">
            <p:pic>
              <p:nvPicPr>
                <p:cNvPr id="897" name="墨迹 896">
                  <a:extLst>
                    <a:ext uri="{FF2B5EF4-FFF2-40B4-BE49-F238E27FC236}">
                      <a16:creationId xmlns:a16="http://schemas.microsoft.com/office/drawing/2014/main" id="{3B0B3DAB-9838-8819-52F6-C9D1BB0551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18318" y="1635943"/>
                  <a:ext cx="8676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98" name="墨迹 897">
                  <a:extLst>
                    <a:ext uri="{FF2B5EF4-FFF2-40B4-BE49-F238E27FC236}">
                      <a16:creationId xmlns:a16="http://schemas.microsoft.com/office/drawing/2014/main" id="{C444FA4F-AFA6-780B-2F27-D1876D6107B8}"/>
                    </a:ext>
                  </a:extLst>
                </p14:cNvPr>
                <p14:cNvContentPartPr/>
                <p14:nvPr/>
              </p14:nvContentPartPr>
              <p14:xfrm>
                <a:off x="3299758" y="1817743"/>
                <a:ext cx="648720" cy="360360"/>
              </p14:xfrm>
            </p:contentPart>
          </mc:Choice>
          <mc:Fallback xmlns="">
            <p:pic>
              <p:nvPicPr>
                <p:cNvPr id="898" name="墨迹 897">
                  <a:extLst>
                    <a:ext uri="{FF2B5EF4-FFF2-40B4-BE49-F238E27FC236}">
                      <a16:creationId xmlns:a16="http://schemas.microsoft.com/office/drawing/2014/main" id="{C444FA4F-AFA6-780B-2F27-D1876D6107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64118" y="1746103"/>
                  <a:ext cx="7203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99" name="墨迹 898">
                  <a:extLst>
                    <a:ext uri="{FF2B5EF4-FFF2-40B4-BE49-F238E27FC236}">
                      <a16:creationId xmlns:a16="http://schemas.microsoft.com/office/drawing/2014/main" id="{0576486C-4473-3009-6205-5CE5291F7047}"/>
                    </a:ext>
                  </a:extLst>
                </p14:cNvPr>
                <p14:cNvContentPartPr/>
                <p14:nvPr/>
              </p14:nvContentPartPr>
              <p14:xfrm>
                <a:off x="3941638" y="2182063"/>
                <a:ext cx="153720" cy="139680"/>
              </p14:xfrm>
            </p:contentPart>
          </mc:Choice>
          <mc:Fallback xmlns="">
            <p:pic>
              <p:nvPicPr>
                <p:cNvPr id="899" name="墨迹 898">
                  <a:extLst>
                    <a:ext uri="{FF2B5EF4-FFF2-40B4-BE49-F238E27FC236}">
                      <a16:creationId xmlns:a16="http://schemas.microsoft.com/office/drawing/2014/main" id="{0576486C-4473-3009-6205-5CE5291F70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5998" y="2110423"/>
                  <a:ext cx="2253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00" name="墨迹 899">
                  <a:extLst>
                    <a:ext uri="{FF2B5EF4-FFF2-40B4-BE49-F238E27FC236}">
                      <a16:creationId xmlns:a16="http://schemas.microsoft.com/office/drawing/2014/main" id="{5D692414-1855-CFE4-5B51-B8A41C0E8FA0}"/>
                    </a:ext>
                  </a:extLst>
                </p14:cNvPr>
                <p14:cNvContentPartPr/>
                <p14:nvPr/>
              </p14:nvContentPartPr>
              <p14:xfrm>
                <a:off x="3896998" y="2223823"/>
                <a:ext cx="360" cy="360"/>
              </p14:xfrm>
            </p:contentPart>
          </mc:Choice>
          <mc:Fallback xmlns="">
            <p:pic>
              <p:nvPicPr>
                <p:cNvPr id="900" name="墨迹 899">
                  <a:extLst>
                    <a:ext uri="{FF2B5EF4-FFF2-40B4-BE49-F238E27FC236}">
                      <a16:creationId xmlns:a16="http://schemas.microsoft.com/office/drawing/2014/main" id="{5D692414-1855-CFE4-5B51-B8A41C0E8F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79358" y="2188183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02" name="墨迹 901">
                  <a:extLst>
                    <a:ext uri="{FF2B5EF4-FFF2-40B4-BE49-F238E27FC236}">
                      <a16:creationId xmlns:a16="http://schemas.microsoft.com/office/drawing/2014/main" id="{22418160-613C-9F59-B307-05053D15F0E4}"/>
                    </a:ext>
                  </a:extLst>
                </p14:cNvPr>
                <p14:cNvContentPartPr/>
                <p14:nvPr/>
              </p14:nvContentPartPr>
              <p14:xfrm>
                <a:off x="3733558" y="2009623"/>
                <a:ext cx="216360" cy="123840"/>
              </p14:xfrm>
            </p:contentPart>
          </mc:Choice>
          <mc:Fallback xmlns="">
            <p:pic>
              <p:nvPicPr>
                <p:cNvPr id="902" name="墨迹 901">
                  <a:extLst>
                    <a:ext uri="{FF2B5EF4-FFF2-40B4-BE49-F238E27FC236}">
                      <a16:creationId xmlns:a16="http://schemas.microsoft.com/office/drawing/2014/main" id="{22418160-613C-9F59-B307-05053D15F0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15588" y="1973623"/>
                  <a:ext cx="251941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05" name="墨迹 904">
                  <a:extLst>
                    <a:ext uri="{FF2B5EF4-FFF2-40B4-BE49-F238E27FC236}">
                      <a16:creationId xmlns:a16="http://schemas.microsoft.com/office/drawing/2014/main" id="{FBEF9F39-0D23-A4F4-0091-998FF7734C13}"/>
                    </a:ext>
                  </a:extLst>
                </p14:cNvPr>
                <p14:cNvContentPartPr/>
                <p14:nvPr/>
              </p14:nvContentPartPr>
              <p14:xfrm>
                <a:off x="3565438" y="1908103"/>
                <a:ext cx="182880" cy="105120"/>
              </p14:xfrm>
            </p:contentPart>
          </mc:Choice>
          <mc:Fallback xmlns="">
            <p:pic>
              <p:nvPicPr>
                <p:cNvPr id="905" name="墨迹 904">
                  <a:extLst>
                    <a:ext uri="{FF2B5EF4-FFF2-40B4-BE49-F238E27FC236}">
                      <a16:creationId xmlns:a16="http://schemas.microsoft.com/office/drawing/2014/main" id="{FBEF9F39-0D23-A4F4-0091-998FF7734C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47438" y="1872103"/>
                  <a:ext cx="218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06" name="墨迹 905">
                  <a:extLst>
                    <a:ext uri="{FF2B5EF4-FFF2-40B4-BE49-F238E27FC236}">
                      <a16:creationId xmlns:a16="http://schemas.microsoft.com/office/drawing/2014/main" id="{6C44AADB-C151-756F-D7BD-A57F53A8137C}"/>
                    </a:ext>
                  </a:extLst>
                </p14:cNvPr>
                <p14:cNvContentPartPr/>
                <p14:nvPr/>
              </p14:nvContentPartPr>
              <p14:xfrm>
                <a:off x="3540598" y="1894783"/>
                <a:ext cx="9360" cy="3960"/>
              </p14:xfrm>
            </p:contentPart>
          </mc:Choice>
          <mc:Fallback xmlns="">
            <p:pic>
              <p:nvPicPr>
                <p:cNvPr id="906" name="墨迹 905">
                  <a:extLst>
                    <a:ext uri="{FF2B5EF4-FFF2-40B4-BE49-F238E27FC236}">
                      <a16:creationId xmlns:a16="http://schemas.microsoft.com/office/drawing/2014/main" id="{6C44AADB-C151-756F-D7BD-A57F53A813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22598" y="1859143"/>
                  <a:ext cx="45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07" name="墨迹 906">
                  <a:extLst>
                    <a:ext uri="{FF2B5EF4-FFF2-40B4-BE49-F238E27FC236}">
                      <a16:creationId xmlns:a16="http://schemas.microsoft.com/office/drawing/2014/main" id="{9E7342D3-A6B0-393C-6C2A-2B30FCF75667}"/>
                    </a:ext>
                  </a:extLst>
                </p14:cNvPr>
                <p14:cNvContentPartPr/>
                <p14:nvPr/>
              </p14:nvContentPartPr>
              <p14:xfrm>
                <a:off x="3286078" y="1742863"/>
                <a:ext cx="360" cy="360"/>
              </p14:xfrm>
            </p:contentPart>
          </mc:Choice>
          <mc:Fallback xmlns="">
            <p:pic>
              <p:nvPicPr>
                <p:cNvPr id="907" name="墨迹 906">
                  <a:extLst>
                    <a:ext uri="{FF2B5EF4-FFF2-40B4-BE49-F238E27FC236}">
                      <a16:creationId xmlns:a16="http://schemas.microsoft.com/office/drawing/2014/main" id="{9E7342D3-A6B0-393C-6C2A-2B30FCF756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8078" y="1707223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09" name="墨迹 908">
                  <a:extLst>
                    <a:ext uri="{FF2B5EF4-FFF2-40B4-BE49-F238E27FC236}">
                      <a16:creationId xmlns:a16="http://schemas.microsoft.com/office/drawing/2014/main" id="{9685B5C7-A69C-5CC3-F59D-587468E0E6A4}"/>
                    </a:ext>
                  </a:extLst>
                </p14:cNvPr>
                <p14:cNvContentPartPr/>
                <p14:nvPr/>
              </p14:nvContentPartPr>
              <p14:xfrm>
                <a:off x="3382918" y="1793623"/>
                <a:ext cx="173520" cy="111240"/>
              </p14:xfrm>
            </p:contentPart>
          </mc:Choice>
          <mc:Fallback xmlns="">
            <p:pic>
              <p:nvPicPr>
                <p:cNvPr id="909" name="墨迹 908">
                  <a:extLst>
                    <a:ext uri="{FF2B5EF4-FFF2-40B4-BE49-F238E27FC236}">
                      <a16:creationId xmlns:a16="http://schemas.microsoft.com/office/drawing/2014/main" id="{9685B5C7-A69C-5CC3-F59D-587468E0E6A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64918" y="1757983"/>
                  <a:ext cx="209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10" name="墨迹 909">
                  <a:extLst>
                    <a:ext uri="{FF2B5EF4-FFF2-40B4-BE49-F238E27FC236}">
                      <a16:creationId xmlns:a16="http://schemas.microsoft.com/office/drawing/2014/main" id="{3A6DC75F-7397-DD09-771C-987110736617}"/>
                    </a:ext>
                  </a:extLst>
                </p14:cNvPr>
                <p14:cNvContentPartPr/>
                <p14:nvPr/>
              </p14:nvContentPartPr>
              <p14:xfrm>
                <a:off x="3484438" y="1859503"/>
                <a:ext cx="82800" cy="48960"/>
              </p14:xfrm>
            </p:contentPart>
          </mc:Choice>
          <mc:Fallback xmlns="">
            <p:pic>
              <p:nvPicPr>
                <p:cNvPr id="910" name="墨迹 909">
                  <a:extLst>
                    <a:ext uri="{FF2B5EF4-FFF2-40B4-BE49-F238E27FC236}">
                      <a16:creationId xmlns:a16="http://schemas.microsoft.com/office/drawing/2014/main" id="{3A6DC75F-7397-DD09-771C-98711073661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66438" y="1823863"/>
                  <a:ext cx="118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11" name="墨迹 910">
                  <a:extLst>
                    <a:ext uri="{FF2B5EF4-FFF2-40B4-BE49-F238E27FC236}">
                      <a16:creationId xmlns:a16="http://schemas.microsoft.com/office/drawing/2014/main" id="{8271A894-E26A-11AA-5F67-62824D892296}"/>
                    </a:ext>
                  </a:extLst>
                </p14:cNvPr>
                <p14:cNvContentPartPr/>
                <p14:nvPr/>
              </p14:nvContentPartPr>
              <p14:xfrm>
                <a:off x="3430438" y="1927183"/>
                <a:ext cx="360" cy="23760"/>
              </p14:xfrm>
            </p:contentPart>
          </mc:Choice>
          <mc:Fallback xmlns="">
            <p:pic>
              <p:nvPicPr>
                <p:cNvPr id="911" name="墨迹 910">
                  <a:extLst>
                    <a:ext uri="{FF2B5EF4-FFF2-40B4-BE49-F238E27FC236}">
                      <a16:creationId xmlns:a16="http://schemas.microsoft.com/office/drawing/2014/main" id="{8271A894-E26A-11AA-5F67-62824D8922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12438" y="1891183"/>
                  <a:ext cx="36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12" name="墨迹 911">
                  <a:extLst>
                    <a:ext uri="{FF2B5EF4-FFF2-40B4-BE49-F238E27FC236}">
                      <a16:creationId xmlns:a16="http://schemas.microsoft.com/office/drawing/2014/main" id="{356D3278-D305-4073-79A6-035CFB7E67D0}"/>
                    </a:ext>
                  </a:extLst>
                </p14:cNvPr>
                <p14:cNvContentPartPr/>
                <p14:nvPr/>
              </p14:nvContentPartPr>
              <p14:xfrm>
                <a:off x="3117598" y="1620823"/>
                <a:ext cx="3600" cy="43200"/>
              </p14:xfrm>
            </p:contentPart>
          </mc:Choice>
          <mc:Fallback xmlns="">
            <p:pic>
              <p:nvPicPr>
                <p:cNvPr id="912" name="墨迹 911">
                  <a:extLst>
                    <a:ext uri="{FF2B5EF4-FFF2-40B4-BE49-F238E27FC236}">
                      <a16:creationId xmlns:a16="http://schemas.microsoft.com/office/drawing/2014/main" id="{356D3278-D305-4073-79A6-035CFB7E67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99958" y="1584823"/>
                  <a:ext cx="39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13" name="墨迹 912">
                  <a:extLst>
                    <a:ext uri="{FF2B5EF4-FFF2-40B4-BE49-F238E27FC236}">
                      <a16:creationId xmlns:a16="http://schemas.microsoft.com/office/drawing/2014/main" id="{A5388B96-67CF-AE2F-206A-3EC058808D12}"/>
                    </a:ext>
                  </a:extLst>
                </p14:cNvPr>
                <p14:cNvContentPartPr/>
                <p14:nvPr/>
              </p14:nvContentPartPr>
              <p14:xfrm>
                <a:off x="3127318" y="1636663"/>
                <a:ext cx="258120" cy="163440"/>
              </p14:xfrm>
            </p:contentPart>
          </mc:Choice>
          <mc:Fallback xmlns="">
            <p:pic>
              <p:nvPicPr>
                <p:cNvPr id="913" name="墨迹 912">
                  <a:extLst>
                    <a:ext uri="{FF2B5EF4-FFF2-40B4-BE49-F238E27FC236}">
                      <a16:creationId xmlns:a16="http://schemas.microsoft.com/office/drawing/2014/main" id="{A5388B96-67CF-AE2F-206A-3EC058808D1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09318" y="1600663"/>
                  <a:ext cx="293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14" name="墨迹 913">
                  <a:extLst>
                    <a:ext uri="{FF2B5EF4-FFF2-40B4-BE49-F238E27FC236}">
                      <a16:creationId xmlns:a16="http://schemas.microsoft.com/office/drawing/2014/main" id="{A9AEBEF3-404A-E386-7621-19AA4EB7ECB0}"/>
                    </a:ext>
                  </a:extLst>
                </p14:cNvPr>
                <p14:cNvContentPartPr/>
                <p14:nvPr/>
              </p14:nvContentPartPr>
              <p14:xfrm>
                <a:off x="3286078" y="2078023"/>
                <a:ext cx="1080" cy="7560"/>
              </p14:xfrm>
            </p:contentPart>
          </mc:Choice>
          <mc:Fallback xmlns="">
            <p:pic>
              <p:nvPicPr>
                <p:cNvPr id="914" name="墨迹 913">
                  <a:extLst>
                    <a:ext uri="{FF2B5EF4-FFF2-40B4-BE49-F238E27FC236}">
                      <a16:creationId xmlns:a16="http://schemas.microsoft.com/office/drawing/2014/main" id="{A9AEBEF3-404A-E386-7621-19AA4EB7EC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68078" y="2042023"/>
                  <a:ext cx="36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15" name="墨迹 914">
                  <a:extLst>
                    <a:ext uri="{FF2B5EF4-FFF2-40B4-BE49-F238E27FC236}">
                      <a16:creationId xmlns:a16="http://schemas.microsoft.com/office/drawing/2014/main" id="{EF800B24-E353-73AD-54A1-82CFF3889B8C}"/>
                    </a:ext>
                  </a:extLst>
                </p14:cNvPr>
                <p14:cNvContentPartPr/>
                <p14:nvPr/>
              </p14:nvContentPartPr>
              <p14:xfrm>
                <a:off x="3338278" y="2117623"/>
                <a:ext cx="951480" cy="308520"/>
              </p14:xfrm>
            </p:contentPart>
          </mc:Choice>
          <mc:Fallback xmlns="">
            <p:pic>
              <p:nvPicPr>
                <p:cNvPr id="915" name="墨迹 914">
                  <a:extLst>
                    <a:ext uri="{FF2B5EF4-FFF2-40B4-BE49-F238E27FC236}">
                      <a16:creationId xmlns:a16="http://schemas.microsoft.com/office/drawing/2014/main" id="{EF800B24-E353-73AD-54A1-82CFF3889B8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20638" y="2081623"/>
                  <a:ext cx="987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16" name="墨迹 915">
                  <a:extLst>
                    <a:ext uri="{FF2B5EF4-FFF2-40B4-BE49-F238E27FC236}">
                      <a16:creationId xmlns:a16="http://schemas.microsoft.com/office/drawing/2014/main" id="{FDD6521C-863E-5392-2AD0-BDDD3F98B87F}"/>
                    </a:ext>
                  </a:extLst>
                </p14:cNvPr>
                <p14:cNvContentPartPr/>
                <p14:nvPr/>
              </p14:nvContentPartPr>
              <p14:xfrm>
                <a:off x="3563638" y="1894423"/>
                <a:ext cx="284400" cy="171000"/>
              </p14:xfrm>
            </p:contentPart>
          </mc:Choice>
          <mc:Fallback xmlns="">
            <p:pic>
              <p:nvPicPr>
                <p:cNvPr id="916" name="墨迹 915">
                  <a:extLst>
                    <a:ext uri="{FF2B5EF4-FFF2-40B4-BE49-F238E27FC236}">
                      <a16:creationId xmlns:a16="http://schemas.microsoft.com/office/drawing/2014/main" id="{FDD6521C-863E-5392-2AD0-BDDD3F98B87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45998" y="1858783"/>
                  <a:ext cx="320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17" name="墨迹 916">
                  <a:extLst>
                    <a:ext uri="{FF2B5EF4-FFF2-40B4-BE49-F238E27FC236}">
                      <a16:creationId xmlns:a16="http://schemas.microsoft.com/office/drawing/2014/main" id="{F4BF15D4-B182-6D6B-92AE-6A71F9CA80AE}"/>
                    </a:ext>
                  </a:extLst>
                </p14:cNvPr>
                <p14:cNvContentPartPr/>
                <p14:nvPr/>
              </p14:nvContentPartPr>
              <p14:xfrm>
                <a:off x="3471838" y="1843663"/>
                <a:ext cx="22320" cy="18360"/>
              </p14:xfrm>
            </p:contentPart>
          </mc:Choice>
          <mc:Fallback xmlns="">
            <p:pic>
              <p:nvPicPr>
                <p:cNvPr id="917" name="墨迹 916">
                  <a:extLst>
                    <a:ext uri="{FF2B5EF4-FFF2-40B4-BE49-F238E27FC236}">
                      <a16:creationId xmlns:a16="http://schemas.microsoft.com/office/drawing/2014/main" id="{F4BF15D4-B182-6D6B-92AE-6A71F9CA80A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54198" y="1808023"/>
                  <a:ext cx="57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19" name="墨迹 918">
                  <a:extLst>
                    <a:ext uri="{FF2B5EF4-FFF2-40B4-BE49-F238E27FC236}">
                      <a16:creationId xmlns:a16="http://schemas.microsoft.com/office/drawing/2014/main" id="{11A59033-7151-9690-0B12-0DD2B55150C3}"/>
                    </a:ext>
                  </a:extLst>
                </p14:cNvPr>
                <p14:cNvContentPartPr/>
                <p14:nvPr/>
              </p14:nvContentPartPr>
              <p14:xfrm>
                <a:off x="3949558" y="2122303"/>
                <a:ext cx="316080" cy="181440"/>
              </p14:xfrm>
            </p:contentPart>
          </mc:Choice>
          <mc:Fallback xmlns="">
            <p:pic>
              <p:nvPicPr>
                <p:cNvPr id="919" name="墨迹 918">
                  <a:extLst>
                    <a:ext uri="{FF2B5EF4-FFF2-40B4-BE49-F238E27FC236}">
                      <a16:creationId xmlns:a16="http://schemas.microsoft.com/office/drawing/2014/main" id="{11A59033-7151-9690-0B12-0DD2B55150C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31558" y="2086303"/>
                  <a:ext cx="3517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20" name="墨迹 919">
                  <a:extLst>
                    <a:ext uri="{FF2B5EF4-FFF2-40B4-BE49-F238E27FC236}">
                      <a16:creationId xmlns:a16="http://schemas.microsoft.com/office/drawing/2014/main" id="{1BEB0198-80BE-CD9F-0176-E4745B88F2D6}"/>
                    </a:ext>
                  </a:extLst>
                </p14:cNvPr>
                <p14:cNvContentPartPr/>
                <p14:nvPr/>
              </p14:nvContentPartPr>
              <p14:xfrm>
                <a:off x="4262398" y="2304823"/>
                <a:ext cx="309960" cy="188280"/>
              </p14:xfrm>
            </p:contentPart>
          </mc:Choice>
          <mc:Fallback xmlns="">
            <p:pic>
              <p:nvPicPr>
                <p:cNvPr id="920" name="墨迹 919">
                  <a:extLst>
                    <a:ext uri="{FF2B5EF4-FFF2-40B4-BE49-F238E27FC236}">
                      <a16:creationId xmlns:a16="http://schemas.microsoft.com/office/drawing/2014/main" id="{1BEB0198-80BE-CD9F-0176-E4745B88F2D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44398" y="2269183"/>
                  <a:ext cx="345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21" name="墨迹 920">
                  <a:extLst>
                    <a:ext uri="{FF2B5EF4-FFF2-40B4-BE49-F238E27FC236}">
                      <a16:creationId xmlns:a16="http://schemas.microsoft.com/office/drawing/2014/main" id="{F15C886E-64F8-2C9B-1068-43089D4DEBC0}"/>
                    </a:ext>
                  </a:extLst>
                </p14:cNvPr>
                <p14:cNvContentPartPr/>
                <p14:nvPr/>
              </p14:nvContentPartPr>
              <p14:xfrm>
                <a:off x="4090620" y="2374430"/>
                <a:ext cx="625680" cy="317520"/>
              </p14:xfrm>
            </p:contentPart>
          </mc:Choice>
          <mc:Fallback xmlns="">
            <p:pic>
              <p:nvPicPr>
                <p:cNvPr id="921" name="墨迹 920">
                  <a:extLst>
                    <a:ext uri="{FF2B5EF4-FFF2-40B4-BE49-F238E27FC236}">
                      <a16:creationId xmlns:a16="http://schemas.microsoft.com/office/drawing/2014/main" id="{F15C886E-64F8-2C9B-1068-43089D4DEB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72980" y="2338790"/>
                  <a:ext cx="6613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22" name="墨迹 921">
                  <a:extLst>
                    <a:ext uri="{FF2B5EF4-FFF2-40B4-BE49-F238E27FC236}">
                      <a16:creationId xmlns:a16="http://schemas.microsoft.com/office/drawing/2014/main" id="{8E2B8556-0774-096A-2037-9B11367ACB9B}"/>
                    </a:ext>
                  </a:extLst>
                </p14:cNvPr>
                <p14:cNvContentPartPr/>
                <p14:nvPr/>
              </p14:nvContentPartPr>
              <p14:xfrm>
                <a:off x="3678480" y="2317727"/>
                <a:ext cx="549000" cy="339840"/>
              </p14:xfrm>
            </p:contentPart>
          </mc:Choice>
          <mc:Fallback xmlns="">
            <p:pic>
              <p:nvPicPr>
                <p:cNvPr id="922" name="墨迹 921">
                  <a:extLst>
                    <a:ext uri="{FF2B5EF4-FFF2-40B4-BE49-F238E27FC236}">
                      <a16:creationId xmlns:a16="http://schemas.microsoft.com/office/drawing/2014/main" id="{8E2B8556-0774-096A-2037-9B11367ACB9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660840" y="2281727"/>
                  <a:ext cx="584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23" name="墨迹 922">
                  <a:extLst>
                    <a:ext uri="{FF2B5EF4-FFF2-40B4-BE49-F238E27FC236}">
                      <a16:creationId xmlns:a16="http://schemas.microsoft.com/office/drawing/2014/main" id="{3AA77C5B-A182-267E-0F3A-986FB403BCC2}"/>
                    </a:ext>
                  </a:extLst>
                </p14:cNvPr>
                <p14:cNvContentPartPr/>
                <p14:nvPr/>
              </p14:nvContentPartPr>
              <p14:xfrm>
                <a:off x="3911400" y="2404487"/>
                <a:ext cx="321120" cy="149760"/>
              </p14:xfrm>
            </p:contentPart>
          </mc:Choice>
          <mc:Fallback xmlns="">
            <p:pic>
              <p:nvPicPr>
                <p:cNvPr id="923" name="墨迹 922">
                  <a:extLst>
                    <a:ext uri="{FF2B5EF4-FFF2-40B4-BE49-F238E27FC236}">
                      <a16:creationId xmlns:a16="http://schemas.microsoft.com/office/drawing/2014/main" id="{3AA77C5B-A182-267E-0F3A-986FB403BCC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93400" y="2368487"/>
                  <a:ext cx="356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26" name="墨迹 925">
                  <a:extLst>
                    <a:ext uri="{FF2B5EF4-FFF2-40B4-BE49-F238E27FC236}">
                      <a16:creationId xmlns:a16="http://schemas.microsoft.com/office/drawing/2014/main" id="{07BF2A19-5DD1-A2FE-BACD-6B071979858D}"/>
                    </a:ext>
                  </a:extLst>
                </p14:cNvPr>
                <p14:cNvContentPartPr/>
                <p14:nvPr/>
              </p14:nvContentPartPr>
              <p14:xfrm>
                <a:off x="4163045" y="2546160"/>
                <a:ext cx="380160" cy="285480"/>
              </p14:xfrm>
            </p:contentPart>
          </mc:Choice>
          <mc:Fallback xmlns="">
            <p:pic>
              <p:nvPicPr>
                <p:cNvPr id="926" name="墨迹 925">
                  <a:extLst>
                    <a:ext uri="{FF2B5EF4-FFF2-40B4-BE49-F238E27FC236}">
                      <a16:creationId xmlns:a16="http://schemas.microsoft.com/office/drawing/2014/main" id="{07BF2A19-5DD1-A2FE-BACD-6B071979858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145045" y="2510160"/>
                  <a:ext cx="415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27" name="墨迹 926">
                  <a:extLst>
                    <a:ext uri="{FF2B5EF4-FFF2-40B4-BE49-F238E27FC236}">
                      <a16:creationId xmlns:a16="http://schemas.microsoft.com/office/drawing/2014/main" id="{0A6C467E-9C17-A71B-4904-DC085D4E2072}"/>
                    </a:ext>
                  </a:extLst>
                </p14:cNvPr>
                <p14:cNvContentPartPr/>
                <p14:nvPr/>
              </p14:nvContentPartPr>
              <p14:xfrm>
                <a:off x="4568765" y="2727240"/>
                <a:ext cx="360" cy="360"/>
              </p14:xfrm>
            </p:contentPart>
          </mc:Choice>
          <mc:Fallback xmlns="">
            <p:pic>
              <p:nvPicPr>
                <p:cNvPr id="927" name="墨迹 926">
                  <a:extLst>
                    <a:ext uri="{FF2B5EF4-FFF2-40B4-BE49-F238E27FC236}">
                      <a16:creationId xmlns:a16="http://schemas.microsoft.com/office/drawing/2014/main" id="{0A6C467E-9C17-A71B-4904-DC085D4E20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0765" y="2691240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28" name="墨迹 927">
                  <a:extLst>
                    <a:ext uri="{FF2B5EF4-FFF2-40B4-BE49-F238E27FC236}">
                      <a16:creationId xmlns:a16="http://schemas.microsoft.com/office/drawing/2014/main" id="{95F83FC9-F9BB-CBD4-18ED-C2C111519329}"/>
                    </a:ext>
                  </a:extLst>
                </p14:cNvPr>
                <p14:cNvContentPartPr/>
                <p14:nvPr/>
              </p14:nvContentPartPr>
              <p14:xfrm>
                <a:off x="4464005" y="2679720"/>
                <a:ext cx="235800" cy="131760"/>
              </p14:xfrm>
            </p:contentPart>
          </mc:Choice>
          <mc:Fallback xmlns="">
            <p:pic>
              <p:nvPicPr>
                <p:cNvPr id="928" name="墨迹 927">
                  <a:extLst>
                    <a:ext uri="{FF2B5EF4-FFF2-40B4-BE49-F238E27FC236}">
                      <a16:creationId xmlns:a16="http://schemas.microsoft.com/office/drawing/2014/main" id="{95F83FC9-F9BB-CBD4-18ED-C2C1115193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6005" y="2643720"/>
                  <a:ext cx="271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29" name="墨迹 928">
                  <a:extLst>
                    <a:ext uri="{FF2B5EF4-FFF2-40B4-BE49-F238E27FC236}">
                      <a16:creationId xmlns:a16="http://schemas.microsoft.com/office/drawing/2014/main" id="{11E577F5-DC05-3703-39A3-9BA02EC2D2ED}"/>
                    </a:ext>
                  </a:extLst>
                </p14:cNvPr>
                <p14:cNvContentPartPr/>
                <p14:nvPr/>
              </p14:nvContentPartPr>
              <p14:xfrm>
                <a:off x="4581365" y="2638320"/>
                <a:ext cx="207000" cy="154440"/>
              </p14:xfrm>
            </p:contentPart>
          </mc:Choice>
          <mc:Fallback xmlns="">
            <p:pic>
              <p:nvPicPr>
                <p:cNvPr id="929" name="墨迹 928">
                  <a:extLst>
                    <a:ext uri="{FF2B5EF4-FFF2-40B4-BE49-F238E27FC236}">
                      <a16:creationId xmlns:a16="http://schemas.microsoft.com/office/drawing/2014/main" id="{11E577F5-DC05-3703-39A3-9BA02EC2D2E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3725" y="2602680"/>
                  <a:ext cx="242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30" name="墨迹 929">
                  <a:extLst>
                    <a:ext uri="{FF2B5EF4-FFF2-40B4-BE49-F238E27FC236}">
                      <a16:creationId xmlns:a16="http://schemas.microsoft.com/office/drawing/2014/main" id="{8491EC1D-55AC-B1CC-3CDF-8486899D3665}"/>
                    </a:ext>
                  </a:extLst>
                </p14:cNvPr>
                <p14:cNvContentPartPr/>
                <p14:nvPr/>
              </p14:nvContentPartPr>
              <p14:xfrm>
                <a:off x="4616285" y="2679720"/>
                <a:ext cx="119880" cy="82440"/>
              </p14:xfrm>
            </p:contentPart>
          </mc:Choice>
          <mc:Fallback xmlns="">
            <p:pic>
              <p:nvPicPr>
                <p:cNvPr id="930" name="墨迹 929">
                  <a:extLst>
                    <a:ext uri="{FF2B5EF4-FFF2-40B4-BE49-F238E27FC236}">
                      <a16:creationId xmlns:a16="http://schemas.microsoft.com/office/drawing/2014/main" id="{8491EC1D-55AC-B1CC-3CDF-8486899D36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98645" y="2643720"/>
                  <a:ext cx="155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31" name="墨迹 930">
                  <a:extLst>
                    <a:ext uri="{FF2B5EF4-FFF2-40B4-BE49-F238E27FC236}">
                      <a16:creationId xmlns:a16="http://schemas.microsoft.com/office/drawing/2014/main" id="{49F0CA40-FB79-141C-5E2D-614B9D83E3BE}"/>
                    </a:ext>
                  </a:extLst>
                </p14:cNvPr>
                <p14:cNvContentPartPr/>
                <p14:nvPr/>
              </p14:nvContentPartPr>
              <p14:xfrm>
                <a:off x="4550045" y="2749560"/>
                <a:ext cx="300240" cy="262080"/>
              </p14:xfrm>
            </p:contentPart>
          </mc:Choice>
          <mc:Fallback xmlns="">
            <p:pic>
              <p:nvPicPr>
                <p:cNvPr id="931" name="墨迹 930">
                  <a:extLst>
                    <a:ext uri="{FF2B5EF4-FFF2-40B4-BE49-F238E27FC236}">
                      <a16:creationId xmlns:a16="http://schemas.microsoft.com/office/drawing/2014/main" id="{49F0CA40-FB79-141C-5E2D-614B9D83E3B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32045" y="2713560"/>
                  <a:ext cx="3358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33" name="墨迹 932">
                  <a:extLst>
                    <a:ext uri="{FF2B5EF4-FFF2-40B4-BE49-F238E27FC236}">
                      <a16:creationId xmlns:a16="http://schemas.microsoft.com/office/drawing/2014/main" id="{B334B739-CD17-D1F9-D158-173E766FFDC3}"/>
                    </a:ext>
                  </a:extLst>
                </p14:cNvPr>
                <p14:cNvContentPartPr/>
                <p14:nvPr/>
              </p14:nvContentPartPr>
              <p14:xfrm>
                <a:off x="4755965" y="2845320"/>
                <a:ext cx="68760" cy="106200"/>
              </p14:xfrm>
            </p:contentPart>
          </mc:Choice>
          <mc:Fallback xmlns="">
            <p:pic>
              <p:nvPicPr>
                <p:cNvPr id="933" name="墨迹 932">
                  <a:extLst>
                    <a:ext uri="{FF2B5EF4-FFF2-40B4-BE49-F238E27FC236}">
                      <a16:creationId xmlns:a16="http://schemas.microsoft.com/office/drawing/2014/main" id="{B334B739-CD17-D1F9-D158-173E766FFDC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37965" y="2809320"/>
                  <a:ext cx="104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35" name="墨迹 934">
                  <a:extLst>
                    <a:ext uri="{FF2B5EF4-FFF2-40B4-BE49-F238E27FC236}">
                      <a16:creationId xmlns:a16="http://schemas.microsoft.com/office/drawing/2014/main" id="{7EC07E36-368D-9A6C-F14D-72C7546DDB02}"/>
                    </a:ext>
                  </a:extLst>
                </p14:cNvPr>
                <p14:cNvContentPartPr/>
                <p14:nvPr/>
              </p14:nvContentPartPr>
              <p14:xfrm>
                <a:off x="4708445" y="2844600"/>
                <a:ext cx="149040" cy="98280"/>
              </p14:xfrm>
            </p:contentPart>
          </mc:Choice>
          <mc:Fallback xmlns="">
            <p:pic>
              <p:nvPicPr>
                <p:cNvPr id="935" name="墨迹 934">
                  <a:extLst>
                    <a:ext uri="{FF2B5EF4-FFF2-40B4-BE49-F238E27FC236}">
                      <a16:creationId xmlns:a16="http://schemas.microsoft.com/office/drawing/2014/main" id="{7EC07E36-368D-9A6C-F14D-72C7546DDB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90445" y="2808960"/>
                  <a:ext cx="184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36" name="墨迹 935">
                  <a:extLst>
                    <a:ext uri="{FF2B5EF4-FFF2-40B4-BE49-F238E27FC236}">
                      <a16:creationId xmlns:a16="http://schemas.microsoft.com/office/drawing/2014/main" id="{8BD85A7B-6021-FC00-BB69-37CB5939540D}"/>
                    </a:ext>
                  </a:extLst>
                </p14:cNvPr>
                <p14:cNvContentPartPr/>
                <p14:nvPr/>
              </p14:nvContentPartPr>
              <p14:xfrm>
                <a:off x="4733645" y="2943240"/>
                <a:ext cx="52560" cy="20880"/>
              </p14:xfrm>
            </p:contentPart>
          </mc:Choice>
          <mc:Fallback xmlns="">
            <p:pic>
              <p:nvPicPr>
                <p:cNvPr id="936" name="墨迹 935">
                  <a:extLst>
                    <a:ext uri="{FF2B5EF4-FFF2-40B4-BE49-F238E27FC236}">
                      <a16:creationId xmlns:a16="http://schemas.microsoft.com/office/drawing/2014/main" id="{8BD85A7B-6021-FC00-BB69-37CB593954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16005" y="2907240"/>
                  <a:ext cx="8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7" name="墨迹 936">
                  <a:extLst>
                    <a:ext uri="{FF2B5EF4-FFF2-40B4-BE49-F238E27FC236}">
                      <a16:creationId xmlns:a16="http://schemas.microsoft.com/office/drawing/2014/main" id="{08306C3E-C413-9132-CD15-315D32C7287F}"/>
                    </a:ext>
                  </a:extLst>
                </p14:cNvPr>
                <p14:cNvContentPartPr/>
                <p14:nvPr/>
              </p14:nvContentPartPr>
              <p14:xfrm>
                <a:off x="4746605" y="2946120"/>
                <a:ext cx="360" cy="360"/>
              </p14:xfrm>
            </p:contentPart>
          </mc:Choice>
          <mc:Fallback xmlns="">
            <p:pic>
              <p:nvPicPr>
                <p:cNvPr id="937" name="墨迹 936">
                  <a:extLst>
                    <a:ext uri="{FF2B5EF4-FFF2-40B4-BE49-F238E27FC236}">
                      <a16:creationId xmlns:a16="http://schemas.microsoft.com/office/drawing/2014/main" id="{08306C3E-C413-9132-CD15-315D32C728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8605" y="2910480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38" name="墨迹 937">
                  <a:extLst>
                    <a:ext uri="{FF2B5EF4-FFF2-40B4-BE49-F238E27FC236}">
                      <a16:creationId xmlns:a16="http://schemas.microsoft.com/office/drawing/2014/main" id="{8DA186D8-B961-9916-0F73-C59CC6D7D630}"/>
                    </a:ext>
                  </a:extLst>
                </p14:cNvPr>
                <p14:cNvContentPartPr/>
                <p14:nvPr/>
              </p14:nvContentPartPr>
              <p14:xfrm>
                <a:off x="4686125" y="2644800"/>
                <a:ext cx="251640" cy="235080"/>
              </p14:xfrm>
            </p:contentPart>
          </mc:Choice>
          <mc:Fallback xmlns="">
            <p:pic>
              <p:nvPicPr>
                <p:cNvPr id="938" name="墨迹 937">
                  <a:extLst>
                    <a:ext uri="{FF2B5EF4-FFF2-40B4-BE49-F238E27FC236}">
                      <a16:creationId xmlns:a16="http://schemas.microsoft.com/office/drawing/2014/main" id="{8DA186D8-B961-9916-0F73-C59CC6D7D6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668485" y="2608800"/>
                  <a:ext cx="2872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39" name="墨迹 938">
                  <a:extLst>
                    <a:ext uri="{FF2B5EF4-FFF2-40B4-BE49-F238E27FC236}">
                      <a16:creationId xmlns:a16="http://schemas.microsoft.com/office/drawing/2014/main" id="{984DEAAF-8DA1-298E-36D2-1EF3C382706A}"/>
                    </a:ext>
                  </a:extLst>
                </p14:cNvPr>
                <p14:cNvContentPartPr/>
                <p14:nvPr/>
              </p14:nvContentPartPr>
              <p14:xfrm>
                <a:off x="4889165" y="2812920"/>
                <a:ext cx="23040" cy="140400"/>
              </p14:xfrm>
            </p:contentPart>
          </mc:Choice>
          <mc:Fallback xmlns="">
            <p:pic>
              <p:nvPicPr>
                <p:cNvPr id="939" name="墨迹 938">
                  <a:extLst>
                    <a:ext uri="{FF2B5EF4-FFF2-40B4-BE49-F238E27FC236}">
                      <a16:creationId xmlns:a16="http://schemas.microsoft.com/office/drawing/2014/main" id="{984DEAAF-8DA1-298E-36D2-1EF3C382706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71525" y="2777280"/>
                  <a:ext cx="58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40" name="墨迹 939">
                  <a:extLst>
                    <a:ext uri="{FF2B5EF4-FFF2-40B4-BE49-F238E27FC236}">
                      <a16:creationId xmlns:a16="http://schemas.microsoft.com/office/drawing/2014/main" id="{80186990-4B6E-C21F-DE23-2AE28CA426B7}"/>
                    </a:ext>
                  </a:extLst>
                </p14:cNvPr>
                <p14:cNvContentPartPr/>
                <p14:nvPr/>
              </p14:nvContentPartPr>
              <p14:xfrm>
                <a:off x="4710000" y="2587973"/>
                <a:ext cx="120600" cy="88920"/>
              </p14:xfrm>
            </p:contentPart>
          </mc:Choice>
          <mc:Fallback xmlns="">
            <p:pic>
              <p:nvPicPr>
                <p:cNvPr id="940" name="墨迹 939">
                  <a:extLst>
                    <a:ext uri="{FF2B5EF4-FFF2-40B4-BE49-F238E27FC236}">
                      <a16:creationId xmlns:a16="http://schemas.microsoft.com/office/drawing/2014/main" id="{80186990-4B6E-C21F-DE23-2AE28CA426B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92000" y="2552333"/>
                  <a:ext cx="156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41" name="墨迹 940">
                  <a:extLst>
                    <a:ext uri="{FF2B5EF4-FFF2-40B4-BE49-F238E27FC236}">
                      <a16:creationId xmlns:a16="http://schemas.microsoft.com/office/drawing/2014/main" id="{DACD14D3-B155-65DA-3A10-7624F11C6965}"/>
                    </a:ext>
                  </a:extLst>
                </p14:cNvPr>
                <p14:cNvContentPartPr/>
                <p14:nvPr/>
              </p14:nvContentPartPr>
              <p14:xfrm>
                <a:off x="4783080" y="2623973"/>
                <a:ext cx="164160" cy="98280"/>
              </p14:xfrm>
            </p:contentPart>
          </mc:Choice>
          <mc:Fallback xmlns="">
            <p:pic>
              <p:nvPicPr>
                <p:cNvPr id="941" name="墨迹 940">
                  <a:extLst>
                    <a:ext uri="{FF2B5EF4-FFF2-40B4-BE49-F238E27FC236}">
                      <a16:creationId xmlns:a16="http://schemas.microsoft.com/office/drawing/2014/main" id="{DACD14D3-B155-65DA-3A10-7624F11C696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765080" y="2588333"/>
                  <a:ext cx="199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42" name="墨迹 941">
                  <a:extLst>
                    <a:ext uri="{FF2B5EF4-FFF2-40B4-BE49-F238E27FC236}">
                      <a16:creationId xmlns:a16="http://schemas.microsoft.com/office/drawing/2014/main" id="{077A3286-DB35-77DE-C90C-2FAAAFFDA241}"/>
                    </a:ext>
                  </a:extLst>
                </p14:cNvPr>
                <p14:cNvContentPartPr/>
                <p14:nvPr/>
              </p14:nvContentPartPr>
              <p14:xfrm>
                <a:off x="4810080" y="2646293"/>
                <a:ext cx="93960" cy="47520"/>
              </p14:xfrm>
            </p:contentPart>
          </mc:Choice>
          <mc:Fallback xmlns="">
            <p:pic>
              <p:nvPicPr>
                <p:cNvPr id="942" name="墨迹 941">
                  <a:extLst>
                    <a:ext uri="{FF2B5EF4-FFF2-40B4-BE49-F238E27FC236}">
                      <a16:creationId xmlns:a16="http://schemas.microsoft.com/office/drawing/2014/main" id="{077A3286-DB35-77DE-C90C-2FAAAFFDA24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92080" y="2610293"/>
                  <a:ext cx="129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43" name="墨迹 942">
                  <a:extLst>
                    <a:ext uri="{FF2B5EF4-FFF2-40B4-BE49-F238E27FC236}">
                      <a16:creationId xmlns:a16="http://schemas.microsoft.com/office/drawing/2014/main" id="{BBB48862-3EA1-E21D-BBDA-2315676B9E8A}"/>
                    </a:ext>
                  </a:extLst>
                </p14:cNvPr>
                <p14:cNvContentPartPr/>
                <p14:nvPr/>
              </p14:nvContentPartPr>
              <p14:xfrm>
                <a:off x="4848240" y="2660693"/>
                <a:ext cx="360" cy="360"/>
              </p14:xfrm>
            </p:contentPart>
          </mc:Choice>
          <mc:Fallback xmlns="">
            <p:pic>
              <p:nvPicPr>
                <p:cNvPr id="943" name="墨迹 942">
                  <a:extLst>
                    <a:ext uri="{FF2B5EF4-FFF2-40B4-BE49-F238E27FC236}">
                      <a16:creationId xmlns:a16="http://schemas.microsoft.com/office/drawing/2014/main" id="{BBB48862-3EA1-E21D-BBDA-2315676B9E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0240" y="2624693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44" name="墨迹 943">
                  <a:extLst>
                    <a:ext uri="{FF2B5EF4-FFF2-40B4-BE49-F238E27FC236}">
                      <a16:creationId xmlns:a16="http://schemas.microsoft.com/office/drawing/2014/main" id="{20BB3371-FAA0-F1FE-28F6-207A93E2FD6F}"/>
                    </a:ext>
                  </a:extLst>
                </p14:cNvPr>
                <p14:cNvContentPartPr/>
                <p14:nvPr/>
              </p14:nvContentPartPr>
              <p14:xfrm>
                <a:off x="4863720" y="2665373"/>
                <a:ext cx="1080" cy="360"/>
              </p14:xfrm>
            </p:contentPart>
          </mc:Choice>
          <mc:Fallback xmlns="">
            <p:pic>
              <p:nvPicPr>
                <p:cNvPr id="944" name="墨迹 943">
                  <a:extLst>
                    <a:ext uri="{FF2B5EF4-FFF2-40B4-BE49-F238E27FC236}">
                      <a16:creationId xmlns:a16="http://schemas.microsoft.com/office/drawing/2014/main" id="{20BB3371-FAA0-F1FE-28F6-207A93E2FD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5720" y="2629373"/>
                  <a:ext cx="36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5" name="墨迹 944">
                  <a:extLst>
                    <a:ext uri="{FF2B5EF4-FFF2-40B4-BE49-F238E27FC236}">
                      <a16:creationId xmlns:a16="http://schemas.microsoft.com/office/drawing/2014/main" id="{1E2D44D1-1F15-E8B2-F4FF-53B890A4ECD9}"/>
                    </a:ext>
                  </a:extLst>
                </p14:cNvPr>
                <p14:cNvContentPartPr/>
                <p14:nvPr/>
              </p14:nvContentPartPr>
              <p14:xfrm>
                <a:off x="4827360" y="2643053"/>
                <a:ext cx="2160" cy="360"/>
              </p14:xfrm>
            </p:contentPart>
          </mc:Choice>
          <mc:Fallback xmlns="">
            <p:pic>
              <p:nvPicPr>
                <p:cNvPr id="945" name="墨迹 944">
                  <a:extLst>
                    <a:ext uri="{FF2B5EF4-FFF2-40B4-BE49-F238E27FC236}">
                      <a16:creationId xmlns:a16="http://schemas.microsoft.com/office/drawing/2014/main" id="{1E2D44D1-1F15-E8B2-F4FF-53B890A4ECD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09720" y="2607053"/>
                  <a:ext cx="37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46" name="墨迹 945">
                  <a:extLst>
                    <a:ext uri="{FF2B5EF4-FFF2-40B4-BE49-F238E27FC236}">
                      <a16:creationId xmlns:a16="http://schemas.microsoft.com/office/drawing/2014/main" id="{CC84CFC3-F359-DA90-FE27-D0EDFA090066}"/>
                    </a:ext>
                  </a:extLst>
                </p14:cNvPr>
                <p14:cNvContentPartPr/>
                <p14:nvPr/>
              </p14:nvContentPartPr>
              <p14:xfrm>
                <a:off x="4967040" y="2727293"/>
                <a:ext cx="26280" cy="37440"/>
              </p14:xfrm>
            </p:contentPart>
          </mc:Choice>
          <mc:Fallback xmlns="">
            <p:pic>
              <p:nvPicPr>
                <p:cNvPr id="946" name="墨迹 945">
                  <a:extLst>
                    <a:ext uri="{FF2B5EF4-FFF2-40B4-BE49-F238E27FC236}">
                      <a16:creationId xmlns:a16="http://schemas.microsoft.com/office/drawing/2014/main" id="{CC84CFC3-F359-DA90-FE27-D0EDFA090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49040" y="2691293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47" name="墨迹 946">
                  <a:extLst>
                    <a:ext uri="{FF2B5EF4-FFF2-40B4-BE49-F238E27FC236}">
                      <a16:creationId xmlns:a16="http://schemas.microsoft.com/office/drawing/2014/main" id="{4CE862DA-6D1C-C5BB-F884-76328F5FC946}"/>
                    </a:ext>
                  </a:extLst>
                </p14:cNvPr>
                <p14:cNvContentPartPr/>
                <p14:nvPr/>
              </p14:nvContentPartPr>
              <p14:xfrm>
                <a:off x="4992600" y="2747813"/>
                <a:ext cx="6840" cy="231480"/>
              </p14:xfrm>
            </p:contentPart>
          </mc:Choice>
          <mc:Fallback xmlns="">
            <p:pic>
              <p:nvPicPr>
                <p:cNvPr id="947" name="墨迹 946">
                  <a:extLst>
                    <a:ext uri="{FF2B5EF4-FFF2-40B4-BE49-F238E27FC236}">
                      <a16:creationId xmlns:a16="http://schemas.microsoft.com/office/drawing/2014/main" id="{4CE862DA-6D1C-C5BB-F884-76328F5FC9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74600" y="2712173"/>
                  <a:ext cx="424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48" name="墨迹 947">
                  <a:extLst>
                    <a:ext uri="{FF2B5EF4-FFF2-40B4-BE49-F238E27FC236}">
                      <a16:creationId xmlns:a16="http://schemas.microsoft.com/office/drawing/2014/main" id="{CDBBD927-532C-C0E2-171B-1B0237C38C9C}"/>
                    </a:ext>
                  </a:extLst>
                </p14:cNvPr>
                <p14:cNvContentPartPr/>
                <p14:nvPr/>
              </p14:nvContentPartPr>
              <p14:xfrm>
                <a:off x="4995840" y="2844653"/>
                <a:ext cx="8640" cy="209520"/>
              </p14:xfrm>
            </p:contentPart>
          </mc:Choice>
          <mc:Fallback xmlns="">
            <p:pic>
              <p:nvPicPr>
                <p:cNvPr id="948" name="墨迹 947">
                  <a:extLst>
                    <a:ext uri="{FF2B5EF4-FFF2-40B4-BE49-F238E27FC236}">
                      <a16:creationId xmlns:a16="http://schemas.microsoft.com/office/drawing/2014/main" id="{CDBBD927-532C-C0E2-171B-1B0237C38C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77840" y="2809013"/>
                  <a:ext cx="442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49" name="墨迹 948">
                  <a:extLst>
                    <a:ext uri="{FF2B5EF4-FFF2-40B4-BE49-F238E27FC236}">
                      <a16:creationId xmlns:a16="http://schemas.microsoft.com/office/drawing/2014/main" id="{0DF22649-C57F-E33A-17F1-33E9E8E695DF}"/>
                    </a:ext>
                  </a:extLst>
                </p14:cNvPr>
                <p14:cNvContentPartPr/>
                <p14:nvPr/>
              </p14:nvContentPartPr>
              <p14:xfrm>
                <a:off x="4823400" y="2719373"/>
                <a:ext cx="181440" cy="238320"/>
              </p14:xfrm>
            </p:contentPart>
          </mc:Choice>
          <mc:Fallback xmlns="">
            <p:pic>
              <p:nvPicPr>
                <p:cNvPr id="949" name="墨迹 948">
                  <a:extLst>
                    <a:ext uri="{FF2B5EF4-FFF2-40B4-BE49-F238E27FC236}">
                      <a16:creationId xmlns:a16="http://schemas.microsoft.com/office/drawing/2014/main" id="{0DF22649-C57F-E33A-17F1-33E9E8E695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05760" y="2683733"/>
                  <a:ext cx="217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50" name="墨迹 949">
                  <a:extLst>
                    <a:ext uri="{FF2B5EF4-FFF2-40B4-BE49-F238E27FC236}">
                      <a16:creationId xmlns:a16="http://schemas.microsoft.com/office/drawing/2014/main" id="{E7FA35B0-DB01-0F45-BEF5-7F5FA0FFE1FB}"/>
                    </a:ext>
                  </a:extLst>
                </p14:cNvPr>
                <p14:cNvContentPartPr/>
                <p14:nvPr/>
              </p14:nvContentPartPr>
              <p14:xfrm>
                <a:off x="4740240" y="2953013"/>
                <a:ext cx="8280" cy="11160"/>
              </p14:xfrm>
            </p:contentPart>
          </mc:Choice>
          <mc:Fallback xmlns="">
            <p:pic>
              <p:nvPicPr>
                <p:cNvPr id="950" name="墨迹 949">
                  <a:extLst>
                    <a:ext uri="{FF2B5EF4-FFF2-40B4-BE49-F238E27FC236}">
                      <a16:creationId xmlns:a16="http://schemas.microsoft.com/office/drawing/2014/main" id="{E7FA35B0-DB01-0F45-BEF5-7F5FA0FFE1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22240" y="2917013"/>
                  <a:ext cx="43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52" name="墨迹 951">
                  <a:extLst>
                    <a:ext uri="{FF2B5EF4-FFF2-40B4-BE49-F238E27FC236}">
                      <a16:creationId xmlns:a16="http://schemas.microsoft.com/office/drawing/2014/main" id="{CB074C67-0071-AA15-B088-204464C93B29}"/>
                    </a:ext>
                  </a:extLst>
                </p14:cNvPr>
                <p14:cNvContentPartPr/>
                <p14:nvPr/>
              </p14:nvContentPartPr>
              <p14:xfrm>
                <a:off x="4844640" y="3017453"/>
                <a:ext cx="152640" cy="97200"/>
              </p14:xfrm>
            </p:contentPart>
          </mc:Choice>
          <mc:Fallback xmlns="">
            <p:pic>
              <p:nvPicPr>
                <p:cNvPr id="952" name="墨迹 951">
                  <a:extLst>
                    <a:ext uri="{FF2B5EF4-FFF2-40B4-BE49-F238E27FC236}">
                      <a16:creationId xmlns:a16="http://schemas.microsoft.com/office/drawing/2014/main" id="{CB074C67-0071-AA15-B088-204464C93B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27000" y="2981813"/>
                  <a:ext cx="188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3" name="墨迹 952">
                  <a:extLst>
                    <a:ext uri="{FF2B5EF4-FFF2-40B4-BE49-F238E27FC236}">
                      <a16:creationId xmlns:a16="http://schemas.microsoft.com/office/drawing/2014/main" id="{EF059098-447E-A54C-BE6A-47F7657DC76C}"/>
                    </a:ext>
                  </a:extLst>
                </p14:cNvPr>
                <p14:cNvContentPartPr/>
                <p14:nvPr/>
              </p14:nvContentPartPr>
              <p14:xfrm>
                <a:off x="4860120" y="2940053"/>
                <a:ext cx="109800" cy="93960"/>
              </p14:xfrm>
            </p:contentPart>
          </mc:Choice>
          <mc:Fallback xmlns="">
            <p:pic>
              <p:nvPicPr>
                <p:cNvPr id="953" name="墨迹 952">
                  <a:extLst>
                    <a:ext uri="{FF2B5EF4-FFF2-40B4-BE49-F238E27FC236}">
                      <a16:creationId xmlns:a16="http://schemas.microsoft.com/office/drawing/2014/main" id="{EF059098-447E-A54C-BE6A-47F7657DC76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42120" y="2904053"/>
                  <a:ext cx="145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6" name="墨迹 955">
                  <a:extLst>
                    <a:ext uri="{FF2B5EF4-FFF2-40B4-BE49-F238E27FC236}">
                      <a16:creationId xmlns:a16="http://schemas.microsoft.com/office/drawing/2014/main" id="{649D5877-D5B2-207C-B353-1295D8489C61}"/>
                    </a:ext>
                  </a:extLst>
                </p14:cNvPr>
                <p14:cNvContentPartPr/>
                <p14:nvPr/>
              </p14:nvContentPartPr>
              <p14:xfrm>
                <a:off x="2788120" y="1633607"/>
                <a:ext cx="343080" cy="432360"/>
              </p14:xfrm>
            </p:contentPart>
          </mc:Choice>
          <mc:Fallback xmlns="">
            <p:pic>
              <p:nvPicPr>
                <p:cNvPr id="956" name="墨迹 955">
                  <a:extLst>
                    <a:ext uri="{FF2B5EF4-FFF2-40B4-BE49-F238E27FC236}">
                      <a16:creationId xmlns:a16="http://schemas.microsoft.com/office/drawing/2014/main" id="{649D5877-D5B2-207C-B353-1295D8489C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70120" y="1597967"/>
                  <a:ext cx="3787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57" name="墨迹 956">
                  <a:extLst>
                    <a:ext uri="{FF2B5EF4-FFF2-40B4-BE49-F238E27FC236}">
                      <a16:creationId xmlns:a16="http://schemas.microsoft.com/office/drawing/2014/main" id="{52B8B4EC-E18D-713F-8F1E-9469DF69D164}"/>
                    </a:ext>
                  </a:extLst>
                </p14:cNvPr>
                <p14:cNvContentPartPr/>
                <p14:nvPr/>
              </p14:nvContentPartPr>
              <p14:xfrm>
                <a:off x="2820520" y="1921607"/>
                <a:ext cx="192240" cy="276840"/>
              </p14:xfrm>
            </p:contentPart>
          </mc:Choice>
          <mc:Fallback xmlns="">
            <p:pic>
              <p:nvPicPr>
                <p:cNvPr id="957" name="墨迹 956">
                  <a:extLst>
                    <a:ext uri="{FF2B5EF4-FFF2-40B4-BE49-F238E27FC236}">
                      <a16:creationId xmlns:a16="http://schemas.microsoft.com/office/drawing/2014/main" id="{52B8B4EC-E18D-713F-8F1E-9469DF69D1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02520" y="1885967"/>
                  <a:ext cx="2278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58" name="墨迹 957">
                  <a:extLst>
                    <a:ext uri="{FF2B5EF4-FFF2-40B4-BE49-F238E27FC236}">
                      <a16:creationId xmlns:a16="http://schemas.microsoft.com/office/drawing/2014/main" id="{7BC75D5D-32B9-58AC-5335-CB91ACD7B209}"/>
                    </a:ext>
                  </a:extLst>
                </p14:cNvPr>
                <p14:cNvContentPartPr/>
                <p14:nvPr/>
              </p14:nvContentPartPr>
              <p14:xfrm>
                <a:off x="2767240" y="1925207"/>
                <a:ext cx="199440" cy="397800"/>
              </p14:xfrm>
            </p:contentPart>
          </mc:Choice>
          <mc:Fallback xmlns="">
            <p:pic>
              <p:nvPicPr>
                <p:cNvPr id="958" name="墨迹 957">
                  <a:extLst>
                    <a:ext uri="{FF2B5EF4-FFF2-40B4-BE49-F238E27FC236}">
                      <a16:creationId xmlns:a16="http://schemas.microsoft.com/office/drawing/2014/main" id="{7BC75D5D-32B9-58AC-5335-CB91ACD7B2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49600" y="1889567"/>
                  <a:ext cx="2350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9" name="墨迹 958">
                  <a:extLst>
                    <a:ext uri="{FF2B5EF4-FFF2-40B4-BE49-F238E27FC236}">
                      <a16:creationId xmlns:a16="http://schemas.microsoft.com/office/drawing/2014/main" id="{E7C7E577-80B9-8845-D9D9-113639D798C2}"/>
                    </a:ext>
                  </a:extLst>
                </p14:cNvPr>
                <p14:cNvContentPartPr/>
                <p14:nvPr/>
              </p14:nvContentPartPr>
              <p14:xfrm>
                <a:off x="5011600" y="2529640"/>
                <a:ext cx="260280" cy="567000"/>
              </p14:xfrm>
            </p:contentPart>
          </mc:Choice>
          <mc:Fallback xmlns="">
            <p:pic>
              <p:nvPicPr>
                <p:cNvPr id="959" name="墨迹 958">
                  <a:extLst>
                    <a:ext uri="{FF2B5EF4-FFF2-40B4-BE49-F238E27FC236}">
                      <a16:creationId xmlns:a16="http://schemas.microsoft.com/office/drawing/2014/main" id="{E7C7E577-80B9-8845-D9D9-113639D798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93600" y="2493640"/>
                  <a:ext cx="2959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0" name="墨迹 959">
                  <a:extLst>
                    <a:ext uri="{FF2B5EF4-FFF2-40B4-BE49-F238E27FC236}">
                      <a16:creationId xmlns:a16="http://schemas.microsoft.com/office/drawing/2014/main" id="{3ED5FF61-33CB-98DC-6186-2796DFE3ACAF}"/>
                    </a:ext>
                  </a:extLst>
                </p14:cNvPr>
                <p14:cNvContentPartPr/>
                <p14:nvPr/>
              </p14:nvContentPartPr>
              <p14:xfrm>
                <a:off x="5090440" y="2942200"/>
                <a:ext cx="76320" cy="87120"/>
              </p14:xfrm>
            </p:contentPart>
          </mc:Choice>
          <mc:Fallback xmlns="">
            <p:pic>
              <p:nvPicPr>
                <p:cNvPr id="960" name="墨迹 959">
                  <a:extLst>
                    <a:ext uri="{FF2B5EF4-FFF2-40B4-BE49-F238E27FC236}">
                      <a16:creationId xmlns:a16="http://schemas.microsoft.com/office/drawing/2014/main" id="{3ED5FF61-33CB-98DC-6186-2796DFE3AC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72800" y="2906200"/>
                  <a:ext cx="111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1" name="墨迹 960">
                  <a:extLst>
                    <a:ext uri="{FF2B5EF4-FFF2-40B4-BE49-F238E27FC236}">
                      <a16:creationId xmlns:a16="http://schemas.microsoft.com/office/drawing/2014/main" id="{062C0B3B-19A8-892B-BE3B-1DF3EF3D16C7}"/>
                    </a:ext>
                  </a:extLst>
                </p14:cNvPr>
                <p14:cNvContentPartPr/>
                <p14:nvPr/>
              </p14:nvContentPartPr>
              <p14:xfrm>
                <a:off x="5140840" y="2618920"/>
                <a:ext cx="127800" cy="214200"/>
              </p14:xfrm>
            </p:contentPart>
          </mc:Choice>
          <mc:Fallback xmlns="">
            <p:pic>
              <p:nvPicPr>
                <p:cNvPr id="961" name="墨迹 960">
                  <a:extLst>
                    <a:ext uri="{FF2B5EF4-FFF2-40B4-BE49-F238E27FC236}">
                      <a16:creationId xmlns:a16="http://schemas.microsoft.com/office/drawing/2014/main" id="{062C0B3B-19A8-892B-BE3B-1DF3EF3D16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22840" y="2582920"/>
                  <a:ext cx="163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2" name="墨迹 961">
                  <a:extLst>
                    <a:ext uri="{FF2B5EF4-FFF2-40B4-BE49-F238E27FC236}">
                      <a16:creationId xmlns:a16="http://schemas.microsoft.com/office/drawing/2014/main" id="{A4F3674E-9147-7308-A3D7-897E3FD55A1F}"/>
                    </a:ext>
                  </a:extLst>
                </p14:cNvPr>
                <p14:cNvContentPartPr/>
                <p14:nvPr/>
              </p14:nvContentPartPr>
              <p14:xfrm>
                <a:off x="5348560" y="2425600"/>
                <a:ext cx="10440" cy="277560"/>
              </p14:xfrm>
            </p:contentPart>
          </mc:Choice>
          <mc:Fallback xmlns="">
            <p:pic>
              <p:nvPicPr>
                <p:cNvPr id="962" name="墨迹 961">
                  <a:extLst>
                    <a:ext uri="{FF2B5EF4-FFF2-40B4-BE49-F238E27FC236}">
                      <a16:creationId xmlns:a16="http://schemas.microsoft.com/office/drawing/2014/main" id="{A4F3674E-9147-7308-A3D7-897E3FD55A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30920" y="2389600"/>
                  <a:ext cx="46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3" name="墨迹 962">
                  <a:extLst>
                    <a:ext uri="{FF2B5EF4-FFF2-40B4-BE49-F238E27FC236}">
                      <a16:creationId xmlns:a16="http://schemas.microsoft.com/office/drawing/2014/main" id="{8CA08FB0-FC7E-14B1-A8D7-C04D4061593F}"/>
                    </a:ext>
                  </a:extLst>
                </p14:cNvPr>
                <p14:cNvContentPartPr/>
                <p14:nvPr/>
              </p14:nvContentPartPr>
              <p14:xfrm>
                <a:off x="5125720" y="2577880"/>
                <a:ext cx="229680" cy="284400"/>
              </p14:xfrm>
            </p:contentPart>
          </mc:Choice>
          <mc:Fallback xmlns="">
            <p:pic>
              <p:nvPicPr>
                <p:cNvPr id="963" name="墨迹 962">
                  <a:extLst>
                    <a:ext uri="{FF2B5EF4-FFF2-40B4-BE49-F238E27FC236}">
                      <a16:creationId xmlns:a16="http://schemas.microsoft.com/office/drawing/2014/main" id="{8CA08FB0-FC7E-14B1-A8D7-C04D406159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07720" y="2542240"/>
                  <a:ext cx="265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64" name="墨迹 963">
                  <a:extLst>
                    <a:ext uri="{FF2B5EF4-FFF2-40B4-BE49-F238E27FC236}">
                      <a16:creationId xmlns:a16="http://schemas.microsoft.com/office/drawing/2014/main" id="{64B7A941-BE3A-518A-4F8B-B860BF21DFB9}"/>
                    </a:ext>
                  </a:extLst>
                </p14:cNvPr>
                <p14:cNvContentPartPr/>
                <p14:nvPr/>
              </p14:nvContentPartPr>
              <p14:xfrm>
                <a:off x="5251720" y="2447200"/>
                <a:ext cx="89640" cy="256680"/>
              </p14:xfrm>
            </p:contentPart>
          </mc:Choice>
          <mc:Fallback xmlns="">
            <p:pic>
              <p:nvPicPr>
                <p:cNvPr id="964" name="墨迹 963">
                  <a:extLst>
                    <a:ext uri="{FF2B5EF4-FFF2-40B4-BE49-F238E27FC236}">
                      <a16:creationId xmlns:a16="http://schemas.microsoft.com/office/drawing/2014/main" id="{64B7A941-BE3A-518A-4F8B-B860BF21DF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34080" y="2411560"/>
                  <a:ext cx="125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5" name="墨迹 964">
                  <a:extLst>
                    <a:ext uri="{FF2B5EF4-FFF2-40B4-BE49-F238E27FC236}">
                      <a16:creationId xmlns:a16="http://schemas.microsoft.com/office/drawing/2014/main" id="{9C33D49F-246D-79A3-49AD-8A7163669E21}"/>
                    </a:ext>
                  </a:extLst>
                </p14:cNvPr>
                <p14:cNvContentPartPr/>
                <p14:nvPr/>
              </p14:nvContentPartPr>
              <p14:xfrm>
                <a:off x="5286640" y="2433880"/>
                <a:ext cx="64440" cy="71640"/>
              </p14:xfrm>
            </p:contentPart>
          </mc:Choice>
          <mc:Fallback xmlns="">
            <p:pic>
              <p:nvPicPr>
                <p:cNvPr id="965" name="墨迹 964">
                  <a:extLst>
                    <a:ext uri="{FF2B5EF4-FFF2-40B4-BE49-F238E27FC236}">
                      <a16:creationId xmlns:a16="http://schemas.microsoft.com/office/drawing/2014/main" id="{9C33D49F-246D-79A3-49AD-8A7163669E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69000" y="2398240"/>
                  <a:ext cx="100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6" name="墨迹 965">
                  <a:extLst>
                    <a:ext uri="{FF2B5EF4-FFF2-40B4-BE49-F238E27FC236}">
                      <a16:creationId xmlns:a16="http://schemas.microsoft.com/office/drawing/2014/main" id="{A167A22A-0504-845E-3D94-8682DB53BE0E}"/>
                    </a:ext>
                  </a:extLst>
                </p14:cNvPr>
                <p14:cNvContentPartPr/>
                <p14:nvPr/>
              </p14:nvContentPartPr>
              <p14:xfrm>
                <a:off x="5212840" y="2675800"/>
                <a:ext cx="145800" cy="204120"/>
              </p14:xfrm>
            </p:contentPart>
          </mc:Choice>
          <mc:Fallback xmlns="">
            <p:pic>
              <p:nvPicPr>
                <p:cNvPr id="966" name="墨迹 965">
                  <a:extLst>
                    <a:ext uri="{FF2B5EF4-FFF2-40B4-BE49-F238E27FC236}">
                      <a16:creationId xmlns:a16="http://schemas.microsoft.com/office/drawing/2014/main" id="{A167A22A-0504-845E-3D94-8682DB53BE0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95200" y="2639800"/>
                  <a:ext cx="181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67" name="墨迹 966">
                  <a:extLst>
                    <a:ext uri="{FF2B5EF4-FFF2-40B4-BE49-F238E27FC236}">
                      <a16:creationId xmlns:a16="http://schemas.microsoft.com/office/drawing/2014/main" id="{81DBE527-2AB6-4FDC-523E-3EB8E631E9DA}"/>
                    </a:ext>
                  </a:extLst>
                </p14:cNvPr>
                <p14:cNvContentPartPr/>
                <p14:nvPr/>
              </p14:nvContentPartPr>
              <p14:xfrm>
                <a:off x="5353960" y="2398240"/>
                <a:ext cx="10800" cy="27360"/>
              </p14:xfrm>
            </p:contentPart>
          </mc:Choice>
          <mc:Fallback xmlns="">
            <p:pic>
              <p:nvPicPr>
                <p:cNvPr id="967" name="墨迹 966">
                  <a:extLst>
                    <a:ext uri="{FF2B5EF4-FFF2-40B4-BE49-F238E27FC236}">
                      <a16:creationId xmlns:a16="http://schemas.microsoft.com/office/drawing/2014/main" id="{81DBE527-2AB6-4FDC-523E-3EB8E631E9D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36320" y="2362240"/>
                  <a:ext cx="46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8" name="墨迹 967">
                  <a:extLst>
                    <a:ext uri="{FF2B5EF4-FFF2-40B4-BE49-F238E27FC236}">
                      <a16:creationId xmlns:a16="http://schemas.microsoft.com/office/drawing/2014/main" id="{D6DF0951-D89F-43F2-B14C-1ABF0813D4CF}"/>
                    </a:ext>
                  </a:extLst>
                </p14:cNvPr>
                <p14:cNvContentPartPr/>
                <p14:nvPr/>
              </p14:nvContentPartPr>
              <p14:xfrm>
                <a:off x="5369800" y="2387440"/>
                <a:ext cx="360" cy="360"/>
              </p14:xfrm>
            </p:contentPart>
          </mc:Choice>
          <mc:Fallback xmlns="">
            <p:pic>
              <p:nvPicPr>
                <p:cNvPr id="968" name="墨迹 967">
                  <a:extLst>
                    <a:ext uri="{FF2B5EF4-FFF2-40B4-BE49-F238E27FC236}">
                      <a16:creationId xmlns:a16="http://schemas.microsoft.com/office/drawing/2014/main" id="{D6DF0951-D89F-43F2-B14C-1ABF0813D4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51800" y="2351440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69" name="墨迹 968">
                  <a:extLst>
                    <a:ext uri="{FF2B5EF4-FFF2-40B4-BE49-F238E27FC236}">
                      <a16:creationId xmlns:a16="http://schemas.microsoft.com/office/drawing/2014/main" id="{706D9544-5E05-4AD8-3538-8E2032488B4D}"/>
                    </a:ext>
                  </a:extLst>
                </p14:cNvPr>
                <p14:cNvContentPartPr/>
                <p14:nvPr/>
              </p14:nvContentPartPr>
              <p14:xfrm>
                <a:off x="2930880" y="2148640"/>
                <a:ext cx="524160" cy="330120"/>
              </p14:xfrm>
            </p:contentPart>
          </mc:Choice>
          <mc:Fallback xmlns="">
            <p:pic>
              <p:nvPicPr>
                <p:cNvPr id="969" name="墨迹 968">
                  <a:extLst>
                    <a:ext uri="{FF2B5EF4-FFF2-40B4-BE49-F238E27FC236}">
                      <a16:creationId xmlns:a16="http://schemas.microsoft.com/office/drawing/2014/main" id="{706D9544-5E05-4AD8-3538-8E2032488B4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913240" y="2112640"/>
                  <a:ext cx="5598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70" name="墨迹 969">
                  <a:extLst>
                    <a:ext uri="{FF2B5EF4-FFF2-40B4-BE49-F238E27FC236}">
                      <a16:creationId xmlns:a16="http://schemas.microsoft.com/office/drawing/2014/main" id="{0FFD86BD-9AF4-FE3E-949B-8EAF713B3C1C}"/>
                    </a:ext>
                  </a:extLst>
                </p14:cNvPr>
                <p14:cNvContentPartPr/>
                <p14:nvPr/>
              </p14:nvContentPartPr>
              <p14:xfrm>
                <a:off x="2997105" y="2308150"/>
                <a:ext cx="360" cy="360"/>
              </p14:xfrm>
            </p:contentPart>
          </mc:Choice>
          <mc:Fallback xmlns="">
            <p:pic>
              <p:nvPicPr>
                <p:cNvPr id="970" name="墨迹 969">
                  <a:extLst>
                    <a:ext uri="{FF2B5EF4-FFF2-40B4-BE49-F238E27FC236}">
                      <a16:creationId xmlns:a16="http://schemas.microsoft.com/office/drawing/2014/main" id="{0FFD86BD-9AF4-FE3E-949B-8EAF713B3C1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43105" y="2200150"/>
                  <a:ext cx="10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1" name="墨迹 970">
                  <a:extLst>
                    <a:ext uri="{FF2B5EF4-FFF2-40B4-BE49-F238E27FC236}">
                      <a16:creationId xmlns:a16="http://schemas.microsoft.com/office/drawing/2014/main" id="{55E6B4A7-FB24-E6B4-48E9-8993B5F8C086}"/>
                    </a:ext>
                  </a:extLst>
                </p14:cNvPr>
                <p14:cNvContentPartPr/>
                <p14:nvPr/>
              </p14:nvContentPartPr>
              <p14:xfrm>
                <a:off x="2873265" y="2228590"/>
                <a:ext cx="1740600" cy="1092240"/>
              </p14:xfrm>
            </p:contentPart>
          </mc:Choice>
          <mc:Fallback xmlns="">
            <p:pic>
              <p:nvPicPr>
                <p:cNvPr id="971" name="墨迹 970">
                  <a:extLst>
                    <a:ext uri="{FF2B5EF4-FFF2-40B4-BE49-F238E27FC236}">
                      <a16:creationId xmlns:a16="http://schemas.microsoft.com/office/drawing/2014/main" id="{55E6B4A7-FB24-E6B4-48E9-8993B5F8C08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819625" y="2120950"/>
                  <a:ext cx="1848240" cy="13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73" name="墨迹 972">
                  <a:extLst>
                    <a:ext uri="{FF2B5EF4-FFF2-40B4-BE49-F238E27FC236}">
                      <a16:creationId xmlns:a16="http://schemas.microsoft.com/office/drawing/2014/main" id="{330B5F86-0402-5F4C-41A1-A4AABF873344}"/>
                    </a:ext>
                  </a:extLst>
                </p14:cNvPr>
                <p14:cNvContentPartPr/>
                <p14:nvPr/>
              </p14:nvContentPartPr>
              <p14:xfrm>
                <a:off x="4527465" y="3260710"/>
                <a:ext cx="19440" cy="199440"/>
              </p14:xfrm>
            </p:contentPart>
          </mc:Choice>
          <mc:Fallback xmlns="">
            <p:pic>
              <p:nvPicPr>
                <p:cNvPr id="973" name="墨迹 972">
                  <a:extLst>
                    <a:ext uri="{FF2B5EF4-FFF2-40B4-BE49-F238E27FC236}">
                      <a16:creationId xmlns:a16="http://schemas.microsoft.com/office/drawing/2014/main" id="{330B5F86-0402-5F4C-41A1-A4AABF87334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473465" y="3152710"/>
                  <a:ext cx="1270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74" name="墨迹 973">
                  <a:extLst>
                    <a:ext uri="{FF2B5EF4-FFF2-40B4-BE49-F238E27FC236}">
                      <a16:creationId xmlns:a16="http://schemas.microsoft.com/office/drawing/2014/main" id="{99DDA02D-006D-8415-91A5-2E8191BA3631}"/>
                    </a:ext>
                  </a:extLst>
                </p14:cNvPr>
                <p14:cNvContentPartPr/>
                <p14:nvPr/>
              </p14:nvContentPartPr>
              <p14:xfrm>
                <a:off x="4600185" y="3282670"/>
                <a:ext cx="18000" cy="168120"/>
              </p14:xfrm>
            </p:contentPart>
          </mc:Choice>
          <mc:Fallback xmlns="">
            <p:pic>
              <p:nvPicPr>
                <p:cNvPr id="974" name="墨迹 973">
                  <a:extLst>
                    <a:ext uri="{FF2B5EF4-FFF2-40B4-BE49-F238E27FC236}">
                      <a16:creationId xmlns:a16="http://schemas.microsoft.com/office/drawing/2014/main" id="{99DDA02D-006D-8415-91A5-2E8191BA363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46185" y="3175030"/>
                  <a:ext cx="1256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5" name="墨迹 974">
                  <a:extLst>
                    <a:ext uri="{FF2B5EF4-FFF2-40B4-BE49-F238E27FC236}">
                      <a16:creationId xmlns:a16="http://schemas.microsoft.com/office/drawing/2014/main" id="{D7B5D9F6-8771-40BB-CE43-EFF6F7A384FA}"/>
                    </a:ext>
                  </a:extLst>
                </p14:cNvPr>
                <p14:cNvContentPartPr/>
                <p14:nvPr/>
              </p14:nvContentPartPr>
              <p14:xfrm>
                <a:off x="3789825" y="2775790"/>
                <a:ext cx="725400" cy="488520"/>
              </p14:xfrm>
            </p:contentPart>
          </mc:Choice>
          <mc:Fallback xmlns="">
            <p:pic>
              <p:nvPicPr>
                <p:cNvPr id="975" name="墨迹 974">
                  <a:extLst>
                    <a:ext uri="{FF2B5EF4-FFF2-40B4-BE49-F238E27FC236}">
                      <a16:creationId xmlns:a16="http://schemas.microsoft.com/office/drawing/2014/main" id="{D7B5D9F6-8771-40BB-CE43-EFF6F7A384F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36185" y="2668150"/>
                  <a:ext cx="83304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77" name="墨迹 976">
                  <a:extLst>
                    <a:ext uri="{FF2B5EF4-FFF2-40B4-BE49-F238E27FC236}">
                      <a16:creationId xmlns:a16="http://schemas.microsoft.com/office/drawing/2014/main" id="{DA3D186C-AC74-AB7C-2816-50852BA3040F}"/>
                    </a:ext>
                  </a:extLst>
                </p14:cNvPr>
                <p14:cNvContentPartPr/>
                <p14:nvPr/>
              </p14:nvContentPartPr>
              <p14:xfrm>
                <a:off x="2838345" y="2257390"/>
                <a:ext cx="1073520" cy="587520"/>
              </p14:xfrm>
            </p:contentPart>
          </mc:Choice>
          <mc:Fallback xmlns="">
            <p:pic>
              <p:nvPicPr>
                <p:cNvPr id="977" name="墨迹 976">
                  <a:extLst>
                    <a:ext uri="{FF2B5EF4-FFF2-40B4-BE49-F238E27FC236}">
                      <a16:creationId xmlns:a16="http://schemas.microsoft.com/office/drawing/2014/main" id="{DA3D186C-AC74-AB7C-2816-50852BA3040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84345" y="2149390"/>
                  <a:ext cx="1181160" cy="8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8" name="墨迹 977">
                  <a:extLst>
                    <a:ext uri="{FF2B5EF4-FFF2-40B4-BE49-F238E27FC236}">
                      <a16:creationId xmlns:a16="http://schemas.microsoft.com/office/drawing/2014/main" id="{53D1FA0B-8A18-3C06-AD5E-ACA9FA6DB039}"/>
                    </a:ext>
                  </a:extLst>
                </p14:cNvPr>
                <p14:cNvContentPartPr/>
                <p14:nvPr/>
              </p14:nvContentPartPr>
              <p14:xfrm>
                <a:off x="2908185" y="2187190"/>
                <a:ext cx="659880" cy="391680"/>
              </p14:xfrm>
            </p:contentPart>
          </mc:Choice>
          <mc:Fallback xmlns="">
            <p:pic>
              <p:nvPicPr>
                <p:cNvPr id="978" name="墨迹 977">
                  <a:extLst>
                    <a:ext uri="{FF2B5EF4-FFF2-40B4-BE49-F238E27FC236}">
                      <a16:creationId xmlns:a16="http://schemas.microsoft.com/office/drawing/2014/main" id="{53D1FA0B-8A18-3C06-AD5E-ACA9FA6DB03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54545" y="2079550"/>
                  <a:ext cx="76752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9" name="墨迹 978">
                  <a:extLst>
                    <a:ext uri="{FF2B5EF4-FFF2-40B4-BE49-F238E27FC236}">
                      <a16:creationId xmlns:a16="http://schemas.microsoft.com/office/drawing/2014/main" id="{1BED519D-F3A9-D80D-F841-6E9FDB4A527E}"/>
                    </a:ext>
                  </a:extLst>
                </p14:cNvPr>
                <p14:cNvContentPartPr/>
                <p14:nvPr/>
              </p14:nvContentPartPr>
              <p14:xfrm>
                <a:off x="4361467" y="3441613"/>
                <a:ext cx="151200" cy="158040"/>
              </p14:xfrm>
            </p:contentPart>
          </mc:Choice>
          <mc:Fallback xmlns="">
            <p:pic>
              <p:nvPicPr>
                <p:cNvPr id="979" name="墨迹 978">
                  <a:extLst>
                    <a:ext uri="{FF2B5EF4-FFF2-40B4-BE49-F238E27FC236}">
                      <a16:creationId xmlns:a16="http://schemas.microsoft.com/office/drawing/2014/main" id="{1BED519D-F3A9-D80D-F841-6E9FDB4A527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07827" y="3333613"/>
                  <a:ext cx="258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80" name="墨迹 979">
                  <a:extLst>
                    <a:ext uri="{FF2B5EF4-FFF2-40B4-BE49-F238E27FC236}">
                      <a16:creationId xmlns:a16="http://schemas.microsoft.com/office/drawing/2014/main" id="{C30C6057-8692-6CE6-F3BE-4F7ED1EDB94D}"/>
                    </a:ext>
                  </a:extLst>
                </p14:cNvPr>
                <p14:cNvContentPartPr/>
                <p14:nvPr/>
              </p14:nvContentPartPr>
              <p14:xfrm>
                <a:off x="4469107" y="3474373"/>
                <a:ext cx="35280" cy="50040"/>
              </p14:xfrm>
            </p:contentPart>
          </mc:Choice>
          <mc:Fallback xmlns="">
            <p:pic>
              <p:nvPicPr>
                <p:cNvPr id="980" name="墨迹 979">
                  <a:extLst>
                    <a:ext uri="{FF2B5EF4-FFF2-40B4-BE49-F238E27FC236}">
                      <a16:creationId xmlns:a16="http://schemas.microsoft.com/office/drawing/2014/main" id="{C30C6057-8692-6CE6-F3BE-4F7ED1EDB94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15467" y="3366733"/>
                  <a:ext cx="142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82" name="墨迹 981">
                  <a:extLst>
                    <a:ext uri="{FF2B5EF4-FFF2-40B4-BE49-F238E27FC236}">
                      <a16:creationId xmlns:a16="http://schemas.microsoft.com/office/drawing/2014/main" id="{E80FBED9-13FE-B740-738D-A9F80DAF39F6}"/>
                    </a:ext>
                  </a:extLst>
                </p14:cNvPr>
                <p14:cNvContentPartPr/>
                <p14:nvPr/>
              </p14:nvContentPartPr>
              <p14:xfrm>
                <a:off x="2556787" y="2599213"/>
                <a:ext cx="1752840" cy="973800"/>
              </p14:xfrm>
            </p:contentPart>
          </mc:Choice>
          <mc:Fallback xmlns="">
            <p:pic>
              <p:nvPicPr>
                <p:cNvPr id="982" name="墨迹 981">
                  <a:extLst>
                    <a:ext uri="{FF2B5EF4-FFF2-40B4-BE49-F238E27FC236}">
                      <a16:creationId xmlns:a16="http://schemas.microsoft.com/office/drawing/2014/main" id="{E80FBED9-13FE-B740-738D-A9F80DAF39F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502787" y="2491213"/>
                  <a:ext cx="186048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3" name="墨迹 982">
                  <a:extLst>
                    <a:ext uri="{FF2B5EF4-FFF2-40B4-BE49-F238E27FC236}">
                      <a16:creationId xmlns:a16="http://schemas.microsoft.com/office/drawing/2014/main" id="{5B29EF97-08B0-9ED2-B05B-661D44170EE2}"/>
                    </a:ext>
                  </a:extLst>
                </p14:cNvPr>
                <p14:cNvContentPartPr/>
                <p14:nvPr/>
              </p14:nvContentPartPr>
              <p14:xfrm>
                <a:off x="4438147" y="3462853"/>
                <a:ext cx="146880" cy="136800"/>
              </p14:xfrm>
            </p:contentPart>
          </mc:Choice>
          <mc:Fallback xmlns="">
            <p:pic>
              <p:nvPicPr>
                <p:cNvPr id="983" name="墨迹 982">
                  <a:extLst>
                    <a:ext uri="{FF2B5EF4-FFF2-40B4-BE49-F238E27FC236}">
                      <a16:creationId xmlns:a16="http://schemas.microsoft.com/office/drawing/2014/main" id="{5B29EF97-08B0-9ED2-B05B-661D44170EE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84147" y="3354853"/>
                  <a:ext cx="254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4" name="墨迹 983">
                  <a:extLst>
                    <a:ext uri="{FF2B5EF4-FFF2-40B4-BE49-F238E27FC236}">
                      <a16:creationId xmlns:a16="http://schemas.microsoft.com/office/drawing/2014/main" id="{6E5368F4-BE1B-06D8-9AB6-C0EB7023D7AC}"/>
                    </a:ext>
                  </a:extLst>
                </p14:cNvPr>
                <p14:cNvContentPartPr/>
                <p14:nvPr/>
              </p14:nvContentPartPr>
              <p14:xfrm>
                <a:off x="2513947" y="2646013"/>
                <a:ext cx="2079360" cy="1080000"/>
              </p14:xfrm>
            </p:contentPart>
          </mc:Choice>
          <mc:Fallback xmlns="">
            <p:pic>
              <p:nvPicPr>
                <p:cNvPr id="984" name="墨迹 983">
                  <a:extLst>
                    <a:ext uri="{FF2B5EF4-FFF2-40B4-BE49-F238E27FC236}">
                      <a16:creationId xmlns:a16="http://schemas.microsoft.com/office/drawing/2014/main" id="{6E5368F4-BE1B-06D8-9AB6-C0EB7023D7A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460307" y="2538373"/>
                  <a:ext cx="2187000" cy="12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6" name="墨迹 985">
                  <a:extLst>
                    <a:ext uri="{FF2B5EF4-FFF2-40B4-BE49-F238E27FC236}">
                      <a16:creationId xmlns:a16="http://schemas.microsoft.com/office/drawing/2014/main" id="{30D60FAE-EE54-C780-B240-ACB7A45BDFC4}"/>
                    </a:ext>
                  </a:extLst>
                </p14:cNvPr>
                <p14:cNvContentPartPr/>
                <p14:nvPr/>
              </p14:nvContentPartPr>
              <p14:xfrm>
                <a:off x="2497387" y="2489053"/>
                <a:ext cx="360" cy="148320"/>
              </p14:xfrm>
            </p:contentPart>
          </mc:Choice>
          <mc:Fallback xmlns="">
            <p:pic>
              <p:nvPicPr>
                <p:cNvPr id="986" name="墨迹 985">
                  <a:extLst>
                    <a:ext uri="{FF2B5EF4-FFF2-40B4-BE49-F238E27FC236}">
                      <a16:creationId xmlns:a16="http://schemas.microsoft.com/office/drawing/2014/main" id="{30D60FAE-EE54-C780-B240-ACB7A45BDFC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443747" y="2381053"/>
                  <a:ext cx="1080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7" name="墨迹 986">
                  <a:extLst>
                    <a:ext uri="{FF2B5EF4-FFF2-40B4-BE49-F238E27FC236}">
                      <a16:creationId xmlns:a16="http://schemas.microsoft.com/office/drawing/2014/main" id="{42EC8CBC-2381-47B0-E98B-DEAF440032A2}"/>
                    </a:ext>
                  </a:extLst>
                </p14:cNvPr>
                <p14:cNvContentPartPr/>
                <p14:nvPr/>
              </p14:nvContentPartPr>
              <p14:xfrm>
                <a:off x="2518627" y="2493373"/>
                <a:ext cx="360" cy="1800"/>
              </p14:xfrm>
            </p:contentPart>
          </mc:Choice>
          <mc:Fallback xmlns="">
            <p:pic>
              <p:nvPicPr>
                <p:cNvPr id="987" name="墨迹 986">
                  <a:extLst>
                    <a:ext uri="{FF2B5EF4-FFF2-40B4-BE49-F238E27FC236}">
                      <a16:creationId xmlns:a16="http://schemas.microsoft.com/office/drawing/2014/main" id="{42EC8CBC-2381-47B0-E98B-DEAF440032A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464627" y="2385373"/>
                  <a:ext cx="108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8" name="墨迹 987">
                  <a:extLst>
                    <a:ext uri="{FF2B5EF4-FFF2-40B4-BE49-F238E27FC236}">
                      <a16:creationId xmlns:a16="http://schemas.microsoft.com/office/drawing/2014/main" id="{60DB217F-85E1-1370-DFC3-5C43D437354E}"/>
                    </a:ext>
                  </a:extLst>
                </p14:cNvPr>
                <p14:cNvContentPartPr/>
                <p14:nvPr/>
              </p14:nvContentPartPr>
              <p14:xfrm>
                <a:off x="2522947" y="2510293"/>
                <a:ext cx="594000" cy="338040"/>
              </p14:xfrm>
            </p:contentPart>
          </mc:Choice>
          <mc:Fallback xmlns="">
            <p:pic>
              <p:nvPicPr>
                <p:cNvPr id="988" name="墨迹 987">
                  <a:extLst>
                    <a:ext uri="{FF2B5EF4-FFF2-40B4-BE49-F238E27FC236}">
                      <a16:creationId xmlns:a16="http://schemas.microsoft.com/office/drawing/2014/main" id="{60DB217F-85E1-1370-DFC3-5C43D437354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68947" y="2402293"/>
                  <a:ext cx="7016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9" name="墨迹 988">
                  <a:extLst>
                    <a:ext uri="{FF2B5EF4-FFF2-40B4-BE49-F238E27FC236}">
                      <a16:creationId xmlns:a16="http://schemas.microsoft.com/office/drawing/2014/main" id="{62B97079-D4F7-7749-17CB-C5EB457DC654}"/>
                    </a:ext>
                  </a:extLst>
                </p14:cNvPr>
                <p14:cNvContentPartPr/>
                <p14:nvPr/>
              </p14:nvContentPartPr>
              <p14:xfrm>
                <a:off x="3111547" y="2848693"/>
                <a:ext cx="1210680" cy="721440"/>
              </p14:xfrm>
            </p:contentPart>
          </mc:Choice>
          <mc:Fallback xmlns="">
            <p:pic>
              <p:nvPicPr>
                <p:cNvPr id="989" name="墨迹 988">
                  <a:extLst>
                    <a:ext uri="{FF2B5EF4-FFF2-40B4-BE49-F238E27FC236}">
                      <a16:creationId xmlns:a16="http://schemas.microsoft.com/office/drawing/2014/main" id="{62B97079-D4F7-7749-17CB-C5EB457DC6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57547" y="2741053"/>
                  <a:ext cx="131832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0" name="墨迹 989">
                  <a:extLst>
                    <a:ext uri="{FF2B5EF4-FFF2-40B4-BE49-F238E27FC236}">
                      <a16:creationId xmlns:a16="http://schemas.microsoft.com/office/drawing/2014/main" id="{9553B448-DD45-E7AE-F22A-BBA82E97976E}"/>
                    </a:ext>
                  </a:extLst>
                </p14:cNvPr>
                <p14:cNvContentPartPr/>
                <p14:nvPr/>
              </p14:nvContentPartPr>
              <p14:xfrm>
                <a:off x="3555787" y="1477093"/>
                <a:ext cx="1558080" cy="920160"/>
              </p14:xfrm>
            </p:contentPart>
          </mc:Choice>
          <mc:Fallback xmlns="">
            <p:pic>
              <p:nvPicPr>
                <p:cNvPr id="990" name="墨迹 989">
                  <a:extLst>
                    <a:ext uri="{FF2B5EF4-FFF2-40B4-BE49-F238E27FC236}">
                      <a16:creationId xmlns:a16="http://schemas.microsoft.com/office/drawing/2014/main" id="{9553B448-DD45-E7AE-F22A-BBA82E9797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02147" y="1369453"/>
                  <a:ext cx="1665720" cy="11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1" name="墨迹 990">
                  <a:extLst>
                    <a:ext uri="{FF2B5EF4-FFF2-40B4-BE49-F238E27FC236}">
                      <a16:creationId xmlns:a16="http://schemas.microsoft.com/office/drawing/2014/main" id="{49F5323E-DEB8-BEE7-51FB-6B4534017C96}"/>
                    </a:ext>
                  </a:extLst>
                </p14:cNvPr>
                <p14:cNvContentPartPr/>
                <p14:nvPr/>
              </p14:nvContentPartPr>
              <p14:xfrm>
                <a:off x="4284067" y="694093"/>
                <a:ext cx="1599840" cy="951480"/>
              </p14:xfrm>
            </p:contentPart>
          </mc:Choice>
          <mc:Fallback xmlns="">
            <p:pic>
              <p:nvPicPr>
                <p:cNvPr id="991" name="墨迹 990">
                  <a:extLst>
                    <a:ext uri="{FF2B5EF4-FFF2-40B4-BE49-F238E27FC236}">
                      <a16:creationId xmlns:a16="http://schemas.microsoft.com/office/drawing/2014/main" id="{49F5323E-DEB8-BEE7-51FB-6B4534017C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30067" y="586093"/>
                  <a:ext cx="1707480" cy="11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2" name="墨迹 991">
                  <a:extLst>
                    <a:ext uri="{FF2B5EF4-FFF2-40B4-BE49-F238E27FC236}">
                      <a16:creationId xmlns:a16="http://schemas.microsoft.com/office/drawing/2014/main" id="{29D9BE7B-C2E1-2612-A614-568DD054B224}"/>
                    </a:ext>
                  </a:extLst>
                </p14:cNvPr>
                <p14:cNvContentPartPr/>
                <p14:nvPr/>
              </p14:nvContentPartPr>
              <p14:xfrm>
                <a:off x="3493507" y="977053"/>
                <a:ext cx="410040" cy="299880"/>
              </p14:xfrm>
            </p:contentPart>
          </mc:Choice>
          <mc:Fallback xmlns="">
            <p:pic>
              <p:nvPicPr>
                <p:cNvPr id="992" name="墨迹 991">
                  <a:extLst>
                    <a:ext uri="{FF2B5EF4-FFF2-40B4-BE49-F238E27FC236}">
                      <a16:creationId xmlns:a16="http://schemas.microsoft.com/office/drawing/2014/main" id="{29D9BE7B-C2E1-2612-A614-568DD054B22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39867" y="869413"/>
                  <a:ext cx="51768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3" name="墨迹 992">
                  <a:extLst>
                    <a:ext uri="{FF2B5EF4-FFF2-40B4-BE49-F238E27FC236}">
                      <a16:creationId xmlns:a16="http://schemas.microsoft.com/office/drawing/2014/main" id="{5BFE833F-BC73-26B4-DB9D-131509F6FFA5}"/>
                    </a:ext>
                  </a:extLst>
                </p14:cNvPr>
                <p14:cNvContentPartPr/>
                <p14:nvPr/>
              </p14:nvContentPartPr>
              <p14:xfrm>
                <a:off x="3796987" y="964813"/>
                <a:ext cx="1864080" cy="1175760"/>
              </p14:xfrm>
            </p:contentPart>
          </mc:Choice>
          <mc:Fallback xmlns="">
            <p:pic>
              <p:nvPicPr>
                <p:cNvPr id="993" name="墨迹 992">
                  <a:extLst>
                    <a:ext uri="{FF2B5EF4-FFF2-40B4-BE49-F238E27FC236}">
                      <a16:creationId xmlns:a16="http://schemas.microsoft.com/office/drawing/2014/main" id="{5BFE833F-BC73-26B4-DB9D-131509F6FFA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743347" y="857173"/>
                  <a:ext cx="1971720" cy="13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5" name="墨迹 994">
                  <a:extLst>
                    <a:ext uri="{FF2B5EF4-FFF2-40B4-BE49-F238E27FC236}">
                      <a16:creationId xmlns:a16="http://schemas.microsoft.com/office/drawing/2014/main" id="{35C9D6BF-0517-8280-4E41-4957ACA0D102}"/>
                    </a:ext>
                  </a:extLst>
                </p14:cNvPr>
                <p14:cNvContentPartPr/>
                <p14:nvPr/>
              </p14:nvContentPartPr>
              <p14:xfrm>
                <a:off x="5519947" y="1981093"/>
                <a:ext cx="190800" cy="106200"/>
              </p14:xfrm>
            </p:contentPart>
          </mc:Choice>
          <mc:Fallback xmlns="">
            <p:pic>
              <p:nvPicPr>
                <p:cNvPr id="995" name="墨迹 994">
                  <a:extLst>
                    <a:ext uri="{FF2B5EF4-FFF2-40B4-BE49-F238E27FC236}">
                      <a16:creationId xmlns:a16="http://schemas.microsoft.com/office/drawing/2014/main" id="{35C9D6BF-0517-8280-4E41-4957ACA0D1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65947" y="1873093"/>
                  <a:ext cx="2984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6" name="墨迹 995">
                  <a:extLst>
                    <a:ext uri="{FF2B5EF4-FFF2-40B4-BE49-F238E27FC236}">
                      <a16:creationId xmlns:a16="http://schemas.microsoft.com/office/drawing/2014/main" id="{F43CADF1-0FE0-4B64-7067-801E80B1B870}"/>
                    </a:ext>
                  </a:extLst>
                </p14:cNvPr>
                <p14:cNvContentPartPr/>
                <p14:nvPr/>
              </p14:nvContentPartPr>
              <p14:xfrm>
                <a:off x="5401507" y="1913413"/>
                <a:ext cx="142560" cy="82440"/>
              </p14:xfrm>
            </p:contentPart>
          </mc:Choice>
          <mc:Fallback xmlns="">
            <p:pic>
              <p:nvPicPr>
                <p:cNvPr id="996" name="墨迹 995">
                  <a:extLst>
                    <a:ext uri="{FF2B5EF4-FFF2-40B4-BE49-F238E27FC236}">
                      <a16:creationId xmlns:a16="http://schemas.microsoft.com/office/drawing/2014/main" id="{F43CADF1-0FE0-4B64-7067-801E80B1B8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47867" y="1805413"/>
                  <a:ext cx="250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7" name="墨迹 996">
                  <a:extLst>
                    <a:ext uri="{FF2B5EF4-FFF2-40B4-BE49-F238E27FC236}">
                      <a16:creationId xmlns:a16="http://schemas.microsoft.com/office/drawing/2014/main" id="{F954DE10-B64A-D4B2-24BC-14937784AA18}"/>
                    </a:ext>
                  </a:extLst>
                </p14:cNvPr>
                <p14:cNvContentPartPr/>
                <p14:nvPr/>
              </p14:nvContentPartPr>
              <p14:xfrm>
                <a:off x="5738107" y="1798933"/>
                <a:ext cx="248040" cy="271440"/>
              </p14:xfrm>
            </p:contentPart>
          </mc:Choice>
          <mc:Fallback xmlns="">
            <p:pic>
              <p:nvPicPr>
                <p:cNvPr id="997" name="墨迹 996">
                  <a:extLst>
                    <a:ext uri="{FF2B5EF4-FFF2-40B4-BE49-F238E27FC236}">
                      <a16:creationId xmlns:a16="http://schemas.microsoft.com/office/drawing/2014/main" id="{F954DE10-B64A-D4B2-24BC-14937784AA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84467" y="1691293"/>
                  <a:ext cx="3556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99" name="墨迹 998">
                  <a:extLst>
                    <a:ext uri="{FF2B5EF4-FFF2-40B4-BE49-F238E27FC236}">
                      <a16:creationId xmlns:a16="http://schemas.microsoft.com/office/drawing/2014/main" id="{98863112-F807-9470-DFF3-3500FCF4932A}"/>
                    </a:ext>
                  </a:extLst>
                </p14:cNvPr>
                <p14:cNvContentPartPr/>
                <p14:nvPr/>
              </p14:nvContentPartPr>
              <p14:xfrm>
                <a:off x="5676907" y="1909093"/>
                <a:ext cx="309240" cy="326520"/>
              </p14:xfrm>
            </p:contentPart>
          </mc:Choice>
          <mc:Fallback xmlns="">
            <p:pic>
              <p:nvPicPr>
                <p:cNvPr id="999" name="墨迹 998">
                  <a:extLst>
                    <a:ext uri="{FF2B5EF4-FFF2-40B4-BE49-F238E27FC236}">
                      <a16:creationId xmlns:a16="http://schemas.microsoft.com/office/drawing/2014/main" id="{98863112-F807-9470-DFF3-3500FCF4932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22907" y="1801093"/>
                  <a:ext cx="4168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01" name="墨迹 1000">
                  <a:extLst>
                    <a:ext uri="{FF2B5EF4-FFF2-40B4-BE49-F238E27FC236}">
                      <a16:creationId xmlns:a16="http://schemas.microsoft.com/office/drawing/2014/main" id="{0468EC66-701A-717C-3E22-714F8CC674E0}"/>
                    </a:ext>
                  </a:extLst>
                </p14:cNvPr>
                <p14:cNvContentPartPr/>
                <p14:nvPr/>
              </p14:nvContentPartPr>
              <p14:xfrm>
                <a:off x="3852067" y="1176853"/>
                <a:ext cx="1812240" cy="1041840"/>
              </p14:xfrm>
            </p:contentPart>
          </mc:Choice>
          <mc:Fallback xmlns="">
            <p:pic>
              <p:nvPicPr>
                <p:cNvPr id="1001" name="墨迹 1000">
                  <a:extLst>
                    <a:ext uri="{FF2B5EF4-FFF2-40B4-BE49-F238E27FC236}">
                      <a16:creationId xmlns:a16="http://schemas.microsoft.com/office/drawing/2014/main" id="{0468EC66-701A-717C-3E22-714F8CC674E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98067" y="1068853"/>
                  <a:ext cx="1919880" cy="12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02" name="墨迹 1001">
                  <a:extLst>
                    <a:ext uri="{FF2B5EF4-FFF2-40B4-BE49-F238E27FC236}">
                      <a16:creationId xmlns:a16="http://schemas.microsoft.com/office/drawing/2014/main" id="{5241D226-952D-E64A-0779-D7041EC88CE7}"/>
                    </a:ext>
                  </a:extLst>
                </p14:cNvPr>
                <p14:cNvContentPartPr/>
                <p14:nvPr/>
              </p14:nvContentPartPr>
              <p14:xfrm>
                <a:off x="3490267" y="1375573"/>
                <a:ext cx="15480" cy="153360"/>
              </p14:xfrm>
            </p:contentPart>
          </mc:Choice>
          <mc:Fallback xmlns="">
            <p:pic>
              <p:nvPicPr>
                <p:cNvPr id="1002" name="墨迹 1001">
                  <a:extLst>
                    <a:ext uri="{FF2B5EF4-FFF2-40B4-BE49-F238E27FC236}">
                      <a16:creationId xmlns:a16="http://schemas.microsoft.com/office/drawing/2014/main" id="{5241D226-952D-E64A-0779-D7041EC88CE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36267" y="1267933"/>
                  <a:ext cx="123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4" name="墨迹 1003">
                  <a:extLst>
                    <a:ext uri="{FF2B5EF4-FFF2-40B4-BE49-F238E27FC236}">
                      <a16:creationId xmlns:a16="http://schemas.microsoft.com/office/drawing/2014/main" id="{CA5A77C3-5F6F-97B7-3196-4C5506A52108}"/>
                    </a:ext>
                  </a:extLst>
                </p14:cNvPr>
                <p14:cNvContentPartPr/>
                <p14:nvPr/>
              </p14:nvContentPartPr>
              <p14:xfrm>
                <a:off x="3564427" y="1384213"/>
                <a:ext cx="1625760" cy="999360"/>
              </p14:xfrm>
            </p:contentPart>
          </mc:Choice>
          <mc:Fallback xmlns="">
            <p:pic>
              <p:nvPicPr>
                <p:cNvPr id="1004" name="墨迹 1003">
                  <a:extLst>
                    <a:ext uri="{FF2B5EF4-FFF2-40B4-BE49-F238E27FC236}">
                      <a16:creationId xmlns:a16="http://schemas.microsoft.com/office/drawing/2014/main" id="{CA5A77C3-5F6F-97B7-3196-4C5506A5210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10427" y="1276213"/>
                  <a:ext cx="1733400" cy="12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05" name="墨迹 1004">
                  <a:extLst>
                    <a:ext uri="{FF2B5EF4-FFF2-40B4-BE49-F238E27FC236}">
                      <a16:creationId xmlns:a16="http://schemas.microsoft.com/office/drawing/2014/main" id="{156B4EF4-B3A6-F94A-731F-2C20D3F01C36}"/>
                    </a:ext>
                  </a:extLst>
                </p14:cNvPr>
                <p14:cNvContentPartPr/>
                <p14:nvPr/>
              </p14:nvContentPartPr>
              <p14:xfrm>
                <a:off x="5078227" y="2391493"/>
                <a:ext cx="95040" cy="90000"/>
              </p14:xfrm>
            </p:contentPart>
          </mc:Choice>
          <mc:Fallback xmlns="">
            <p:pic>
              <p:nvPicPr>
                <p:cNvPr id="1005" name="墨迹 1004">
                  <a:extLst>
                    <a:ext uri="{FF2B5EF4-FFF2-40B4-BE49-F238E27FC236}">
                      <a16:creationId xmlns:a16="http://schemas.microsoft.com/office/drawing/2014/main" id="{156B4EF4-B3A6-F94A-731F-2C20D3F01C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24587" y="2283853"/>
                  <a:ext cx="2026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06" name="墨迹 1005">
                  <a:extLst>
                    <a:ext uri="{FF2B5EF4-FFF2-40B4-BE49-F238E27FC236}">
                      <a16:creationId xmlns:a16="http://schemas.microsoft.com/office/drawing/2014/main" id="{D7ACA113-EDF8-EA2E-CE5C-321B60739722}"/>
                    </a:ext>
                  </a:extLst>
                </p14:cNvPr>
                <p14:cNvContentPartPr/>
                <p14:nvPr/>
              </p14:nvContentPartPr>
              <p14:xfrm>
                <a:off x="3528787" y="1533613"/>
                <a:ext cx="1555560" cy="921600"/>
              </p14:xfrm>
            </p:contentPart>
          </mc:Choice>
          <mc:Fallback xmlns="">
            <p:pic>
              <p:nvPicPr>
                <p:cNvPr id="1006" name="墨迹 1005">
                  <a:extLst>
                    <a:ext uri="{FF2B5EF4-FFF2-40B4-BE49-F238E27FC236}">
                      <a16:creationId xmlns:a16="http://schemas.microsoft.com/office/drawing/2014/main" id="{D7ACA113-EDF8-EA2E-CE5C-321B6073972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74787" y="1425973"/>
                  <a:ext cx="1663200" cy="11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07" name="墨迹 1006">
                  <a:extLst>
                    <a:ext uri="{FF2B5EF4-FFF2-40B4-BE49-F238E27FC236}">
                      <a16:creationId xmlns:a16="http://schemas.microsoft.com/office/drawing/2014/main" id="{E13D99E8-DBD8-31BA-FCBA-98A302B50902}"/>
                    </a:ext>
                  </a:extLst>
                </p14:cNvPr>
                <p14:cNvContentPartPr/>
                <p14:nvPr/>
              </p14:nvContentPartPr>
              <p14:xfrm>
                <a:off x="3890227" y="1011613"/>
                <a:ext cx="566280" cy="349200"/>
              </p14:xfrm>
            </p:contentPart>
          </mc:Choice>
          <mc:Fallback xmlns="">
            <p:pic>
              <p:nvPicPr>
                <p:cNvPr id="1007" name="墨迹 1006">
                  <a:extLst>
                    <a:ext uri="{FF2B5EF4-FFF2-40B4-BE49-F238E27FC236}">
                      <a16:creationId xmlns:a16="http://schemas.microsoft.com/office/drawing/2014/main" id="{E13D99E8-DBD8-31BA-FCBA-98A302B509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36227" y="903613"/>
                  <a:ext cx="67392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09" name="墨迹 1008">
                  <a:extLst>
                    <a:ext uri="{FF2B5EF4-FFF2-40B4-BE49-F238E27FC236}">
                      <a16:creationId xmlns:a16="http://schemas.microsoft.com/office/drawing/2014/main" id="{ACEB3615-7757-EAF2-992A-4F4232F97473}"/>
                    </a:ext>
                  </a:extLst>
                </p14:cNvPr>
                <p14:cNvContentPartPr/>
                <p14:nvPr/>
              </p14:nvContentPartPr>
              <p14:xfrm>
                <a:off x="4203427" y="727573"/>
                <a:ext cx="1634400" cy="978480"/>
              </p14:xfrm>
            </p:contentPart>
          </mc:Choice>
          <mc:Fallback xmlns="">
            <p:pic>
              <p:nvPicPr>
                <p:cNvPr id="1009" name="墨迹 1008">
                  <a:extLst>
                    <a:ext uri="{FF2B5EF4-FFF2-40B4-BE49-F238E27FC236}">
                      <a16:creationId xmlns:a16="http://schemas.microsoft.com/office/drawing/2014/main" id="{ACEB3615-7757-EAF2-992A-4F4232F974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49427" y="619933"/>
                  <a:ext cx="1742040" cy="11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10" name="墨迹 1009">
                  <a:extLst>
                    <a:ext uri="{FF2B5EF4-FFF2-40B4-BE49-F238E27FC236}">
                      <a16:creationId xmlns:a16="http://schemas.microsoft.com/office/drawing/2014/main" id="{029AF91A-0422-736F-E5EF-72DF68FC67B4}"/>
                    </a:ext>
                  </a:extLst>
                </p14:cNvPr>
                <p14:cNvContentPartPr/>
                <p14:nvPr/>
              </p14:nvContentPartPr>
              <p14:xfrm>
                <a:off x="4204147" y="598093"/>
                <a:ext cx="727920" cy="416880"/>
              </p14:xfrm>
            </p:contentPart>
          </mc:Choice>
          <mc:Fallback xmlns="">
            <p:pic>
              <p:nvPicPr>
                <p:cNvPr id="1010" name="墨迹 1009">
                  <a:extLst>
                    <a:ext uri="{FF2B5EF4-FFF2-40B4-BE49-F238E27FC236}">
                      <a16:creationId xmlns:a16="http://schemas.microsoft.com/office/drawing/2014/main" id="{029AF91A-0422-736F-E5EF-72DF68FC67B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50147" y="490093"/>
                  <a:ext cx="83556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12" name="墨迹 1011">
                  <a:extLst>
                    <a:ext uri="{FF2B5EF4-FFF2-40B4-BE49-F238E27FC236}">
                      <a16:creationId xmlns:a16="http://schemas.microsoft.com/office/drawing/2014/main" id="{4495ED9B-0B3D-9089-8D31-7282CFB66D4C}"/>
                    </a:ext>
                  </a:extLst>
                </p14:cNvPr>
                <p14:cNvContentPartPr/>
                <p14:nvPr/>
              </p14:nvContentPartPr>
              <p14:xfrm>
                <a:off x="6002707" y="1663333"/>
                <a:ext cx="720" cy="220680"/>
              </p14:xfrm>
            </p:contentPart>
          </mc:Choice>
          <mc:Fallback xmlns="">
            <p:pic>
              <p:nvPicPr>
                <p:cNvPr id="1012" name="墨迹 1011">
                  <a:extLst>
                    <a:ext uri="{FF2B5EF4-FFF2-40B4-BE49-F238E27FC236}">
                      <a16:creationId xmlns:a16="http://schemas.microsoft.com/office/drawing/2014/main" id="{4495ED9B-0B3D-9089-8D31-7282CFB66D4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94707" y="1555693"/>
                  <a:ext cx="2160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13" name="墨迹 1012">
                  <a:extLst>
                    <a:ext uri="{FF2B5EF4-FFF2-40B4-BE49-F238E27FC236}">
                      <a16:creationId xmlns:a16="http://schemas.microsoft.com/office/drawing/2014/main" id="{5FF18D8D-2341-2EA5-E6A0-72487B51B7B1}"/>
                    </a:ext>
                  </a:extLst>
                </p14:cNvPr>
                <p14:cNvContentPartPr/>
                <p14:nvPr/>
              </p14:nvContentPartPr>
              <p14:xfrm>
                <a:off x="5998387" y="1769893"/>
                <a:ext cx="8640" cy="135360"/>
              </p14:xfrm>
            </p:contentPart>
          </mc:Choice>
          <mc:Fallback xmlns="">
            <p:pic>
              <p:nvPicPr>
                <p:cNvPr id="1013" name="墨迹 1012">
                  <a:extLst>
                    <a:ext uri="{FF2B5EF4-FFF2-40B4-BE49-F238E27FC236}">
                      <a16:creationId xmlns:a16="http://schemas.microsoft.com/office/drawing/2014/main" id="{5FF18D8D-2341-2EA5-E6A0-72487B51B7B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44387" y="1661893"/>
                  <a:ext cx="1162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4" name="墨迹 1013">
                  <a:extLst>
                    <a:ext uri="{FF2B5EF4-FFF2-40B4-BE49-F238E27FC236}">
                      <a16:creationId xmlns:a16="http://schemas.microsoft.com/office/drawing/2014/main" id="{D7A957DD-203D-DE33-BB67-43773D465183}"/>
                    </a:ext>
                  </a:extLst>
                </p14:cNvPr>
                <p14:cNvContentPartPr/>
                <p14:nvPr/>
              </p14:nvContentPartPr>
              <p14:xfrm>
                <a:off x="5988667" y="1649293"/>
                <a:ext cx="22680" cy="111960"/>
              </p14:xfrm>
            </p:contentPart>
          </mc:Choice>
          <mc:Fallback xmlns="">
            <p:pic>
              <p:nvPicPr>
                <p:cNvPr id="1014" name="墨迹 1013">
                  <a:extLst>
                    <a:ext uri="{FF2B5EF4-FFF2-40B4-BE49-F238E27FC236}">
                      <a16:creationId xmlns:a16="http://schemas.microsoft.com/office/drawing/2014/main" id="{D7A957DD-203D-DE33-BB67-43773D4651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35027" y="1541653"/>
                  <a:ext cx="1303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15" name="墨迹 1014">
                  <a:extLst>
                    <a:ext uri="{FF2B5EF4-FFF2-40B4-BE49-F238E27FC236}">
                      <a16:creationId xmlns:a16="http://schemas.microsoft.com/office/drawing/2014/main" id="{6AA354BA-A9C2-34C0-2D88-B62480443F38}"/>
                    </a:ext>
                  </a:extLst>
                </p14:cNvPr>
                <p14:cNvContentPartPr/>
                <p14:nvPr/>
              </p14:nvContentPartPr>
              <p14:xfrm>
                <a:off x="5922427" y="1638133"/>
                <a:ext cx="71280" cy="15480"/>
              </p14:xfrm>
            </p:contentPart>
          </mc:Choice>
          <mc:Fallback xmlns="">
            <p:pic>
              <p:nvPicPr>
                <p:cNvPr id="1015" name="墨迹 1014">
                  <a:extLst>
                    <a:ext uri="{FF2B5EF4-FFF2-40B4-BE49-F238E27FC236}">
                      <a16:creationId xmlns:a16="http://schemas.microsoft.com/office/drawing/2014/main" id="{6AA354BA-A9C2-34C0-2D88-B62480443F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68427" y="1530493"/>
                  <a:ext cx="178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16" name="墨迹 1015">
                  <a:extLst>
                    <a:ext uri="{FF2B5EF4-FFF2-40B4-BE49-F238E27FC236}">
                      <a16:creationId xmlns:a16="http://schemas.microsoft.com/office/drawing/2014/main" id="{AE9DE4C7-BC76-8282-73D2-E45F43A93C53}"/>
                    </a:ext>
                  </a:extLst>
                </p14:cNvPr>
                <p14:cNvContentPartPr/>
                <p14:nvPr/>
              </p14:nvContentPartPr>
              <p14:xfrm>
                <a:off x="5980387" y="1688893"/>
                <a:ext cx="35280" cy="12960"/>
              </p14:xfrm>
            </p:contentPart>
          </mc:Choice>
          <mc:Fallback xmlns="">
            <p:pic>
              <p:nvPicPr>
                <p:cNvPr id="1016" name="墨迹 1015">
                  <a:extLst>
                    <a:ext uri="{FF2B5EF4-FFF2-40B4-BE49-F238E27FC236}">
                      <a16:creationId xmlns:a16="http://schemas.microsoft.com/office/drawing/2014/main" id="{AE9DE4C7-BC76-8282-73D2-E45F43A93C5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26387" y="1580893"/>
                  <a:ext cx="142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17" name="墨迹 1016">
                  <a:extLst>
                    <a:ext uri="{FF2B5EF4-FFF2-40B4-BE49-F238E27FC236}">
                      <a16:creationId xmlns:a16="http://schemas.microsoft.com/office/drawing/2014/main" id="{F2E23120-99E1-42D0-5AF9-C0595956688D}"/>
                    </a:ext>
                  </a:extLst>
                </p14:cNvPr>
                <p14:cNvContentPartPr/>
                <p14:nvPr/>
              </p14:nvContentPartPr>
              <p14:xfrm>
                <a:off x="5875627" y="1773493"/>
                <a:ext cx="360" cy="360"/>
              </p14:xfrm>
            </p:contentPart>
          </mc:Choice>
          <mc:Fallback xmlns="">
            <p:pic>
              <p:nvPicPr>
                <p:cNvPr id="1017" name="墨迹 1016">
                  <a:extLst>
                    <a:ext uri="{FF2B5EF4-FFF2-40B4-BE49-F238E27FC236}">
                      <a16:creationId xmlns:a16="http://schemas.microsoft.com/office/drawing/2014/main" id="{F2E23120-99E1-42D0-5AF9-C0595956688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821987" y="1665853"/>
                  <a:ext cx="10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018" name="墨迹 1017">
                  <a:extLst>
                    <a:ext uri="{FF2B5EF4-FFF2-40B4-BE49-F238E27FC236}">
                      <a16:creationId xmlns:a16="http://schemas.microsoft.com/office/drawing/2014/main" id="{366F501B-3701-8AD5-3149-A77129CF6D6F}"/>
                    </a:ext>
                  </a:extLst>
                </p14:cNvPr>
                <p14:cNvContentPartPr/>
                <p14:nvPr/>
              </p14:nvContentPartPr>
              <p14:xfrm>
                <a:off x="5846107" y="1710133"/>
                <a:ext cx="360" cy="360"/>
              </p14:xfrm>
            </p:contentPart>
          </mc:Choice>
          <mc:Fallback xmlns="">
            <p:pic>
              <p:nvPicPr>
                <p:cNvPr id="1018" name="墨迹 1017">
                  <a:extLst>
                    <a:ext uri="{FF2B5EF4-FFF2-40B4-BE49-F238E27FC236}">
                      <a16:creationId xmlns:a16="http://schemas.microsoft.com/office/drawing/2014/main" id="{366F501B-3701-8AD5-3149-A77129CF6D6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792107" y="1602133"/>
                  <a:ext cx="10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19" name="墨迹 1018">
                  <a:extLst>
                    <a:ext uri="{FF2B5EF4-FFF2-40B4-BE49-F238E27FC236}">
                      <a16:creationId xmlns:a16="http://schemas.microsoft.com/office/drawing/2014/main" id="{D124CF4E-E0DE-2007-F734-8A25CE1A99E2}"/>
                    </a:ext>
                  </a:extLst>
                </p14:cNvPr>
                <p14:cNvContentPartPr/>
                <p14:nvPr/>
              </p14:nvContentPartPr>
              <p14:xfrm>
                <a:off x="4959787" y="1052413"/>
                <a:ext cx="1005120" cy="560880"/>
              </p14:xfrm>
            </p:contentPart>
          </mc:Choice>
          <mc:Fallback xmlns="">
            <p:pic>
              <p:nvPicPr>
                <p:cNvPr id="1019" name="墨迹 1018">
                  <a:extLst>
                    <a:ext uri="{FF2B5EF4-FFF2-40B4-BE49-F238E27FC236}">
                      <a16:creationId xmlns:a16="http://schemas.microsoft.com/office/drawing/2014/main" id="{D124CF4E-E0DE-2007-F734-8A25CE1A99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06147" y="944773"/>
                  <a:ext cx="111276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20" name="墨迹 1019">
                  <a:extLst>
                    <a:ext uri="{FF2B5EF4-FFF2-40B4-BE49-F238E27FC236}">
                      <a16:creationId xmlns:a16="http://schemas.microsoft.com/office/drawing/2014/main" id="{EAEDF47B-A151-DB5E-14DA-12D3293ADE00}"/>
                    </a:ext>
                  </a:extLst>
                </p14:cNvPr>
                <p14:cNvContentPartPr/>
                <p14:nvPr/>
              </p14:nvContentPartPr>
              <p14:xfrm>
                <a:off x="4897507" y="2190733"/>
                <a:ext cx="410040" cy="261000"/>
              </p14:xfrm>
            </p:contentPart>
          </mc:Choice>
          <mc:Fallback xmlns="">
            <p:pic>
              <p:nvPicPr>
                <p:cNvPr id="1020" name="墨迹 1019">
                  <a:extLst>
                    <a:ext uri="{FF2B5EF4-FFF2-40B4-BE49-F238E27FC236}">
                      <a16:creationId xmlns:a16="http://schemas.microsoft.com/office/drawing/2014/main" id="{EAEDF47B-A151-DB5E-14DA-12D3293ADE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43507" y="2082733"/>
                  <a:ext cx="5176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22" name="墨迹 1021">
                  <a:extLst>
                    <a:ext uri="{FF2B5EF4-FFF2-40B4-BE49-F238E27FC236}">
                      <a16:creationId xmlns:a16="http://schemas.microsoft.com/office/drawing/2014/main" id="{77273655-ABD3-972B-5018-38F99C5BF11F}"/>
                    </a:ext>
                  </a:extLst>
                </p14:cNvPr>
                <p14:cNvContentPartPr/>
                <p14:nvPr/>
              </p14:nvContentPartPr>
              <p14:xfrm>
                <a:off x="4855387" y="2323933"/>
                <a:ext cx="313560" cy="186480"/>
              </p14:xfrm>
            </p:contentPart>
          </mc:Choice>
          <mc:Fallback xmlns="">
            <p:pic>
              <p:nvPicPr>
                <p:cNvPr id="1022" name="墨迹 1021">
                  <a:extLst>
                    <a:ext uri="{FF2B5EF4-FFF2-40B4-BE49-F238E27FC236}">
                      <a16:creationId xmlns:a16="http://schemas.microsoft.com/office/drawing/2014/main" id="{77273655-ABD3-972B-5018-38F99C5BF11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01747" y="2215933"/>
                  <a:ext cx="421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23" name="墨迹 1022">
                  <a:extLst>
                    <a:ext uri="{FF2B5EF4-FFF2-40B4-BE49-F238E27FC236}">
                      <a16:creationId xmlns:a16="http://schemas.microsoft.com/office/drawing/2014/main" id="{065ECA19-680A-E0DF-8EDE-EA637F5338CE}"/>
                    </a:ext>
                  </a:extLst>
                </p14:cNvPr>
                <p14:cNvContentPartPr/>
                <p14:nvPr/>
              </p14:nvContentPartPr>
              <p14:xfrm>
                <a:off x="4923067" y="2899693"/>
                <a:ext cx="360" cy="360"/>
              </p14:xfrm>
            </p:contentPart>
          </mc:Choice>
          <mc:Fallback xmlns="">
            <p:pic>
              <p:nvPicPr>
                <p:cNvPr id="1023" name="墨迹 1022">
                  <a:extLst>
                    <a:ext uri="{FF2B5EF4-FFF2-40B4-BE49-F238E27FC236}">
                      <a16:creationId xmlns:a16="http://schemas.microsoft.com/office/drawing/2014/main" id="{065ECA19-680A-E0DF-8EDE-EA637F5338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05427" y="2863693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024" name="墨迹 1023">
                  <a:extLst>
                    <a:ext uri="{FF2B5EF4-FFF2-40B4-BE49-F238E27FC236}">
                      <a16:creationId xmlns:a16="http://schemas.microsoft.com/office/drawing/2014/main" id="{FDB98C08-2327-F60D-7B0D-166272C9B1C2}"/>
                    </a:ext>
                  </a:extLst>
                </p14:cNvPr>
                <p14:cNvContentPartPr/>
                <p14:nvPr/>
              </p14:nvContentPartPr>
              <p14:xfrm>
                <a:off x="4370268" y="3336783"/>
                <a:ext cx="92160" cy="147600"/>
              </p14:xfrm>
            </p:contentPart>
          </mc:Choice>
          <mc:Fallback xmlns="">
            <p:pic>
              <p:nvPicPr>
                <p:cNvPr id="1024" name="墨迹 1023">
                  <a:extLst>
                    <a:ext uri="{FF2B5EF4-FFF2-40B4-BE49-F238E27FC236}">
                      <a16:creationId xmlns:a16="http://schemas.microsoft.com/office/drawing/2014/main" id="{FDB98C08-2327-F60D-7B0D-166272C9B1C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352628" y="3300783"/>
                  <a:ext cx="127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025" name="墨迹 1024">
                  <a:extLst>
                    <a:ext uri="{FF2B5EF4-FFF2-40B4-BE49-F238E27FC236}">
                      <a16:creationId xmlns:a16="http://schemas.microsoft.com/office/drawing/2014/main" id="{D02FF092-03CF-BD37-FA7C-948A917F51E4}"/>
                    </a:ext>
                  </a:extLst>
                </p14:cNvPr>
                <p14:cNvContentPartPr/>
                <p14:nvPr/>
              </p14:nvContentPartPr>
              <p14:xfrm>
                <a:off x="4579068" y="3509583"/>
                <a:ext cx="75960" cy="81720"/>
              </p14:xfrm>
            </p:contentPart>
          </mc:Choice>
          <mc:Fallback xmlns="">
            <p:pic>
              <p:nvPicPr>
                <p:cNvPr id="1025" name="墨迹 1024">
                  <a:extLst>
                    <a:ext uri="{FF2B5EF4-FFF2-40B4-BE49-F238E27FC236}">
                      <a16:creationId xmlns:a16="http://schemas.microsoft.com/office/drawing/2014/main" id="{D02FF092-03CF-BD37-FA7C-948A917F51E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561428" y="3473583"/>
                  <a:ext cx="111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026" name="墨迹 1025">
                  <a:extLst>
                    <a:ext uri="{FF2B5EF4-FFF2-40B4-BE49-F238E27FC236}">
                      <a16:creationId xmlns:a16="http://schemas.microsoft.com/office/drawing/2014/main" id="{77B8065A-8432-C303-CF41-02766314A2E2}"/>
                    </a:ext>
                  </a:extLst>
                </p14:cNvPr>
                <p14:cNvContentPartPr/>
                <p14:nvPr/>
              </p14:nvContentPartPr>
              <p14:xfrm>
                <a:off x="4377468" y="3673383"/>
                <a:ext cx="118440" cy="145440"/>
              </p14:xfrm>
            </p:contentPart>
          </mc:Choice>
          <mc:Fallback xmlns="">
            <p:pic>
              <p:nvPicPr>
                <p:cNvPr id="1026" name="墨迹 1025">
                  <a:extLst>
                    <a:ext uri="{FF2B5EF4-FFF2-40B4-BE49-F238E27FC236}">
                      <a16:creationId xmlns:a16="http://schemas.microsoft.com/office/drawing/2014/main" id="{77B8065A-8432-C303-CF41-02766314A2E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359828" y="3637383"/>
                  <a:ext cx="154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027" name="墨迹 1026">
                  <a:extLst>
                    <a:ext uri="{FF2B5EF4-FFF2-40B4-BE49-F238E27FC236}">
                      <a16:creationId xmlns:a16="http://schemas.microsoft.com/office/drawing/2014/main" id="{223D6C7F-4B45-F86D-F144-83F3BA80B24F}"/>
                    </a:ext>
                  </a:extLst>
                </p14:cNvPr>
                <p14:cNvContentPartPr/>
                <p14:nvPr/>
              </p14:nvContentPartPr>
              <p14:xfrm>
                <a:off x="3875988" y="3553593"/>
                <a:ext cx="502560" cy="302400"/>
              </p14:xfrm>
            </p:contentPart>
          </mc:Choice>
          <mc:Fallback xmlns="">
            <p:pic>
              <p:nvPicPr>
                <p:cNvPr id="1027" name="墨迹 1026">
                  <a:extLst>
                    <a:ext uri="{FF2B5EF4-FFF2-40B4-BE49-F238E27FC236}">
                      <a16:creationId xmlns:a16="http://schemas.microsoft.com/office/drawing/2014/main" id="{223D6C7F-4B45-F86D-F144-83F3BA80B24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858348" y="3517593"/>
                  <a:ext cx="538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028" name="墨迹 1027">
                  <a:extLst>
                    <a:ext uri="{FF2B5EF4-FFF2-40B4-BE49-F238E27FC236}">
                      <a16:creationId xmlns:a16="http://schemas.microsoft.com/office/drawing/2014/main" id="{35482815-4460-9642-2395-B6DFD00CE956}"/>
                    </a:ext>
                  </a:extLst>
                </p14:cNvPr>
                <p14:cNvContentPartPr/>
                <p14:nvPr/>
              </p14:nvContentPartPr>
              <p14:xfrm>
                <a:off x="4047348" y="3660513"/>
                <a:ext cx="78840" cy="49680"/>
              </p14:xfrm>
            </p:contentPart>
          </mc:Choice>
          <mc:Fallback xmlns="">
            <p:pic>
              <p:nvPicPr>
                <p:cNvPr id="1028" name="墨迹 1027">
                  <a:extLst>
                    <a:ext uri="{FF2B5EF4-FFF2-40B4-BE49-F238E27FC236}">
                      <a16:creationId xmlns:a16="http://schemas.microsoft.com/office/drawing/2014/main" id="{35482815-4460-9642-2395-B6DFD00CE95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029708" y="3624873"/>
                  <a:ext cx="114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029" name="墨迹 1028">
                  <a:extLst>
                    <a:ext uri="{FF2B5EF4-FFF2-40B4-BE49-F238E27FC236}">
                      <a16:creationId xmlns:a16="http://schemas.microsoft.com/office/drawing/2014/main" id="{94FA6D5B-D52E-C9DB-1F2C-63392B514B5E}"/>
                    </a:ext>
                  </a:extLst>
                </p14:cNvPr>
                <p14:cNvContentPartPr/>
                <p14:nvPr/>
              </p14:nvContentPartPr>
              <p14:xfrm>
                <a:off x="3796068" y="3522633"/>
                <a:ext cx="150480" cy="86040"/>
              </p14:xfrm>
            </p:contentPart>
          </mc:Choice>
          <mc:Fallback xmlns="">
            <p:pic>
              <p:nvPicPr>
                <p:cNvPr id="1029" name="墨迹 1028">
                  <a:extLst>
                    <a:ext uri="{FF2B5EF4-FFF2-40B4-BE49-F238E27FC236}">
                      <a16:creationId xmlns:a16="http://schemas.microsoft.com/office/drawing/2014/main" id="{94FA6D5B-D52E-C9DB-1F2C-63392B514B5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778428" y="3486633"/>
                  <a:ext cx="186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030" name="墨迹 1029">
                  <a:extLst>
                    <a:ext uri="{FF2B5EF4-FFF2-40B4-BE49-F238E27FC236}">
                      <a16:creationId xmlns:a16="http://schemas.microsoft.com/office/drawing/2014/main" id="{35D48728-D122-0594-77E6-EB8A200F14FD}"/>
                    </a:ext>
                  </a:extLst>
                </p14:cNvPr>
                <p14:cNvContentPartPr/>
                <p14:nvPr/>
              </p14:nvContentPartPr>
              <p14:xfrm>
                <a:off x="3477470" y="3322057"/>
                <a:ext cx="324000" cy="191880"/>
              </p14:xfrm>
            </p:contentPart>
          </mc:Choice>
          <mc:Fallback xmlns="">
            <p:pic>
              <p:nvPicPr>
                <p:cNvPr id="1030" name="墨迹 1029">
                  <a:extLst>
                    <a:ext uri="{FF2B5EF4-FFF2-40B4-BE49-F238E27FC236}">
                      <a16:creationId xmlns:a16="http://schemas.microsoft.com/office/drawing/2014/main" id="{35D48728-D122-0594-77E6-EB8A200F14F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459830" y="3286417"/>
                  <a:ext cx="359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031" name="墨迹 1030">
                  <a:extLst>
                    <a:ext uri="{FF2B5EF4-FFF2-40B4-BE49-F238E27FC236}">
                      <a16:creationId xmlns:a16="http://schemas.microsoft.com/office/drawing/2014/main" id="{DE0F0A1A-0E40-6B3F-D5BB-888F0D70636C}"/>
                    </a:ext>
                  </a:extLst>
                </p14:cNvPr>
                <p14:cNvContentPartPr/>
                <p14:nvPr/>
              </p14:nvContentPartPr>
              <p14:xfrm>
                <a:off x="2453718" y="2357288"/>
                <a:ext cx="582120" cy="347040"/>
              </p14:xfrm>
            </p:contentPart>
          </mc:Choice>
          <mc:Fallback xmlns="">
            <p:pic>
              <p:nvPicPr>
                <p:cNvPr id="1031" name="墨迹 1030">
                  <a:extLst>
                    <a:ext uri="{FF2B5EF4-FFF2-40B4-BE49-F238E27FC236}">
                      <a16:creationId xmlns:a16="http://schemas.microsoft.com/office/drawing/2014/main" id="{DE0F0A1A-0E40-6B3F-D5BB-888F0D70636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435718" y="2321648"/>
                  <a:ext cx="6177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032" name="墨迹 1031">
                  <a:extLst>
                    <a:ext uri="{FF2B5EF4-FFF2-40B4-BE49-F238E27FC236}">
                      <a16:creationId xmlns:a16="http://schemas.microsoft.com/office/drawing/2014/main" id="{5A79596D-6080-0961-F56E-D58B5BB8E94F}"/>
                    </a:ext>
                  </a:extLst>
                </p14:cNvPr>
                <p14:cNvContentPartPr/>
                <p14:nvPr/>
              </p14:nvContentPartPr>
              <p14:xfrm>
                <a:off x="2721558" y="2525048"/>
                <a:ext cx="72720" cy="34200"/>
              </p14:xfrm>
            </p:contentPart>
          </mc:Choice>
          <mc:Fallback xmlns="">
            <p:pic>
              <p:nvPicPr>
                <p:cNvPr id="1032" name="墨迹 1031">
                  <a:extLst>
                    <a:ext uri="{FF2B5EF4-FFF2-40B4-BE49-F238E27FC236}">
                      <a16:creationId xmlns:a16="http://schemas.microsoft.com/office/drawing/2014/main" id="{5A79596D-6080-0961-F56E-D58B5BB8E94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03918" y="2489048"/>
                  <a:ext cx="108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034" name="墨迹 1033">
                  <a:extLst>
                    <a:ext uri="{FF2B5EF4-FFF2-40B4-BE49-F238E27FC236}">
                      <a16:creationId xmlns:a16="http://schemas.microsoft.com/office/drawing/2014/main" id="{6A602D7B-93A9-D724-BB23-E0F5C49816BC}"/>
                    </a:ext>
                  </a:extLst>
                </p14:cNvPr>
                <p14:cNvContentPartPr/>
                <p14:nvPr/>
              </p14:nvContentPartPr>
              <p14:xfrm>
                <a:off x="2450838" y="2460248"/>
                <a:ext cx="720" cy="263880"/>
              </p14:xfrm>
            </p:contentPart>
          </mc:Choice>
          <mc:Fallback xmlns="">
            <p:pic>
              <p:nvPicPr>
                <p:cNvPr id="1034" name="墨迹 1033">
                  <a:extLst>
                    <a:ext uri="{FF2B5EF4-FFF2-40B4-BE49-F238E27FC236}">
                      <a16:creationId xmlns:a16="http://schemas.microsoft.com/office/drawing/2014/main" id="{6A602D7B-93A9-D724-BB23-E0F5C49816B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14838" y="2424608"/>
                  <a:ext cx="72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035" name="墨迹 1034">
                  <a:extLst>
                    <a:ext uri="{FF2B5EF4-FFF2-40B4-BE49-F238E27FC236}">
                      <a16:creationId xmlns:a16="http://schemas.microsoft.com/office/drawing/2014/main" id="{B393851E-59C6-CCD0-4D3A-0F012F07EEE0}"/>
                    </a:ext>
                  </a:extLst>
                </p14:cNvPr>
                <p14:cNvContentPartPr/>
                <p14:nvPr/>
              </p14:nvContentPartPr>
              <p14:xfrm>
                <a:off x="2520678" y="2678768"/>
                <a:ext cx="360" cy="1080"/>
              </p14:xfrm>
            </p:contentPart>
          </mc:Choice>
          <mc:Fallback xmlns="">
            <p:pic>
              <p:nvPicPr>
                <p:cNvPr id="1035" name="墨迹 1034">
                  <a:extLst>
                    <a:ext uri="{FF2B5EF4-FFF2-40B4-BE49-F238E27FC236}">
                      <a16:creationId xmlns:a16="http://schemas.microsoft.com/office/drawing/2014/main" id="{B393851E-59C6-CCD0-4D3A-0F012F07EEE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03038" y="2643128"/>
                  <a:ext cx="36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037" name="墨迹 1036">
                  <a:extLst>
                    <a:ext uri="{FF2B5EF4-FFF2-40B4-BE49-F238E27FC236}">
                      <a16:creationId xmlns:a16="http://schemas.microsoft.com/office/drawing/2014/main" id="{108D94BB-F75C-85C5-2F31-10774BF5557E}"/>
                    </a:ext>
                  </a:extLst>
                </p14:cNvPr>
                <p14:cNvContentPartPr/>
                <p14:nvPr/>
              </p14:nvContentPartPr>
              <p14:xfrm>
                <a:off x="2460198" y="2741408"/>
                <a:ext cx="549720" cy="297360"/>
              </p14:xfrm>
            </p:contentPart>
          </mc:Choice>
          <mc:Fallback xmlns="">
            <p:pic>
              <p:nvPicPr>
                <p:cNvPr id="1037" name="墨迹 1036">
                  <a:extLst>
                    <a:ext uri="{FF2B5EF4-FFF2-40B4-BE49-F238E27FC236}">
                      <a16:creationId xmlns:a16="http://schemas.microsoft.com/office/drawing/2014/main" id="{108D94BB-F75C-85C5-2F31-10774BF5557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442558" y="2705408"/>
                  <a:ext cx="5853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038" name="墨迹 1037">
                  <a:extLst>
                    <a:ext uri="{FF2B5EF4-FFF2-40B4-BE49-F238E27FC236}">
                      <a16:creationId xmlns:a16="http://schemas.microsoft.com/office/drawing/2014/main" id="{5AB905B9-CEAA-8664-19BB-5F098577BB9C}"/>
                    </a:ext>
                  </a:extLst>
                </p14:cNvPr>
                <p14:cNvContentPartPr/>
                <p14:nvPr/>
              </p14:nvContentPartPr>
              <p14:xfrm>
                <a:off x="2962038" y="3028688"/>
                <a:ext cx="362880" cy="205920"/>
              </p14:xfrm>
            </p:contentPart>
          </mc:Choice>
          <mc:Fallback xmlns="">
            <p:pic>
              <p:nvPicPr>
                <p:cNvPr id="1038" name="墨迹 1037">
                  <a:extLst>
                    <a:ext uri="{FF2B5EF4-FFF2-40B4-BE49-F238E27FC236}">
                      <a16:creationId xmlns:a16="http://schemas.microsoft.com/office/drawing/2014/main" id="{5AB905B9-CEAA-8664-19BB-5F098577BB9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944398" y="2993048"/>
                  <a:ext cx="398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039" name="墨迹 1038">
                  <a:extLst>
                    <a:ext uri="{FF2B5EF4-FFF2-40B4-BE49-F238E27FC236}">
                      <a16:creationId xmlns:a16="http://schemas.microsoft.com/office/drawing/2014/main" id="{1C09EFB7-D217-84A8-C68A-6012EF21CDC1}"/>
                    </a:ext>
                  </a:extLst>
                </p14:cNvPr>
                <p14:cNvContentPartPr/>
                <p14:nvPr/>
              </p14:nvContentPartPr>
              <p14:xfrm>
                <a:off x="3330260" y="3241575"/>
                <a:ext cx="168120" cy="88560"/>
              </p14:xfrm>
            </p:contentPart>
          </mc:Choice>
          <mc:Fallback xmlns="">
            <p:pic>
              <p:nvPicPr>
                <p:cNvPr id="1039" name="墨迹 1038">
                  <a:extLst>
                    <a:ext uri="{FF2B5EF4-FFF2-40B4-BE49-F238E27FC236}">
                      <a16:creationId xmlns:a16="http://schemas.microsoft.com/office/drawing/2014/main" id="{1C09EFB7-D217-84A8-C68A-6012EF21CDC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312620" y="3205575"/>
                  <a:ext cx="203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040" name="墨迹 1039">
                  <a:extLst>
                    <a:ext uri="{FF2B5EF4-FFF2-40B4-BE49-F238E27FC236}">
                      <a16:creationId xmlns:a16="http://schemas.microsoft.com/office/drawing/2014/main" id="{79F40FEA-569A-40A8-0BF1-28BD95E853EB}"/>
                    </a:ext>
                  </a:extLst>
                </p14:cNvPr>
                <p14:cNvContentPartPr/>
                <p14:nvPr/>
              </p14:nvContentPartPr>
              <p14:xfrm>
                <a:off x="2776940" y="2329695"/>
                <a:ext cx="1268280" cy="756720"/>
              </p14:xfrm>
            </p:contentPart>
          </mc:Choice>
          <mc:Fallback xmlns="">
            <p:pic>
              <p:nvPicPr>
                <p:cNvPr id="1040" name="墨迹 1039">
                  <a:extLst>
                    <a:ext uri="{FF2B5EF4-FFF2-40B4-BE49-F238E27FC236}">
                      <a16:creationId xmlns:a16="http://schemas.microsoft.com/office/drawing/2014/main" id="{79F40FEA-569A-40A8-0BF1-28BD95E853E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758940" y="2293695"/>
                  <a:ext cx="130392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041" name="墨迹 1040">
                  <a:extLst>
                    <a:ext uri="{FF2B5EF4-FFF2-40B4-BE49-F238E27FC236}">
                      <a16:creationId xmlns:a16="http://schemas.microsoft.com/office/drawing/2014/main" id="{DE67C6EF-3429-4C58-347A-B1BF561804A2}"/>
                    </a:ext>
                  </a:extLst>
                </p14:cNvPr>
                <p14:cNvContentPartPr/>
                <p14:nvPr/>
              </p14:nvContentPartPr>
              <p14:xfrm>
                <a:off x="3806540" y="2936655"/>
                <a:ext cx="433080" cy="265680"/>
              </p14:xfrm>
            </p:contentPart>
          </mc:Choice>
          <mc:Fallback xmlns="">
            <p:pic>
              <p:nvPicPr>
                <p:cNvPr id="1041" name="墨迹 1040">
                  <a:extLst>
                    <a:ext uri="{FF2B5EF4-FFF2-40B4-BE49-F238E27FC236}">
                      <a16:creationId xmlns:a16="http://schemas.microsoft.com/office/drawing/2014/main" id="{DE67C6EF-3429-4C58-347A-B1BF561804A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88900" y="2901015"/>
                  <a:ext cx="468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042" name="墨迹 1041">
                  <a:extLst>
                    <a:ext uri="{FF2B5EF4-FFF2-40B4-BE49-F238E27FC236}">
                      <a16:creationId xmlns:a16="http://schemas.microsoft.com/office/drawing/2014/main" id="{CE98EDB5-756C-1C61-C773-CEFDEC7905F4}"/>
                    </a:ext>
                  </a:extLst>
                </p14:cNvPr>
                <p14:cNvContentPartPr/>
                <p14:nvPr/>
              </p14:nvContentPartPr>
              <p14:xfrm>
                <a:off x="3146300" y="2769255"/>
                <a:ext cx="292320" cy="177480"/>
              </p14:xfrm>
            </p:contentPart>
          </mc:Choice>
          <mc:Fallback xmlns="">
            <p:pic>
              <p:nvPicPr>
                <p:cNvPr id="1042" name="墨迹 1041">
                  <a:extLst>
                    <a:ext uri="{FF2B5EF4-FFF2-40B4-BE49-F238E27FC236}">
                      <a16:creationId xmlns:a16="http://schemas.microsoft.com/office/drawing/2014/main" id="{CE98EDB5-756C-1C61-C773-CEFDEC7905F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128300" y="2733255"/>
                  <a:ext cx="327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043" name="墨迹 1042">
                  <a:extLst>
                    <a:ext uri="{FF2B5EF4-FFF2-40B4-BE49-F238E27FC236}">
                      <a16:creationId xmlns:a16="http://schemas.microsoft.com/office/drawing/2014/main" id="{C114C432-1303-A0C7-0536-7FC77B95A4B0}"/>
                    </a:ext>
                  </a:extLst>
                </p14:cNvPr>
                <p14:cNvContentPartPr/>
                <p14:nvPr/>
              </p14:nvContentPartPr>
              <p14:xfrm>
                <a:off x="4247400" y="3196800"/>
                <a:ext cx="172440" cy="105480"/>
              </p14:xfrm>
            </p:contentPart>
          </mc:Choice>
          <mc:Fallback xmlns="">
            <p:pic>
              <p:nvPicPr>
                <p:cNvPr id="1043" name="墨迹 1042">
                  <a:extLst>
                    <a:ext uri="{FF2B5EF4-FFF2-40B4-BE49-F238E27FC236}">
                      <a16:creationId xmlns:a16="http://schemas.microsoft.com/office/drawing/2014/main" id="{C114C432-1303-A0C7-0536-7FC77B95A4B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29760" y="3160800"/>
                  <a:ext cx="208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045" name="墨迹 1044">
                  <a:extLst>
                    <a:ext uri="{FF2B5EF4-FFF2-40B4-BE49-F238E27FC236}">
                      <a16:creationId xmlns:a16="http://schemas.microsoft.com/office/drawing/2014/main" id="{628FABF7-5503-E8DF-7C03-8FEC27DC68ED}"/>
                    </a:ext>
                  </a:extLst>
                </p14:cNvPr>
                <p14:cNvContentPartPr/>
                <p14:nvPr/>
              </p14:nvContentPartPr>
              <p14:xfrm>
                <a:off x="3144360" y="2219760"/>
                <a:ext cx="1082160" cy="624960"/>
              </p14:xfrm>
            </p:contentPart>
          </mc:Choice>
          <mc:Fallback xmlns="">
            <p:pic>
              <p:nvPicPr>
                <p:cNvPr id="1045" name="墨迹 1044">
                  <a:extLst>
                    <a:ext uri="{FF2B5EF4-FFF2-40B4-BE49-F238E27FC236}">
                      <a16:creationId xmlns:a16="http://schemas.microsoft.com/office/drawing/2014/main" id="{628FABF7-5503-E8DF-7C03-8FEC27DC68E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126720" y="2183760"/>
                  <a:ext cx="11178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046" name="墨迹 1045">
                  <a:extLst>
                    <a:ext uri="{FF2B5EF4-FFF2-40B4-BE49-F238E27FC236}">
                      <a16:creationId xmlns:a16="http://schemas.microsoft.com/office/drawing/2014/main" id="{F5A944D1-4BA6-376F-9050-EC303F2246A9}"/>
                    </a:ext>
                  </a:extLst>
                </p14:cNvPr>
                <p14:cNvContentPartPr/>
                <p14:nvPr/>
              </p14:nvContentPartPr>
              <p14:xfrm>
                <a:off x="3003240" y="2126160"/>
                <a:ext cx="136440" cy="83880"/>
              </p14:xfrm>
            </p:contentPart>
          </mc:Choice>
          <mc:Fallback xmlns="">
            <p:pic>
              <p:nvPicPr>
                <p:cNvPr id="1046" name="墨迹 1045">
                  <a:extLst>
                    <a:ext uri="{FF2B5EF4-FFF2-40B4-BE49-F238E27FC236}">
                      <a16:creationId xmlns:a16="http://schemas.microsoft.com/office/drawing/2014/main" id="{F5A944D1-4BA6-376F-9050-EC303F2246A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985240" y="2090160"/>
                  <a:ext cx="172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048" name="墨迹 1047">
                  <a:extLst>
                    <a:ext uri="{FF2B5EF4-FFF2-40B4-BE49-F238E27FC236}">
                      <a16:creationId xmlns:a16="http://schemas.microsoft.com/office/drawing/2014/main" id="{6547756D-A215-3CD8-2031-CEA44815B4F3}"/>
                    </a:ext>
                  </a:extLst>
                </p14:cNvPr>
                <p14:cNvContentPartPr/>
                <p14:nvPr/>
              </p14:nvContentPartPr>
              <p14:xfrm>
                <a:off x="3718200" y="1731960"/>
                <a:ext cx="412200" cy="254520"/>
              </p14:xfrm>
            </p:contentPart>
          </mc:Choice>
          <mc:Fallback xmlns="">
            <p:pic>
              <p:nvPicPr>
                <p:cNvPr id="1048" name="墨迹 1047">
                  <a:extLst>
                    <a:ext uri="{FF2B5EF4-FFF2-40B4-BE49-F238E27FC236}">
                      <a16:creationId xmlns:a16="http://schemas.microsoft.com/office/drawing/2014/main" id="{6547756D-A215-3CD8-2031-CEA44815B4F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700560" y="1696320"/>
                  <a:ext cx="4478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049" name="墨迹 1048">
                  <a:extLst>
                    <a:ext uri="{FF2B5EF4-FFF2-40B4-BE49-F238E27FC236}">
                      <a16:creationId xmlns:a16="http://schemas.microsoft.com/office/drawing/2014/main" id="{BC54F5A1-6AA1-4087-4FDB-93F741A561A8}"/>
                    </a:ext>
                  </a:extLst>
                </p14:cNvPr>
                <p14:cNvContentPartPr/>
                <p14:nvPr/>
              </p14:nvContentPartPr>
              <p14:xfrm>
                <a:off x="2986263" y="1929327"/>
                <a:ext cx="11160" cy="1080"/>
              </p14:xfrm>
            </p:contentPart>
          </mc:Choice>
          <mc:Fallback xmlns="">
            <p:pic>
              <p:nvPicPr>
                <p:cNvPr id="1049" name="墨迹 1048">
                  <a:extLst>
                    <a:ext uri="{FF2B5EF4-FFF2-40B4-BE49-F238E27FC236}">
                      <a16:creationId xmlns:a16="http://schemas.microsoft.com/office/drawing/2014/main" id="{BC54F5A1-6AA1-4087-4FDB-93F741A561A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68263" y="1893687"/>
                  <a:ext cx="46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050" name="墨迹 1049">
                  <a:extLst>
                    <a:ext uri="{FF2B5EF4-FFF2-40B4-BE49-F238E27FC236}">
                      <a16:creationId xmlns:a16="http://schemas.microsoft.com/office/drawing/2014/main" id="{AE9C0AA1-83DB-DD0D-9999-ABD0372E78E1}"/>
                    </a:ext>
                  </a:extLst>
                </p14:cNvPr>
                <p14:cNvContentPartPr/>
                <p14:nvPr/>
              </p14:nvContentPartPr>
              <p14:xfrm>
                <a:off x="3481623" y="1600047"/>
                <a:ext cx="360" cy="360"/>
              </p14:xfrm>
            </p:contentPart>
          </mc:Choice>
          <mc:Fallback xmlns="">
            <p:pic>
              <p:nvPicPr>
                <p:cNvPr id="1050" name="墨迹 1049">
                  <a:extLst>
                    <a:ext uri="{FF2B5EF4-FFF2-40B4-BE49-F238E27FC236}">
                      <a16:creationId xmlns:a16="http://schemas.microsoft.com/office/drawing/2014/main" id="{AE9C0AA1-83DB-DD0D-9999-ABD0372E78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3983" y="1564047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051" name="墨迹 1050">
                  <a:extLst>
                    <a:ext uri="{FF2B5EF4-FFF2-40B4-BE49-F238E27FC236}">
                      <a16:creationId xmlns:a16="http://schemas.microsoft.com/office/drawing/2014/main" id="{83B29B4D-C2C1-20F4-3FAF-B4CA9101588E}"/>
                    </a:ext>
                  </a:extLst>
                </p14:cNvPr>
                <p14:cNvContentPartPr/>
                <p14:nvPr/>
              </p14:nvContentPartPr>
              <p14:xfrm>
                <a:off x="3708063" y="1735407"/>
                <a:ext cx="473400" cy="282600"/>
              </p14:xfrm>
            </p:contentPart>
          </mc:Choice>
          <mc:Fallback xmlns="">
            <p:pic>
              <p:nvPicPr>
                <p:cNvPr id="1051" name="墨迹 1050">
                  <a:extLst>
                    <a:ext uri="{FF2B5EF4-FFF2-40B4-BE49-F238E27FC236}">
                      <a16:creationId xmlns:a16="http://schemas.microsoft.com/office/drawing/2014/main" id="{83B29B4D-C2C1-20F4-3FAF-B4CA9101588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690423" y="1699767"/>
                  <a:ext cx="5090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052" name="墨迹 1051">
                  <a:extLst>
                    <a:ext uri="{FF2B5EF4-FFF2-40B4-BE49-F238E27FC236}">
                      <a16:creationId xmlns:a16="http://schemas.microsoft.com/office/drawing/2014/main" id="{28ABC559-7BBE-915D-A7E1-65B82D00FA07}"/>
                    </a:ext>
                  </a:extLst>
                </p14:cNvPr>
                <p14:cNvContentPartPr/>
                <p14:nvPr/>
              </p14:nvContentPartPr>
              <p14:xfrm>
                <a:off x="3658023" y="1191567"/>
                <a:ext cx="127800" cy="106560"/>
              </p14:xfrm>
            </p:contentPart>
          </mc:Choice>
          <mc:Fallback xmlns="">
            <p:pic>
              <p:nvPicPr>
                <p:cNvPr id="1052" name="墨迹 1051">
                  <a:extLst>
                    <a:ext uri="{FF2B5EF4-FFF2-40B4-BE49-F238E27FC236}">
                      <a16:creationId xmlns:a16="http://schemas.microsoft.com/office/drawing/2014/main" id="{28ABC559-7BBE-915D-A7E1-65B82D00FA0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40383" y="1155567"/>
                  <a:ext cx="163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053" name="墨迹 1052">
                  <a:extLst>
                    <a:ext uri="{FF2B5EF4-FFF2-40B4-BE49-F238E27FC236}">
                      <a16:creationId xmlns:a16="http://schemas.microsoft.com/office/drawing/2014/main" id="{0818C2DC-2180-D51F-3A58-55F15255EB69}"/>
                    </a:ext>
                  </a:extLst>
                </p14:cNvPr>
                <p14:cNvContentPartPr/>
                <p14:nvPr/>
              </p14:nvContentPartPr>
              <p14:xfrm>
                <a:off x="3748383" y="857247"/>
                <a:ext cx="423360" cy="241200"/>
              </p14:xfrm>
            </p:contentPart>
          </mc:Choice>
          <mc:Fallback xmlns="">
            <p:pic>
              <p:nvPicPr>
                <p:cNvPr id="1053" name="墨迹 1052">
                  <a:extLst>
                    <a:ext uri="{FF2B5EF4-FFF2-40B4-BE49-F238E27FC236}">
                      <a16:creationId xmlns:a16="http://schemas.microsoft.com/office/drawing/2014/main" id="{0818C2DC-2180-D51F-3A58-55F15255EB6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30383" y="821247"/>
                  <a:ext cx="459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054" name="墨迹 1053">
                  <a:extLst>
                    <a:ext uri="{FF2B5EF4-FFF2-40B4-BE49-F238E27FC236}">
                      <a16:creationId xmlns:a16="http://schemas.microsoft.com/office/drawing/2014/main" id="{8D5095D7-27F0-DD78-BD85-EA4429A7DD33}"/>
                    </a:ext>
                  </a:extLst>
                </p14:cNvPr>
                <p14:cNvContentPartPr/>
                <p14:nvPr/>
              </p14:nvContentPartPr>
              <p14:xfrm>
                <a:off x="3966410" y="960877"/>
                <a:ext cx="1208160" cy="708480"/>
              </p14:xfrm>
            </p:contentPart>
          </mc:Choice>
          <mc:Fallback xmlns="">
            <p:pic>
              <p:nvPicPr>
                <p:cNvPr id="1054" name="墨迹 1053">
                  <a:extLst>
                    <a:ext uri="{FF2B5EF4-FFF2-40B4-BE49-F238E27FC236}">
                      <a16:creationId xmlns:a16="http://schemas.microsoft.com/office/drawing/2014/main" id="{8D5095D7-27F0-DD78-BD85-EA4429A7DD3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48770" y="924877"/>
                  <a:ext cx="124380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055" name="墨迹 1054">
                  <a:extLst>
                    <a:ext uri="{FF2B5EF4-FFF2-40B4-BE49-F238E27FC236}">
                      <a16:creationId xmlns:a16="http://schemas.microsoft.com/office/drawing/2014/main" id="{3C95E4D5-C29E-89B7-D43E-2FF505AF9AF2}"/>
                    </a:ext>
                  </a:extLst>
                </p14:cNvPr>
                <p14:cNvContentPartPr/>
                <p14:nvPr/>
              </p14:nvContentPartPr>
              <p14:xfrm>
                <a:off x="4670930" y="1962517"/>
                <a:ext cx="673920" cy="423000"/>
              </p14:xfrm>
            </p:contentPart>
          </mc:Choice>
          <mc:Fallback xmlns="">
            <p:pic>
              <p:nvPicPr>
                <p:cNvPr id="1055" name="墨迹 1054">
                  <a:extLst>
                    <a:ext uri="{FF2B5EF4-FFF2-40B4-BE49-F238E27FC236}">
                      <a16:creationId xmlns:a16="http://schemas.microsoft.com/office/drawing/2014/main" id="{3C95E4D5-C29E-89B7-D43E-2FF505AF9A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52930" y="1926877"/>
                  <a:ext cx="7095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056" name="墨迹 1055">
                  <a:extLst>
                    <a:ext uri="{FF2B5EF4-FFF2-40B4-BE49-F238E27FC236}">
                      <a16:creationId xmlns:a16="http://schemas.microsoft.com/office/drawing/2014/main" id="{90D4C0FE-8F36-77EF-06BB-6A6AFC63A7F0}"/>
                    </a:ext>
                  </a:extLst>
                </p14:cNvPr>
                <p14:cNvContentPartPr/>
                <p14:nvPr/>
              </p14:nvContentPartPr>
              <p14:xfrm>
                <a:off x="5343050" y="2367877"/>
                <a:ext cx="7920" cy="24120"/>
              </p14:xfrm>
            </p:contentPart>
          </mc:Choice>
          <mc:Fallback xmlns="">
            <p:pic>
              <p:nvPicPr>
                <p:cNvPr id="1056" name="墨迹 1055">
                  <a:extLst>
                    <a:ext uri="{FF2B5EF4-FFF2-40B4-BE49-F238E27FC236}">
                      <a16:creationId xmlns:a16="http://schemas.microsoft.com/office/drawing/2014/main" id="{90D4C0FE-8F36-77EF-06BB-6A6AFC63A7F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25410" y="2331877"/>
                  <a:ext cx="43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057" name="墨迹 1056">
                  <a:extLst>
                    <a:ext uri="{FF2B5EF4-FFF2-40B4-BE49-F238E27FC236}">
                      <a16:creationId xmlns:a16="http://schemas.microsoft.com/office/drawing/2014/main" id="{8D766BAE-8991-3077-BBC9-0959E0D8D152}"/>
                    </a:ext>
                  </a:extLst>
                </p14:cNvPr>
                <p14:cNvContentPartPr/>
                <p14:nvPr/>
              </p14:nvContentPartPr>
              <p14:xfrm>
                <a:off x="5418290" y="2192917"/>
                <a:ext cx="205200" cy="110520"/>
              </p14:xfrm>
            </p:contentPart>
          </mc:Choice>
          <mc:Fallback xmlns="">
            <p:pic>
              <p:nvPicPr>
                <p:cNvPr id="1057" name="墨迹 1056">
                  <a:extLst>
                    <a:ext uri="{FF2B5EF4-FFF2-40B4-BE49-F238E27FC236}">
                      <a16:creationId xmlns:a16="http://schemas.microsoft.com/office/drawing/2014/main" id="{8D766BAE-8991-3077-BBC9-0959E0D8D15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00650" y="2157277"/>
                  <a:ext cx="240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058" name="墨迹 1057">
                  <a:extLst>
                    <a:ext uri="{FF2B5EF4-FFF2-40B4-BE49-F238E27FC236}">
                      <a16:creationId xmlns:a16="http://schemas.microsoft.com/office/drawing/2014/main" id="{B7FD8520-706B-8222-D2E5-E401168769F7}"/>
                    </a:ext>
                  </a:extLst>
                </p14:cNvPr>
                <p14:cNvContentPartPr/>
                <p14:nvPr/>
              </p14:nvContentPartPr>
              <p14:xfrm>
                <a:off x="5748050" y="2118397"/>
                <a:ext cx="163800" cy="142920"/>
              </p14:xfrm>
            </p:contentPart>
          </mc:Choice>
          <mc:Fallback xmlns="">
            <p:pic>
              <p:nvPicPr>
                <p:cNvPr id="1058" name="墨迹 1057">
                  <a:extLst>
                    <a:ext uri="{FF2B5EF4-FFF2-40B4-BE49-F238E27FC236}">
                      <a16:creationId xmlns:a16="http://schemas.microsoft.com/office/drawing/2014/main" id="{B7FD8520-706B-8222-D2E5-E401168769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30410" y="2082757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059" name="墨迹 1058">
                  <a:extLst>
                    <a:ext uri="{FF2B5EF4-FFF2-40B4-BE49-F238E27FC236}">
                      <a16:creationId xmlns:a16="http://schemas.microsoft.com/office/drawing/2014/main" id="{991489C4-E81A-CE53-79DB-FCB3B1D38AD6}"/>
                    </a:ext>
                  </a:extLst>
                </p14:cNvPr>
                <p14:cNvContentPartPr/>
                <p14:nvPr/>
              </p14:nvContentPartPr>
              <p14:xfrm>
                <a:off x="5637890" y="2203357"/>
                <a:ext cx="191520" cy="144720"/>
              </p14:xfrm>
            </p:contentPart>
          </mc:Choice>
          <mc:Fallback xmlns="">
            <p:pic>
              <p:nvPicPr>
                <p:cNvPr id="1059" name="墨迹 1058">
                  <a:extLst>
                    <a:ext uri="{FF2B5EF4-FFF2-40B4-BE49-F238E27FC236}">
                      <a16:creationId xmlns:a16="http://schemas.microsoft.com/office/drawing/2014/main" id="{991489C4-E81A-CE53-79DB-FCB3B1D38AD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19890" y="2167357"/>
                  <a:ext cx="227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060" name="墨迹 1059">
                  <a:extLst>
                    <a:ext uri="{FF2B5EF4-FFF2-40B4-BE49-F238E27FC236}">
                      <a16:creationId xmlns:a16="http://schemas.microsoft.com/office/drawing/2014/main" id="{B0179658-558E-CBA0-A37C-9281F0CB3601}"/>
                    </a:ext>
                  </a:extLst>
                </p14:cNvPr>
                <p14:cNvContentPartPr/>
                <p14:nvPr/>
              </p14:nvContentPartPr>
              <p14:xfrm>
                <a:off x="5760650" y="2241517"/>
                <a:ext cx="41040" cy="34200"/>
              </p14:xfrm>
            </p:contentPart>
          </mc:Choice>
          <mc:Fallback xmlns="">
            <p:pic>
              <p:nvPicPr>
                <p:cNvPr id="1060" name="墨迹 1059">
                  <a:extLst>
                    <a:ext uri="{FF2B5EF4-FFF2-40B4-BE49-F238E27FC236}">
                      <a16:creationId xmlns:a16="http://schemas.microsoft.com/office/drawing/2014/main" id="{B0179658-558E-CBA0-A37C-9281F0CB36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43010" y="2205517"/>
                  <a:ext cx="76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061" name="墨迹 1060">
                  <a:extLst>
                    <a:ext uri="{FF2B5EF4-FFF2-40B4-BE49-F238E27FC236}">
                      <a16:creationId xmlns:a16="http://schemas.microsoft.com/office/drawing/2014/main" id="{90014451-D121-420F-74CD-7FEC0CCF6582}"/>
                    </a:ext>
                  </a:extLst>
                </p14:cNvPr>
                <p14:cNvContentPartPr/>
                <p14:nvPr/>
              </p14:nvContentPartPr>
              <p14:xfrm>
                <a:off x="5000330" y="966637"/>
                <a:ext cx="90360" cy="51840"/>
              </p14:xfrm>
            </p:contentPart>
          </mc:Choice>
          <mc:Fallback xmlns="">
            <p:pic>
              <p:nvPicPr>
                <p:cNvPr id="1061" name="墨迹 1060">
                  <a:extLst>
                    <a:ext uri="{FF2B5EF4-FFF2-40B4-BE49-F238E27FC236}">
                      <a16:creationId xmlns:a16="http://schemas.microsoft.com/office/drawing/2014/main" id="{90014451-D121-420F-74CD-7FEC0CCF658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982330" y="930637"/>
                  <a:ext cx="126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063" name="墨迹 1062">
                  <a:extLst>
                    <a:ext uri="{FF2B5EF4-FFF2-40B4-BE49-F238E27FC236}">
                      <a16:creationId xmlns:a16="http://schemas.microsoft.com/office/drawing/2014/main" id="{BF87824F-87F8-89C5-D54F-46600DB5129A}"/>
                    </a:ext>
                  </a:extLst>
                </p14:cNvPr>
                <p14:cNvContentPartPr/>
                <p14:nvPr/>
              </p14:nvContentPartPr>
              <p14:xfrm>
                <a:off x="4184570" y="477997"/>
                <a:ext cx="372600" cy="231120"/>
              </p14:xfrm>
            </p:contentPart>
          </mc:Choice>
          <mc:Fallback xmlns="">
            <p:pic>
              <p:nvPicPr>
                <p:cNvPr id="1063" name="墨迹 1062">
                  <a:extLst>
                    <a:ext uri="{FF2B5EF4-FFF2-40B4-BE49-F238E27FC236}">
                      <a16:creationId xmlns:a16="http://schemas.microsoft.com/office/drawing/2014/main" id="{BF87824F-87F8-89C5-D54F-46600DB5129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66570" y="441997"/>
                  <a:ext cx="408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064" name="墨迹 1063">
                  <a:extLst>
                    <a:ext uri="{FF2B5EF4-FFF2-40B4-BE49-F238E27FC236}">
                      <a16:creationId xmlns:a16="http://schemas.microsoft.com/office/drawing/2014/main" id="{AFEB1945-44C9-5297-1CAE-DCDC96D52600}"/>
                    </a:ext>
                  </a:extLst>
                </p14:cNvPr>
                <p14:cNvContentPartPr/>
                <p14:nvPr/>
              </p14:nvContentPartPr>
              <p14:xfrm>
                <a:off x="4159370" y="460357"/>
                <a:ext cx="10800" cy="34920"/>
              </p14:xfrm>
            </p:contentPart>
          </mc:Choice>
          <mc:Fallback xmlns="">
            <p:pic>
              <p:nvPicPr>
                <p:cNvPr id="1064" name="墨迹 1063">
                  <a:extLst>
                    <a:ext uri="{FF2B5EF4-FFF2-40B4-BE49-F238E27FC236}">
                      <a16:creationId xmlns:a16="http://schemas.microsoft.com/office/drawing/2014/main" id="{AFEB1945-44C9-5297-1CAE-DCDC96D526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141370" y="424717"/>
                  <a:ext cx="46440" cy="1065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66" name="箭头: 下 1065">
              <a:extLst>
                <a:ext uri="{FF2B5EF4-FFF2-40B4-BE49-F238E27FC236}">
                  <a16:creationId xmlns:a16="http://schemas.microsoft.com/office/drawing/2014/main" id="{A570DD63-3D86-EBCD-78C4-3106FC0C506C}"/>
                </a:ext>
              </a:extLst>
            </p:cNvPr>
            <p:cNvSpPr/>
            <p:nvPr/>
          </p:nvSpPr>
          <p:spPr>
            <a:xfrm rot="18136935">
              <a:off x="5455761" y="2389276"/>
              <a:ext cx="344063" cy="363977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8" name="箭头: 下 1067">
              <a:extLst>
                <a:ext uri="{FF2B5EF4-FFF2-40B4-BE49-F238E27FC236}">
                  <a16:creationId xmlns:a16="http://schemas.microsoft.com/office/drawing/2014/main" id="{70DA888A-124D-DC3E-6B05-24C1CD4979D4}"/>
                </a:ext>
              </a:extLst>
            </p:cNvPr>
            <p:cNvSpPr/>
            <p:nvPr/>
          </p:nvSpPr>
          <p:spPr>
            <a:xfrm rot="18136935">
              <a:off x="4745809" y="3155975"/>
              <a:ext cx="344063" cy="363977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0" name="箭头: 下 1069">
              <a:extLst>
                <a:ext uri="{FF2B5EF4-FFF2-40B4-BE49-F238E27FC236}">
                  <a16:creationId xmlns:a16="http://schemas.microsoft.com/office/drawing/2014/main" id="{2B1B212C-6849-9783-A0FB-D9B72FC72B7C}"/>
                </a:ext>
              </a:extLst>
            </p:cNvPr>
            <p:cNvSpPr/>
            <p:nvPr/>
          </p:nvSpPr>
          <p:spPr>
            <a:xfrm rot="18136935">
              <a:off x="3852755" y="488483"/>
              <a:ext cx="344063" cy="363977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2" name="箭头: 下 1071">
              <a:extLst>
                <a:ext uri="{FF2B5EF4-FFF2-40B4-BE49-F238E27FC236}">
                  <a16:creationId xmlns:a16="http://schemas.microsoft.com/office/drawing/2014/main" id="{C84C5537-7C68-5CE1-4B42-486FF952077A}"/>
                </a:ext>
              </a:extLst>
            </p:cNvPr>
            <p:cNvSpPr/>
            <p:nvPr/>
          </p:nvSpPr>
          <p:spPr>
            <a:xfrm rot="18136935">
              <a:off x="3150392" y="1271784"/>
              <a:ext cx="344063" cy="363977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箭头: 下 1073">
              <a:extLst>
                <a:ext uri="{FF2B5EF4-FFF2-40B4-BE49-F238E27FC236}">
                  <a16:creationId xmlns:a16="http://schemas.microsoft.com/office/drawing/2014/main" id="{9F09CBB3-C655-08FF-4606-A4EC7609C7B7}"/>
                </a:ext>
              </a:extLst>
            </p:cNvPr>
            <p:cNvSpPr/>
            <p:nvPr/>
          </p:nvSpPr>
          <p:spPr>
            <a:xfrm rot="18136935">
              <a:off x="2496684" y="2033818"/>
              <a:ext cx="344063" cy="363977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3" name="箭头: 下 1092">
              <a:extLst>
                <a:ext uri="{FF2B5EF4-FFF2-40B4-BE49-F238E27FC236}">
                  <a16:creationId xmlns:a16="http://schemas.microsoft.com/office/drawing/2014/main" id="{71DA7D87-5CBA-2777-C869-EEB5AF4CA3E6}"/>
                </a:ext>
              </a:extLst>
            </p:cNvPr>
            <p:cNvSpPr/>
            <p:nvPr/>
          </p:nvSpPr>
          <p:spPr>
            <a:xfrm>
              <a:off x="4226538" y="689462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5" name="箭头: 下 1094">
              <a:extLst>
                <a:ext uri="{FF2B5EF4-FFF2-40B4-BE49-F238E27FC236}">
                  <a16:creationId xmlns:a16="http://schemas.microsoft.com/office/drawing/2014/main" id="{10F7CB75-BFAF-95CA-6464-AA414F35DC43}"/>
                </a:ext>
              </a:extLst>
            </p:cNvPr>
            <p:cNvSpPr/>
            <p:nvPr/>
          </p:nvSpPr>
          <p:spPr>
            <a:xfrm>
              <a:off x="4465849" y="836616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7" name="箭头: 下 1096">
              <a:extLst>
                <a:ext uri="{FF2B5EF4-FFF2-40B4-BE49-F238E27FC236}">
                  <a16:creationId xmlns:a16="http://schemas.microsoft.com/office/drawing/2014/main" id="{9B2D0EEB-9895-933B-85D9-91B9BED50617}"/>
                </a:ext>
              </a:extLst>
            </p:cNvPr>
            <p:cNvSpPr/>
            <p:nvPr/>
          </p:nvSpPr>
          <p:spPr>
            <a:xfrm>
              <a:off x="4721453" y="983532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9" name="箭头: 下 1098">
              <a:extLst>
                <a:ext uri="{FF2B5EF4-FFF2-40B4-BE49-F238E27FC236}">
                  <a16:creationId xmlns:a16="http://schemas.microsoft.com/office/drawing/2014/main" id="{307B4C07-30BB-8273-1E9F-C1562275C047}"/>
                </a:ext>
              </a:extLst>
            </p:cNvPr>
            <p:cNvSpPr/>
            <p:nvPr/>
          </p:nvSpPr>
          <p:spPr>
            <a:xfrm>
              <a:off x="4984694" y="1124425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1" name="箭头: 下 1100">
              <a:extLst>
                <a:ext uri="{FF2B5EF4-FFF2-40B4-BE49-F238E27FC236}">
                  <a16:creationId xmlns:a16="http://schemas.microsoft.com/office/drawing/2014/main" id="{AAF7BC35-3D28-3855-3EDF-B2ED31F7F69C}"/>
                </a:ext>
              </a:extLst>
            </p:cNvPr>
            <p:cNvSpPr/>
            <p:nvPr/>
          </p:nvSpPr>
          <p:spPr>
            <a:xfrm>
              <a:off x="5241255" y="1298751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3" name="箭头: 下 1102">
              <a:extLst>
                <a:ext uri="{FF2B5EF4-FFF2-40B4-BE49-F238E27FC236}">
                  <a16:creationId xmlns:a16="http://schemas.microsoft.com/office/drawing/2014/main" id="{CAD6521E-D63E-477B-A4CF-835384578880}"/>
                </a:ext>
              </a:extLst>
            </p:cNvPr>
            <p:cNvSpPr/>
            <p:nvPr/>
          </p:nvSpPr>
          <p:spPr>
            <a:xfrm>
              <a:off x="5492043" y="1439704"/>
              <a:ext cx="116536" cy="32427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5" name="箭头: 下 1104">
              <a:extLst>
                <a:ext uri="{FF2B5EF4-FFF2-40B4-BE49-F238E27FC236}">
                  <a16:creationId xmlns:a16="http://schemas.microsoft.com/office/drawing/2014/main" id="{576114FF-0EC5-37D3-A1CC-E08FC1B03CD3}"/>
                </a:ext>
              </a:extLst>
            </p:cNvPr>
            <p:cNvSpPr/>
            <p:nvPr/>
          </p:nvSpPr>
          <p:spPr>
            <a:xfrm rot="10800000">
              <a:off x="3877487" y="1096924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9" name="箭头: 下 1108">
              <a:extLst>
                <a:ext uri="{FF2B5EF4-FFF2-40B4-BE49-F238E27FC236}">
                  <a16:creationId xmlns:a16="http://schemas.microsoft.com/office/drawing/2014/main" id="{09C430A7-2B65-A4D9-6A03-901B88AB75C4}"/>
                </a:ext>
              </a:extLst>
            </p:cNvPr>
            <p:cNvSpPr/>
            <p:nvPr/>
          </p:nvSpPr>
          <p:spPr>
            <a:xfrm rot="10800000">
              <a:off x="4131276" y="1239169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1" name="箭头: 下 1110">
              <a:extLst>
                <a:ext uri="{FF2B5EF4-FFF2-40B4-BE49-F238E27FC236}">
                  <a16:creationId xmlns:a16="http://schemas.microsoft.com/office/drawing/2014/main" id="{6A71E860-6EE6-E9DC-3529-89C26EDECECF}"/>
                </a:ext>
              </a:extLst>
            </p:cNvPr>
            <p:cNvSpPr/>
            <p:nvPr/>
          </p:nvSpPr>
          <p:spPr>
            <a:xfrm rot="10800000">
              <a:off x="4416162" y="1382591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3" name="箭头: 下 1112">
              <a:extLst>
                <a:ext uri="{FF2B5EF4-FFF2-40B4-BE49-F238E27FC236}">
                  <a16:creationId xmlns:a16="http://schemas.microsoft.com/office/drawing/2014/main" id="{FBDEC0B8-F215-212B-55A9-BFB2A365AC13}"/>
                </a:ext>
              </a:extLst>
            </p:cNvPr>
            <p:cNvSpPr/>
            <p:nvPr/>
          </p:nvSpPr>
          <p:spPr>
            <a:xfrm rot="10800000">
              <a:off x="4687211" y="1553078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5" name="箭头: 下 1114">
              <a:extLst>
                <a:ext uri="{FF2B5EF4-FFF2-40B4-BE49-F238E27FC236}">
                  <a16:creationId xmlns:a16="http://schemas.microsoft.com/office/drawing/2014/main" id="{5DDA7B77-1955-09D3-9D24-16B63CF30009}"/>
                </a:ext>
              </a:extLst>
            </p:cNvPr>
            <p:cNvSpPr/>
            <p:nvPr/>
          </p:nvSpPr>
          <p:spPr>
            <a:xfrm rot="10800000">
              <a:off x="4950480" y="1725386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7" name="箭头: 下 1116">
              <a:extLst>
                <a:ext uri="{FF2B5EF4-FFF2-40B4-BE49-F238E27FC236}">
                  <a16:creationId xmlns:a16="http://schemas.microsoft.com/office/drawing/2014/main" id="{0E2C7F89-CE56-8A47-1E4E-86C1800A7846}"/>
                </a:ext>
              </a:extLst>
            </p:cNvPr>
            <p:cNvSpPr/>
            <p:nvPr/>
          </p:nvSpPr>
          <p:spPr>
            <a:xfrm rot="10800000">
              <a:off x="5230574" y="1876817"/>
              <a:ext cx="116536" cy="32427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34" name="组合 1333">
            <a:extLst>
              <a:ext uri="{FF2B5EF4-FFF2-40B4-BE49-F238E27FC236}">
                <a16:creationId xmlns:a16="http://schemas.microsoft.com/office/drawing/2014/main" id="{03E953BA-8D77-9924-B71C-28545C21ADE7}"/>
              </a:ext>
            </a:extLst>
          </p:cNvPr>
          <p:cNvGrpSpPr/>
          <p:nvPr/>
        </p:nvGrpSpPr>
        <p:grpSpPr>
          <a:xfrm>
            <a:off x="8301824" y="569472"/>
            <a:ext cx="4650105" cy="4108126"/>
            <a:chOff x="7724775" y="1119317"/>
            <a:chExt cx="4650105" cy="4108126"/>
          </a:xfrm>
        </p:grpSpPr>
        <p:grpSp>
          <p:nvGrpSpPr>
            <p:cNvPr id="1176" name="组合 1175">
              <a:extLst>
                <a:ext uri="{FF2B5EF4-FFF2-40B4-BE49-F238E27FC236}">
                  <a16:creationId xmlns:a16="http://schemas.microsoft.com/office/drawing/2014/main" id="{97FBF232-4D1E-A5F8-E042-FE92B9595852}"/>
                </a:ext>
              </a:extLst>
            </p:cNvPr>
            <p:cNvGrpSpPr/>
            <p:nvPr/>
          </p:nvGrpSpPr>
          <p:grpSpPr>
            <a:xfrm>
              <a:off x="7724775" y="1119317"/>
              <a:ext cx="3220380" cy="4108126"/>
              <a:chOff x="7724775" y="1119317"/>
              <a:chExt cx="3220380" cy="4108126"/>
            </a:xfrm>
          </p:grpSpPr>
          <p:sp>
            <p:nvSpPr>
              <p:cNvPr id="1118" name="矩形 1117">
                <a:extLst>
                  <a:ext uri="{FF2B5EF4-FFF2-40B4-BE49-F238E27FC236}">
                    <a16:creationId xmlns:a16="http://schemas.microsoft.com/office/drawing/2014/main" id="{0C7876CB-0174-EF79-303D-18CD9DB27B2A}"/>
                  </a:ext>
                </a:extLst>
              </p:cNvPr>
              <p:cNvSpPr/>
              <p:nvPr/>
            </p:nvSpPr>
            <p:spPr>
              <a:xfrm>
                <a:off x="7734595" y="1119317"/>
                <a:ext cx="3210560" cy="410812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20" name="直接连接符 1119">
                <a:extLst>
                  <a:ext uri="{FF2B5EF4-FFF2-40B4-BE49-F238E27FC236}">
                    <a16:creationId xmlns:a16="http://schemas.microsoft.com/office/drawing/2014/main" id="{31EDBBDA-63D5-9441-FB4C-1085FA026F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4775" y="1293025"/>
                <a:ext cx="306514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5" name="直接连接符 1124">
                <a:extLst>
                  <a:ext uri="{FF2B5EF4-FFF2-40B4-BE49-F238E27FC236}">
                    <a16:creationId xmlns:a16="http://schemas.microsoft.com/office/drawing/2014/main" id="{5E045399-7827-854A-C8BC-9E723A97FA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1125" y="1893205"/>
                <a:ext cx="305879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6" name="直接连接符 1125">
                <a:extLst>
                  <a:ext uri="{FF2B5EF4-FFF2-40B4-BE49-F238E27FC236}">
                    <a16:creationId xmlns:a16="http://schemas.microsoft.com/office/drawing/2014/main" id="{1E632C52-87F7-EA71-C84B-B4F8408C39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7175" y="2057807"/>
                <a:ext cx="304482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7" name="直接连接符 1126">
                <a:extLst>
                  <a:ext uri="{FF2B5EF4-FFF2-40B4-BE49-F238E27FC236}">
                    <a16:creationId xmlns:a16="http://schemas.microsoft.com/office/drawing/2014/main" id="{A7A9307B-696D-744F-A8F7-9CDFFECF03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6700" y="2717080"/>
                <a:ext cx="30448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8" name="直接连接符 1127">
                <a:extLst>
                  <a:ext uri="{FF2B5EF4-FFF2-40B4-BE49-F238E27FC236}">
                    <a16:creationId xmlns:a16="http://schemas.microsoft.com/office/drawing/2014/main" id="{27E76D9C-08D5-D40D-906F-1C07193FD7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6129" y="2900560"/>
                <a:ext cx="304982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9" name="直接连接符 1128">
                <a:extLst>
                  <a:ext uri="{FF2B5EF4-FFF2-40B4-BE49-F238E27FC236}">
                    <a16:creationId xmlns:a16="http://schemas.microsoft.com/office/drawing/2014/main" id="{687B9D5E-91E9-3C9A-5BC3-C6A0E0116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6128" y="3536393"/>
                <a:ext cx="305776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0" name="直接连接符 1129">
                <a:extLst>
                  <a:ext uri="{FF2B5EF4-FFF2-40B4-BE49-F238E27FC236}">
                    <a16:creationId xmlns:a16="http://schemas.microsoft.com/office/drawing/2014/main" id="{0A59909F-C60B-5439-3B3C-40765BEDA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6700" y="3682824"/>
                <a:ext cx="30384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1" name="直接连接符 1130">
                <a:extLst>
                  <a:ext uri="{FF2B5EF4-FFF2-40B4-BE49-F238E27FC236}">
                    <a16:creationId xmlns:a16="http://schemas.microsoft.com/office/drawing/2014/main" id="{6A79F72E-A22F-BD94-B549-685D3D75C5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6128" y="5037013"/>
                <a:ext cx="303712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2" name="直接连接符 1131">
                <a:extLst>
                  <a:ext uri="{FF2B5EF4-FFF2-40B4-BE49-F238E27FC236}">
                    <a16:creationId xmlns:a16="http://schemas.microsoft.com/office/drawing/2014/main" id="{29A6FAB8-0375-0420-DDB7-241F2CB4B6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4595" y="4469747"/>
                <a:ext cx="302230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3" name="直接连接符 1132">
                <a:extLst>
                  <a:ext uri="{FF2B5EF4-FFF2-40B4-BE49-F238E27FC236}">
                    <a16:creationId xmlns:a16="http://schemas.microsoft.com/office/drawing/2014/main" id="{09861BCD-AFB1-C84C-41A1-421C9F4D73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0350" y="4275013"/>
                <a:ext cx="30448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4" name="直接连接符 1133">
                <a:extLst>
                  <a:ext uri="{FF2B5EF4-FFF2-40B4-BE49-F238E27FC236}">
                    <a16:creationId xmlns:a16="http://schemas.microsoft.com/office/drawing/2014/main" id="{9EC27B46-6EFE-B2D6-4678-7A3D9BA18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95000" y="1297036"/>
                <a:ext cx="0" cy="6036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2" name="直接连接符 1141">
                <a:extLst>
                  <a:ext uri="{FF2B5EF4-FFF2-40B4-BE49-F238E27FC236}">
                    <a16:creationId xmlns:a16="http://schemas.microsoft.com/office/drawing/2014/main" id="{62B384E3-5A42-8031-8766-77B6A10DC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4160" y="2057807"/>
                <a:ext cx="0" cy="6450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3" name="直接连接符 1142">
                <a:extLst>
                  <a:ext uri="{FF2B5EF4-FFF2-40B4-BE49-F238E27FC236}">
                    <a16:creationId xmlns:a16="http://schemas.microsoft.com/office/drawing/2014/main" id="{F47B5E3A-554E-1119-2864-47C0E9A230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4840" y="2904914"/>
                <a:ext cx="0" cy="63147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4" name="直接连接符 1143">
                <a:extLst>
                  <a:ext uri="{FF2B5EF4-FFF2-40B4-BE49-F238E27FC236}">
                    <a16:creationId xmlns:a16="http://schemas.microsoft.com/office/drawing/2014/main" id="{D9851DC6-542B-729A-05B0-6215C657E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84160" y="3680194"/>
                <a:ext cx="0" cy="6036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5" name="直接连接符 1144">
                <a:extLst>
                  <a:ext uri="{FF2B5EF4-FFF2-40B4-BE49-F238E27FC236}">
                    <a16:creationId xmlns:a16="http://schemas.microsoft.com/office/drawing/2014/main" id="{A739053A-B4AE-3E52-7086-7ECA1FC27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4520" y="4457618"/>
                <a:ext cx="0" cy="57158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72" name="直接连接符 1171">
              <a:extLst>
                <a:ext uri="{FF2B5EF4-FFF2-40B4-BE49-F238E27FC236}">
                  <a16:creationId xmlns:a16="http://schemas.microsoft.com/office/drawing/2014/main" id="{07B42464-5152-194C-4E96-47682176A115}"/>
                </a:ext>
              </a:extLst>
            </p:cNvPr>
            <p:cNvCxnSpPr>
              <a:cxnSpLocks/>
            </p:cNvCxnSpPr>
            <p:nvPr/>
          </p:nvCxnSpPr>
          <p:spPr>
            <a:xfrm>
              <a:off x="8113740" y="1294942"/>
              <a:ext cx="0" cy="3754578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77" name="直接连接符 1176">
              <a:extLst>
                <a:ext uri="{FF2B5EF4-FFF2-40B4-BE49-F238E27FC236}">
                  <a16:creationId xmlns:a16="http://schemas.microsoft.com/office/drawing/2014/main" id="{1A9AFD47-D653-6C9C-4A3D-AF06BAEECB15}"/>
                </a:ext>
              </a:extLst>
            </p:cNvPr>
            <p:cNvCxnSpPr>
              <a:cxnSpLocks/>
            </p:cNvCxnSpPr>
            <p:nvPr/>
          </p:nvCxnSpPr>
          <p:spPr>
            <a:xfrm>
              <a:off x="8297890" y="1304940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0" name="直接连接符 1179">
              <a:extLst>
                <a:ext uri="{FF2B5EF4-FFF2-40B4-BE49-F238E27FC236}">
                  <a16:creationId xmlns:a16="http://schemas.microsoft.com/office/drawing/2014/main" id="{31BBB6CC-68D3-4416-5842-AFAD34E1095D}"/>
                </a:ext>
              </a:extLst>
            </p:cNvPr>
            <p:cNvCxnSpPr>
              <a:cxnSpLocks/>
            </p:cNvCxnSpPr>
            <p:nvPr/>
          </p:nvCxnSpPr>
          <p:spPr>
            <a:xfrm>
              <a:off x="8586180" y="1303265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1" name="直接连接符 1180">
              <a:extLst>
                <a:ext uri="{FF2B5EF4-FFF2-40B4-BE49-F238E27FC236}">
                  <a16:creationId xmlns:a16="http://schemas.microsoft.com/office/drawing/2014/main" id="{2BAA6DD3-66C0-FE60-5A6A-4C84A6E20D2C}"/>
                </a:ext>
              </a:extLst>
            </p:cNvPr>
            <p:cNvCxnSpPr>
              <a:cxnSpLocks/>
            </p:cNvCxnSpPr>
            <p:nvPr/>
          </p:nvCxnSpPr>
          <p:spPr>
            <a:xfrm>
              <a:off x="8763980" y="1314551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2" name="直接连接符 1181">
              <a:extLst>
                <a:ext uri="{FF2B5EF4-FFF2-40B4-BE49-F238E27FC236}">
                  <a16:creationId xmlns:a16="http://schemas.microsoft.com/office/drawing/2014/main" id="{9023B6D1-426E-E415-AF81-F901DED10AF7}"/>
                </a:ext>
              </a:extLst>
            </p:cNvPr>
            <p:cNvCxnSpPr>
              <a:cxnSpLocks/>
            </p:cNvCxnSpPr>
            <p:nvPr/>
          </p:nvCxnSpPr>
          <p:spPr>
            <a:xfrm>
              <a:off x="9103070" y="1326681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3" name="直接连接符 1182">
              <a:extLst>
                <a:ext uri="{FF2B5EF4-FFF2-40B4-BE49-F238E27FC236}">
                  <a16:creationId xmlns:a16="http://schemas.microsoft.com/office/drawing/2014/main" id="{CB687348-3AFE-7B6D-F3DF-0F1D47709804}"/>
                </a:ext>
              </a:extLst>
            </p:cNvPr>
            <p:cNvCxnSpPr>
              <a:cxnSpLocks/>
            </p:cNvCxnSpPr>
            <p:nvPr/>
          </p:nvCxnSpPr>
          <p:spPr>
            <a:xfrm>
              <a:off x="9298650" y="1362480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4" name="直接连接符 1183">
              <a:extLst>
                <a:ext uri="{FF2B5EF4-FFF2-40B4-BE49-F238E27FC236}">
                  <a16:creationId xmlns:a16="http://schemas.microsoft.com/office/drawing/2014/main" id="{00317BE9-53B6-5E63-4F82-96E109D39392}"/>
                </a:ext>
              </a:extLst>
            </p:cNvPr>
            <p:cNvCxnSpPr>
              <a:cxnSpLocks/>
            </p:cNvCxnSpPr>
            <p:nvPr/>
          </p:nvCxnSpPr>
          <p:spPr>
            <a:xfrm>
              <a:off x="9609800" y="1331003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5" name="直接连接符 1184">
              <a:extLst>
                <a:ext uri="{FF2B5EF4-FFF2-40B4-BE49-F238E27FC236}">
                  <a16:creationId xmlns:a16="http://schemas.microsoft.com/office/drawing/2014/main" id="{B031DBCF-5963-6580-800C-F6B9800BA593}"/>
                </a:ext>
              </a:extLst>
            </p:cNvPr>
            <p:cNvCxnSpPr>
              <a:cxnSpLocks/>
            </p:cNvCxnSpPr>
            <p:nvPr/>
          </p:nvCxnSpPr>
          <p:spPr>
            <a:xfrm>
              <a:off x="9796490" y="1344886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6" name="直接连接符 1185">
              <a:extLst>
                <a:ext uri="{FF2B5EF4-FFF2-40B4-BE49-F238E27FC236}">
                  <a16:creationId xmlns:a16="http://schemas.microsoft.com/office/drawing/2014/main" id="{3EAE4441-EA98-E4CF-5F20-AB54FA5D9804}"/>
                </a:ext>
              </a:extLst>
            </p:cNvPr>
            <p:cNvCxnSpPr>
              <a:cxnSpLocks/>
            </p:cNvCxnSpPr>
            <p:nvPr/>
          </p:nvCxnSpPr>
          <p:spPr>
            <a:xfrm>
              <a:off x="10110180" y="1346808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87" name="直接连接符 1186">
              <a:extLst>
                <a:ext uri="{FF2B5EF4-FFF2-40B4-BE49-F238E27FC236}">
                  <a16:creationId xmlns:a16="http://schemas.microsoft.com/office/drawing/2014/main" id="{6BDA4827-8C2C-7DAE-D923-9168C85C5E6A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570" y="1295006"/>
              <a:ext cx="0" cy="3734969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90" name="椭圆 1189">
              <a:extLst>
                <a:ext uri="{FF2B5EF4-FFF2-40B4-BE49-F238E27FC236}">
                  <a16:creationId xmlns:a16="http://schemas.microsoft.com/office/drawing/2014/main" id="{F9DB5E5A-2664-62CB-1AF5-0F7522595055}"/>
                </a:ext>
              </a:extLst>
            </p:cNvPr>
            <p:cNvSpPr/>
            <p:nvPr/>
          </p:nvSpPr>
          <p:spPr>
            <a:xfrm>
              <a:off x="8195977" y="152175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3" name="椭圆 1192">
              <a:extLst>
                <a:ext uri="{FF2B5EF4-FFF2-40B4-BE49-F238E27FC236}">
                  <a16:creationId xmlns:a16="http://schemas.microsoft.com/office/drawing/2014/main" id="{922FE3CF-970F-E593-A127-679CD74FD3AE}"/>
                </a:ext>
              </a:extLst>
            </p:cNvPr>
            <p:cNvSpPr/>
            <p:nvPr/>
          </p:nvSpPr>
          <p:spPr>
            <a:xfrm>
              <a:off x="8657182" y="150843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5" name="椭圆 1194">
              <a:extLst>
                <a:ext uri="{FF2B5EF4-FFF2-40B4-BE49-F238E27FC236}">
                  <a16:creationId xmlns:a16="http://schemas.microsoft.com/office/drawing/2014/main" id="{772DB15B-CBC3-8E78-1317-08105FCA3742}"/>
                </a:ext>
              </a:extLst>
            </p:cNvPr>
            <p:cNvSpPr/>
            <p:nvPr/>
          </p:nvSpPr>
          <p:spPr>
            <a:xfrm>
              <a:off x="9184037" y="1517704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7" name="椭圆 1196">
              <a:extLst>
                <a:ext uri="{FF2B5EF4-FFF2-40B4-BE49-F238E27FC236}">
                  <a16:creationId xmlns:a16="http://schemas.microsoft.com/office/drawing/2014/main" id="{B9D33A85-0A1D-2CE5-E393-32A301A054D4}"/>
                </a:ext>
              </a:extLst>
            </p:cNvPr>
            <p:cNvSpPr/>
            <p:nvPr/>
          </p:nvSpPr>
          <p:spPr>
            <a:xfrm>
              <a:off x="9692037" y="1517791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9" name="椭圆 1198">
              <a:extLst>
                <a:ext uri="{FF2B5EF4-FFF2-40B4-BE49-F238E27FC236}">
                  <a16:creationId xmlns:a16="http://schemas.microsoft.com/office/drawing/2014/main" id="{8FF6F329-A546-44C2-AACF-9B68BDDD5585}"/>
                </a:ext>
              </a:extLst>
            </p:cNvPr>
            <p:cNvSpPr/>
            <p:nvPr/>
          </p:nvSpPr>
          <p:spPr>
            <a:xfrm>
              <a:off x="10206387" y="151255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1" name="椭圆 1200">
              <a:extLst>
                <a:ext uri="{FF2B5EF4-FFF2-40B4-BE49-F238E27FC236}">
                  <a16:creationId xmlns:a16="http://schemas.microsoft.com/office/drawing/2014/main" id="{B2EC9B40-2C01-6ABF-5FE7-C9C96255A2E4}"/>
                </a:ext>
              </a:extLst>
            </p:cNvPr>
            <p:cNvSpPr/>
            <p:nvPr/>
          </p:nvSpPr>
          <p:spPr>
            <a:xfrm>
              <a:off x="8187087" y="2302134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3" name="椭圆 1202">
              <a:extLst>
                <a:ext uri="{FF2B5EF4-FFF2-40B4-BE49-F238E27FC236}">
                  <a16:creationId xmlns:a16="http://schemas.microsoft.com/office/drawing/2014/main" id="{F5184257-7805-972C-8513-B39E173349D0}"/>
                </a:ext>
              </a:extLst>
            </p:cNvPr>
            <p:cNvSpPr/>
            <p:nvPr/>
          </p:nvSpPr>
          <p:spPr>
            <a:xfrm>
              <a:off x="8669687" y="2285934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5" name="椭圆 1204">
              <a:extLst>
                <a:ext uri="{FF2B5EF4-FFF2-40B4-BE49-F238E27FC236}">
                  <a16:creationId xmlns:a16="http://schemas.microsoft.com/office/drawing/2014/main" id="{AE56BD13-5CAE-AFF6-CC9E-82199EAA9892}"/>
                </a:ext>
              </a:extLst>
            </p:cNvPr>
            <p:cNvSpPr/>
            <p:nvPr/>
          </p:nvSpPr>
          <p:spPr>
            <a:xfrm>
              <a:off x="9203087" y="2281796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7" name="椭圆 1206">
              <a:extLst>
                <a:ext uri="{FF2B5EF4-FFF2-40B4-BE49-F238E27FC236}">
                  <a16:creationId xmlns:a16="http://schemas.microsoft.com/office/drawing/2014/main" id="{81E9F05A-4107-0EC2-17C7-46EBB70BBA0C}"/>
                </a:ext>
              </a:extLst>
            </p:cNvPr>
            <p:cNvSpPr/>
            <p:nvPr/>
          </p:nvSpPr>
          <p:spPr>
            <a:xfrm>
              <a:off x="9666637" y="2283101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9" name="椭圆 1208">
              <a:extLst>
                <a:ext uri="{FF2B5EF4-FFF2-40B4-BE49-F238E27FC236}">
                  <a16:creationId xmlns:a16="http://schemas.microsoft.com/office/drawing/2014/main" id="{FFC44C33-699C-14BD-876C-DF5C0D195B69}"/>
                </a:ext>
              </a:extLst>
            </p:cNvPr>
            <p:cNvSpPr/>
            <p:nvPr/>
          </p:nvSpPr>
          <p:spPr>
            <a:xfrm>
              <a:off x="10200037" y="2274034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1" name="椭圆 1210">
              <a:extLst>
                <a:ext uri="{FF2B5EF4-FFF2-40B4-BE49-F238E27FC236}">
                  <a16:creationId xmlns:a16="http://schemas.microsoft.com/office/drawing/2014/main" id="{090121A2-53BE-2040-D3BF-C1FA6109D279}"/>
                </a:ext>
              </a:extLst>
            </p:cNvPr>
            <p:cNvSpPr/>
            <p:nvPr/>
          </p:nvSpPr>
          <p:spPr>
            <a:xfrm>
              <a:off x="8206137" y="3139567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3" name="椭圆 1212">
              <a:extLst>
                <a:ext uri="{FF2B5EF4-FFF2-40B4-BE49-F238E27FC236}">
                  <a16:creationId xmlns:a16="http://schemas.microsoft.com/office/drawing/2014/main" id="{455AC726-9335-2575-1FB6-DE0DBE22CD10}"/>
                </a:ext>
              </a:extLst>
            </p:cNvPr>
            <p:cNvSpPr/>
            <p:nvPr/>
          </p:nvSpPr>
          <p:spPr>
            <a:xfrm>
              <a:off x="8656987" y="3139567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5" name="椭圆 1214">
              <a:extLst>
                <a:ext uri="{FF2B5EF4-FFF2-40B4-BE49-F238E27FC236}">
                  <a16:creationId xmlns:a16="http://schemas.microsoft.com/office/drawing/2014/main" id="{9E37C4BD-CA8A-C025-9150-71FF5AA38DA9}"/>
                </a:ext>
              </a:extLst>
            </p:cNvPr>
            <p:cNvSpPr/>
            <p:nvPr/>
          </p:nvSpPr>
          <p:spPr>
            <a:xfrm>
              <a:off x="9171337" y="312854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7" name="椭圆 1216">
              <a:extLst>
                <a:ext uri="{FF2B5EF4-FFF2-40B4-BE49-F238E27FC236}">
                  <a16:creationId xmlns:a16="http://schemas.microsoft.com/office/drawing/2014/main" id="{A6F63BC0-CD09-8FA3-D09D-0064439A7B6D}"/>
                </a:ext>
              </a:extLst>
            </p:cNvPr>
            <p:cNvSpPr/>
            <p:nvPr/>
          </p:nvSpPr>
          <p:spPr>
            <a:xfrm>
              <a:off x="9715061" y="311892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9" name="椭圆 1218">
              <a:extLst>
                <a:ext uri="{FF2B5EF4-FFF2-40B4-BE49-F238E27FC236}">
                  <a16:creationId xmlns:a16="http://schemas.microsoft.com/office/drawing/2014/main" id="{5AA18BCA-F61C-BA0E-704A-4596836BA4AC}"/>
                </a:ext>
              </a:extLst>
            </p:cNvPr>
            <p:cNvSpPr/>
            <p:nvPr/>
          </p:nvSpPr>
          <p:spPr>
            <a:xfrm>
              <a:off x="10212737" y="3139567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1" name="椭圆 1220">
              <a:extLst>
                <a:ext uri="{FF2B5EF4-FFF2-40B4-BE49-F238E27FC236}">
                  <a16:creationId xmlns:a16="http://schemas.microsoft.com/office/drawing/2014/main" id="{D9F5A3C5-823A-7640-22B9-695A98C42F4D}"/>
                </a:ext>
              </a:extLst>
            </p:cNvPr>
            <p:cNvSpPr/>
            <p:nvPr/>
          </p:nvSpPr>
          <p:spPr>
            <a:xfrm>
              <a:off x="8206137" y="3902868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3" name="椭圆 1222">
              <a:extLst>
                <a:ext uri="{FF2B5EF4-FFF2-40B4-BE49-F238E27FC236}">
                  <a16:creationId xmlns:a16="http://schemas.microsoft.com/office/drawing/2014/main" id="{36B2CC2D-3587-CEC2-F637-4F7E0903B10F}"/>
                </a:ext>
              </a:extLst>
            </p:cNvPr>
            <p:cNvSpPr/>
            <p:nvPr/>
          </p:nvSpPr>
          <p:spPr>
            <a:xfrm>
              <a:off x="8650637" y="3880008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5" name="椭圆 1224">
              <a:extLst>
                <a:ext uri="{FF2B5EF4-FFF2-40B4-BE49-F238E27FC236}">
                  <a16:creationId xmlns:a16="http://schemas.microsoft.com/office/drawing/2014/main" id="{79F06E99-3239-FA4F-169A-D7522E677C49}"/>
                </a:ext>
              </a:extLst>
            </p:cNvPr>
            <p:cNvSpPr/>
            <p:nvPr/>
          </p:nvSpPr>
          <p:spPr>
            <a:xfrm>
              <a:off x="9190387" y="3846661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7" name="椭圆 1226">
              <a:extLst>
                <a:ext uri="{FF2B5EF4-FFF2-40B4-BE49-F238E27FC236}">
                  <a16:creationId xmlns:a16="http://schemas.microsoft.com/office/drawing/2014/main" id="{A4610863-4BE6-BC66-C7DE-849787A1DD21}"/>
                </a:ext>
              </a:extLst>
            </p:cNvPr>
            <p:cNvSpPr/>
            <p:nvPr/>
          </p:nvSpPr>
          <p:spPr>
            <a:xfrm>
              <a:off x="9715061" y="3857149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9" name="椭圆 1228">
              <a:extLst>
                <a:ext uri="{FF2B5EF4-FFF2-40B4-BE49-F238E27FC236}">
                  <a16:creationId xmlns:a16="http://schemas.microsoft.com/office/drawing/2014/main" id="{0A2CFC0F-DAD8-E1EF-7688-383B6E80F142}"/>
                </a:ext>
              </a:extLst>
            </p:cNvPr>
            <p:cNvSpPr/>
            <p:nvPr/>
          </p:nvSpPr>
          <p:spPr>
            <a:xfrm>
              <a:off x="10206387" y="3857221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1" name="椭圆 1230">
              <a:extLst>
                <a:ext uri="{FF2B5EF4-FFF2-40B4-BE49-F238E27FC236}">
                  <a16:creationId xmlns:a16="http://schemas.microsoft.com/office/drawing/2014/main" id="{DE9CCA3A-F306-AB2C-40B3-7B094EB75297}"/>
                </a:ext>
              </a:extLst>
            </p:cNvPr>
            <p:cNvSpPr/>
            <p:nvPr/>
          </p:nvSpPr>
          <p:spPr>
            <a:xfrm>
              <a:off x="8193437" y="465803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3" name="椭圆 1232">
              <a:extLst>
                <a:ext uri="{FF2B5EF4-FFF2-40B4-BE49-F238E27FC236}">
                  <a16:creationId xmlns:a16="http://schemas.microsoft.com/office/drawing/2014/main" id="{34BB0185-45C8-7F96-BDF4-AA8E311B4E66}"/>
                </a:ext>
              </a:extLst>
            </p:cNvPr>
            <p:cNvSpPr/>
            <p:nvPr/>
          </p:nvSpPr>
          <p:spPr>
            <a:xfrm>
              <a:off x="8650637" y="464533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5" name="椭圆 1234">
              <a:extLst>
                <a:ext uri="{FF2B5EF4-FFF2-40B4-BE49-F238E27FC236}">
                  <a16:creationId xmlns:a16="http://schemas.microsoft.com/office/drawing/2014/main" id="{D90B4123-2288-BEB9-6CFC-61CC4ED0F60E}"/>
                </a:ext>
              </a:extLst>
            </p:cNvPr>
            <p:cNvSpPr/>
            <p:nvPr/>
          </p:nvSpPr>
          <p:spPr>
            <a:xfrm>
              <a:off x="9177687" y="465803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7" name="椭圆 1236">
              <a:extLst>
                <a:ext uri="{FF2B5EF4-FFF2-40B4-BE49-F238E27FC236}">
                  <a16:creationId xmlns:a16="http://schemas.microsoft.com/office/drawing/2014/main" id="{F5585D7E-FD17-1CE0-8EEB-D04C5C75C9E0}"/>
                </a:ext>
              </a:extLst>
            </p:cNvPr>
            <p:cNvSpPr/>
            <p:nvPr/>
          </p:nvSpPr>
          <p:spPr>
            <a:xfrm>
              <a:off x="9692037" y="465168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9" name="椭圆 1238">
              <a:extLst>
                <a:ext uri="{FF2B5EF4-FFF2-40B4-BE49-F238E27FC236}">
                  <a16:creationId xmlns:a16="http://schemas.microsoft.com/office/drawing/2014/main" id="{C184C116-3018-AD51-61BD-5A8EADCEFBBC}"/>
                </a:ext>
              </a:extLst>
            </p:cNvPr>
            <p:cNvSpPr/>
            <p:nvPr/>
          </p:nvSpPr>
          <p:spPr>
            <a:xfrm>
              <a:off x="10219087" y="4632630"/>
              <a:ext cx="45719" cy="45719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1" name="直接箭头连接符 1240">
              <a:extLst>
                <a:ext uri="{FF2B5EF4-FFF2-40B4-BE49-F238E27FC236}">
                  <a16:creationId xmlns:a16="http://schemas.microsoft.com/office/drawing/2014/main" id="{C8BCD578-1BE7-85CB-BFEB-77EF3486AE7B}"/>
                </a:ext>
              </a:extLst>
            </p:cNvPr>
            <p:cNvCxnSpPr>
              <a:cxnSpLocks/>
            </p:cNvCxnSpPr>
            <p:nvPr/>
          </p:nvCxnSpPr>
          <p:spPr>
            <a:xfrm>
              <a:off x="10858499" y="1577833"/>
              <a:ext cx="4995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5" name="直接箭头连接符 1244">
              <a:extLst>
                <a:ext uri="{FF2B5EF4-FFF2-40B4-BE49-F238E27FC236}">
                  <a16:creationId xmlns:a16="http://schemas.microsoft.com/office/drawing/2014/main" id="{BF8D0114-3F64-3ED0-AE3D-13D0D09CB666}"/>
                </a:ext>
              </a:extLst>
            </p:cNvPr>
            <p:cNvCxnSpPr>
              <a:cxnSpLocks/>
            </p:cNvCxnSpPr>
            <p:nvPr/>
          </p:nvCxnSpPr>
          <p:spPr>
            <a:xfrm>
              <a:off x="10210799" y="3162427"/>
              <a:ext cx="1155701" cy="83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7" name="直接箭头连接符 1246">
              <a:extLst>
                <a:ext uri="{FF2B5EF4-FFF2-40B4-BE49-F238E27FC236}">
                  <a16:creationId xmlns:a16="http://schemas.microsoft.com/office/drawing/2014/main" id="{039E08CD-4B89-E388-21D6-AFA36A5D1AD4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399" y="2371207"/>
              <a:ext cx="1020234" cy="97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1" name="文本框 1250">
              <a:extLst>
                <a:ext uri="{FF2B5EF4-FFF2-40B4-BE49-F238E27FC236}">
                  <a16:creationId xmlns:a16="http://schemas.microsoft.com/office/drawing/2014/main" id="{73F0AF69-164C-39A2-D1E6-04FE29EC648C}"/>
                </a:ext>
              </a:extLst>
            </p:cNvPr>
            <p:cNvSpPr txBox="1"/>
            <p:nvPr/>
          </p:nvSpPr>
          <p:spPr>
            <a:xfrm>
              <a:off x="11332411" y="1414031"/>
              <a:ext cx="1016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歧管壁</a:t>
              </a:r>
            </a:p>
          </p:txBody>
        </p:sp>
        <p:sp>
          <p:nvSpPr>
            <p:cNvPr id="1253" name="文本框 1252">
              <a:extLst>
                <a:ext uri="{FF2B5EF4-FFF2-40B4-BE49-F238E27FC236}">
                  <a16:creationId xmlns:a16="http://schemas.microsoft.com/office/drawing/2014/main" id="{7C17D46C-40CD-9EBF-518F-B82453EDBB06}"/>
                </a:ext>
              </a:extLst>
            </p:cNvPr>
            <p:cNvSpPr txBox="1"/>
            <p:nvPr/>
          </p:nvSpPr>
          <p:spPr>
            <a:xfrm>
              <a:off x="11311556" y="2193539"/>
              <a:ext cx="1016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微通道</a:t>
              </a:r>
            </a:p>
          </p:txBody>
        </p:sp>
        <p:sp>
          <p:nvSpPr>
            <p:cNvPr id="1255" name="文本框 1254">
              <a:extLst>
                <a:ext uri="{FF2B5EF4-FFF2-40B4-BE49-F238E27FC236}">
                  <a16:creationId xmlns:a16="http://schemas.microsoft.com/office/drawing/2014/main" id="{59D4A89F-23B6-BCEA-204B-46BD2A0D35C9}"/>
                </a:ext>
              </a:extLst>
            </p:cNvPr>
            <p:cNvSpPr txBox="1"/>
            <p:nvPr/>
          </p:nvSpPr>
          <p:spPr>
            <a:xfrm>
              <a:off x="11358078" y="2948076"/>
              <a:ext cx="1016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针肋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256" name="墨迹 1255">
                  <a:extLst>
                    <a:ext uri="{FF2B5EF4-FFF2-40B4-BE49-F238E27FC236}">
                      <a16:creationId xmlns:a16="http://schemas.microsoft.com/office/drawing/2014/main" id="{ADCE0EC0-C122-2E5F-BB83-BE36B574207C}"/>
                    </a:ext>
                  </a:extLst>
                </p14:cNvPr>
                <p14:cNvContentPartPr/>
                <p14:nvPr/>
              </p14:nvContentPartPr>
              <p14:xfrm>
                <a:off x="8784965" y="1187285"/>
                <a:ext cx="360" cy="360"/>
              </p14:xfrm>
            </p:contentPart>
          </mc:Choice>
          <mc:Fallback xmlns="">
            <p:pic>
              <p:nvPicPr>
                <p:cNvPr id="1256" name="墨迹 1255">
                  <a:extLst>
                    <a:ext uri="{FF2B5EF4-FFF2-40B4-BE49-F238E27FC236}">
                      <a16:creationId xmlns:a16="http://schemas.microsoft.com/office/drawing/2014/main" id="{ADCE0EC0-C122-2E5F-BB83-BE36B57420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67325" y="1151645"/>
                  <a:ext cx="3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257" name="墨迹 1256">
                  <a:extLst>
                    <a:ext uri="{FF2B5EF4-FFF2-40B4-BE49-F238E27FC236}">
                      <a16:creationId xmlns:a16="http://schemas.microsoft.com/office/drawing/2014/main" id="{1853A073-7A96-D003-FEB1-B8BD82E15749}"/>
                    </a:ext>
                  </a:extLst>
                </p14:cNvPr>
                <p14:cNvContentPartPr/>
                <p14:nvPr/>
              </p14:nvContentPartPr>
              <p14:xfrm>
                <a:off x="8309923" y="1210480"/>
                <a:ext cx="360" cy="360"/>
              </p14:xfrm>
            </p:contentPart>
          </mc:Choice>
          <mc:Fallback xmlns="">
            <p:pic>
              <p:nvPicPr>
                <p:cNvPr id="1257" name="墨迹 1256">
                  <a:extLst>
                    <a:ext uri="{FF2B5EF4-FFF2-40B4-BE49-F238E27FC236}">
                      <a16:creationId xmlns:a16="http://schemas.microsoft.com/office/drawing/2014/main" id="{1853A073-7A96-D003-FEB1-B8BD82E157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3923" y="113884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258" name="墨迹 1257">
                  <a:extLst>
                    <a:ext uri="{FF2B5EF4-FFF2-40B4-BE49-F238E27FC236}">
                      <a16:creationId xmlns:a16="http://schemas.microsoft.com/office/drawing/2014/main" id="{D8005D21-65B0-C41E-BB70-9D45D539B3A5}"/>
                    </a:ext>
                  </a:extLst>
                </p14:cNvPr>
                <p14:cNvContentPartPr/>
                <p14:nvPr/>
              </p14:nvContentPartPr>
              <p14:xfrm>
                <a:off x="7768123" y="1200040"/>
                <a:ext cx="662760" cy="15120"/>
              </p14:xfrm>
            </p:contentPart>
          </mc:Choice>
          <mc:Fallback xmlns="">
            <p:pic>
              <p:nvPicPr>
                <p:cNvPr id="1258" name="墨迹 1257">
                  <a:extLst>
                    <a:ext uri="{FF2B5EF4-FFF2-40B4-BE49-F238E27FC236}">
                      <a16:creationId xmlns:a16="http://schemas.microsoft.com/office/drawing/2014/main" id="{D8005D21-65B0-C41E-BB70-9D45D539B3A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32123" y="1128040"/>
                  <a:ext cx="734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259" name="墨迹 1258">
                  <a:extLst>
                    <a:ext uri="{FF2B5EF4-FFF2-40B4-BE49-F238E27FC236}">
                      <a16:creationId xmlns:a16="http://schemas.microsoft.com/office/drawing/2014/main" id="{7FEB36F8-321E-C2E0-DE67-D24A672AE3F2}"/>
                    </a:ext>
                  </a:extLst>
                </p14:cNvPr>
                <p14:cNvContentPartPr/>
                <p14:nvPr/>
              </p14:nvContentPartPr>
              <p14:xfrm>
                <a:off x="7774243" y="1206520"/>
                <a:ext cx="776880" cy="26280"/>
              </p14:xfrm>
            </p:contentPart>
          </mc:Choice>
          <mc:Fallback xmlns="">
            <p:pic>
              <p:nvPicPr>
                <p:cNvPr id="1259" name="墨迹 1258">
                  <a:extLst>
                    <a:ext uri="{FF2B5EF4-FFF2-40B4-BE49-F238E27FC236}">
                      <a16:creationId xmlns:a16="http://schemas.microsoft.com/office/drawing/2014/main" id="{7FEB36F8-321E-C2E0-DE67-D24A672AE3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38603" y="1134520"/>
                  <a:ext cx="848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260" name="墨迹 1259">
                  <a:extLst>
                    <a:ext uri="{FF2B5EF4-FFF2-40B4-BE49-F238E27FC236}">
                      <a16:creationId xmlns:a16="http://schemas.microsoft.com/office/drawing/2014/main" id="{F969C584-E2D4-8F67-277B-C5F62AF43A3D}"/>
                    </a:ext>
                  </a:extLst>
                </p14:cNvPr>
                <p14:cNvContentPartPr/>
                <p14:nvPr/>
              </p14:nvContentPartPr>
              <p14:xfrm>
                <a:off x="8113003" y="1200040"/>
                <a:ext cx="768960" cy="6840"/>
              </p14:xfrm>
            </p:contentPart>
          </mc:Choice>
          <mc:Fallback xmlns="">
            <p:pic>
              <p:nvPicPr>
                <p:cNvPr id="1260" name="墨迹 1259">
                  <a:extLst>
                    <a:ext uri="{FF2B5EF4-FFF2-40B4-BE49-F238E27FC236}">
                      <a16:creationId xmlns:a16="http://schemas.microsoft.com/office/drawing/2014/main" id="{F969C584-E2D4-8F67-277B-C5F62AF43A3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77003" y="1128040"/>
                  <a:ext cx="840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261" name="墨迹 1260">
                  <a:extLst>
                    <a:ext uri="{FF2B5EF4-FFF2-40B4-BE49-F238E27FC236}">
                      <a16:creationId xmlns:a16="http://schemas.microsoft.com/office/drawing/2014/main" id="{426924BD-30C3-6CBB-D1A3-8C2B007D643B}"/>
                    </a:ext>
                  </a:extLst>
                </p14:cNvPr>
                <p14:cNvContentPartPr/>
                <p14:nvPr/>
              </p14:nvContentPartPr>
              <p14:xfrm>
                <a:off x="8606203" y="1217320"/>
                <a:ext cx="457200" cy="8640"/>
              </p14:xfrm>
            </p:contentPart>
          </mc:Choice>
          <mc:Fallback xmlns="">
            <p:pic>
              <p:nvPicPr>
                <p:cNvPr id="1261" name="墨迹 1260">
                  <a:extLst>
                    <a:ext uri="{FF2B5EF4-FFF2-40B4-BE49-F238E27FC236}">
                      <a16:creationId xmlns:a16="http://schemas.microsoft.com/office/drawing/2014/main" id="{426924BD-30C3-6CBB-D1A3-8C2B007D64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570203" y="1145320"/>
                  <a:ext cx="528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263" name="墨迹 1262">
                  <a:extLst>
                    <a:ext uri="{FF2B5EF4-FFF2-40B4-BE49-F238E27FC236}">
                      <a16:creationId xmlns:a16="http://schemas.microsoft.com/office/drawing/2014/main" id="{D7331FF0-6D8E-3EEB-84BE-B817DA4BA500}"/>
                    </a:ext>
                  </a:extLst>
                </p14:cNvPr>
                <p14:cNvContentPartPr/>
                <p14:nvPr/>
              </p14:nvContentPartPr>
              <p14:xfrm>
                <a:off x="8724643" y="1193560"/>
                <a:ext cx="679680" cy="28080"/>
              </p14:xfrm>
            </p:contentPart>
          </mc:Choice>
          <mc:Fallback xmlns="">
            <p:pic>
              <p:nvPicPr>
                <p:cNvPr id="1263" name="墨迹 1262">
                  <a:extLst>
                    <a:ext uri="{FF2B5EF4-FFF2-40B4-BE49-F238E27FC236}">
                      <a16:creationId xmlns:a16="http://schemas.microsoft.com/office/drawing/2014/main" id="{D7331FF0-6D8E-3EEB-84BE-B817DA4BA50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89003" y="1121560"/>
                  <a:ext cx="751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264" name="墨迹 1263">
                  <a:extLst>
                    <a:ext uri="{FF2B5EF4-FFF2-40B4-BE49-F238E27FC236}">
                      <a16:creationId xmlns:a16="http://schemas.microsoft.com/office/drawing/2014/main" id="{22F214BC-6E52-BCA8-F799-221012CBC564}"/>
                    </a:ext>
                  </a:extLst>
                </p14:cNvPr>
                <p14:cNvContentPartPr/>
                <p14:nvPr/>
              </p14:nvContentPartPr>
              <p14:xfrm>
                <a:off x="9128923" y="1199320"/>
                <a:ext cx="350640" cy="18000"/>
              </p14:xfrm>
            </p:contentPart>
          </mc:Choice>
          <mc:Fallback xmlns="">
            <p:pic>
              <p:nvPicPr>
                <p:cNvPr id="1264" name="墨迹 1263">
                  <a:extLst>
                    <a:ext uri="{FF2B5EF4-FFF2-40B4-BE49-F238E27FC236}">
                      <a16:creationId xmlns:a16="http://schemas.microsoft.com/office/drawing/2014/main" id="{22F214BC-6E52-BCA8-F799-221012CBC56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93283" y="1127680"/>
                  <a:ext cx="422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265" name="墨迹 1264">
                  <a:extLst>
                    <a:ext uri="{FF2B5EF4-FFF2-40B4-BE49-F238E27FC236}">
                      <a16:creationId xmlns:a16="http://schemas.microsoft.com/office/drawing/2014/main" id="{B6B95A17-1F24-AE22-1F38-8C3DD895F848}"/>
                    </a:ext>
                  </a:extLst>
                </p14:cNvPr>
                <p14:cNvContentPartPr/>
                <p14:nvPr/>
              </p14:nvContentPartPr>
              <p14:xfrm>
                <a:off x="9082483" y="1204000"/>
                <a:ext cx="133200" cy="2520"/>
              </p14:xfrm>
            </p:contentPart>
          </mc:Choice>
          <mc:Fallback xmlns="">
            <p:pic>
              <p:nvPicPr>
                <p:cNvPr id="1265" name="墨迹 1264">
                  <a:extLst>
                    <a:ext uri="{FF2B5EF4-FFF2-40B4-BE49-F238E27FC236}">
                      <a16:creationId xmlns:a16="http://schemas.microsoft.com/office/drawing/2014/main" id="{B6B95A17-1F24-AE22-1F38-8C3DD895F8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046483" y="1132360"/>
                  <a:ext cx="204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266" name="墨迹 1265">
                  <a:extLst>
                    <a:ext uri="{FF2B5EF4-FFF2-40B4-BE49-F238E27FC236}">
                      <a16:creationId xmlns:a16="http://schemas.microsoft.com/office/drawing/2014/main" id="{7FE5C4AC-F8A9-D373-0CEF-26B9912E0978}"/>
                    </a:ext>
                  </a:extLst>
                </p14:cNvPr>
                <p14:cNvContentPartPr/>
                <p14:nvPr/>
              </p14:nvContentPartPr>
              <p14:xfrm>
                <a:off x="9484280" y="1182720"/>
                <a:ext cx="1441080" cy="31680"/>
              </p14:xfrm>
            </p:contentPart>
          </mc:Choice>
          <mc:Fallback xmlns="">
            <p:pic>
              <p:nvPicPr>
                <p:cNvPr id="1266" name="墨迹 1265">
                  <a:extLst>
                    <a:ext uri="{FF2B5EF4-FFF2-40B4-BE49-F238E27FC236}">
                      <a16:creationId xmlns:a16="http://schemas.microsoft.com/office/drawing/2014/main" id="{7FE5C4AC-F8A9-D373-0CEF-26B9912E097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48280" y="1111080"/>
                  <a:ext cx="1512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267" name="墨迹 1266">
                  <a:extLst>
                    <a:ext uri="{FF2B5EF4-FFF2-40B4-BE49-F238E27FC236}">
                      <a16:creationId xmlns:a16="http://schemas.microsoft.com/office/drawing/2014/main" id="{469BABC6-ECFE-0C50-CCA9-7CA43A5AC530}"/>
                    </a:ext>
                  </a:extLst>
                </p14:cNvPr>
                <p14:cNvContentPartPr/>
                <p14:nvPr/>
              </p14:nvContentPartPr>
              <p14:xfrm>
                <a:off x="9478880" y="1209000"/>
                <a:ext cx="800280" cy="15480"/>
              </p14:xfrm>
            </p:contentPart>
          </mc:Choice>
          <mc:Fallback xmlns="">
            <p:pic>
              <p:nvPicPr>
                <p:cNvPr id="1267" name="墨迹 1266">
                  <a:extLst>
                    <a:ext uri="{FF2B5EF4-FFF2-40B4-BE49-F238E27FC236}">
                      <a16:creationId xmlns:a16="http://schemas.microsoft.com/office/drawing/2014/main" id="{469BABC6-ECFE-0C50-CCA9-7CA43A5AC53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43240" y="1137000"/>
                  <a:ext cx="871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268" name="墨迹 1267">
                  <a:extLst>
                    <a:ext uri="{FF2B5EF4-FFF2-40B4-BE49-F238E27FC236}">
                      <a16:creationId xmlns:a16="http://schemas.microsoft.com/office/drawing/2014/main" id="{C2D78428-3894-E424-2822-82B8A043EAB4}"/>
                    </a:ext>
                  </a:extLst>
                </p14:cNvPr>
                <p14:cNvContentPartPr/>
                <p14:nvPr/>
              </p14:nvContentPartPr>
              <p14:xfrm>
                <a:off x="10828880" y="1330680"/>
                <a:ext cx="22320" cy="568800"/>
              </p14:xfrm>
            </p:contentPart>
          </mc:Choice>
          <mc:Fallback xmlns="">
            <p:pic>
              <p:nvPicPr>
                <p:cNvPr id="1268" name="墨迹 1267">
                  <a:extLst>
                    <a:ext uri="{FF2B5EF4-FFF2-40B4-BE49-F238E27FC236}">
                      <a16:creationId xmlns:a16="http://schemas.microsoft.com/office/drawing/2014/main" id="{C2D78428-3894-E424-2822-82B8A043EAB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792880" y="1259040"/>
                  <a:ext cx="9396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269" name="墨迹 1268">
                  <a:extLst>
                    <a:ext uri="{FF2B5EF4-FFF2-40B4-BE49-F238E27FC236}">
                      <a16:creationId xmlns:a16="http://schemas.microsoft.com/office/drawing/2014/main" id="{414C1120-183C-6853-B0D7-68D235591D12}"/>
                    </a:ext>
                  </a:extLst>
                </p14:cNvPr>
                <p14:cNvContentPartPr/>
                <p14:nvPr/>
              </p14:nvContentPartPr>
              <p14:xfrm>
                <a:off x="10881440" y="1274880"/>
                <a:ext cx="30600" cy="599400"/>
              </p14:xfrm>
            </p:contentPart>
          </mc:Choice>
          <mc:Fallback xmlns="">
            <p:pic>
              <p:nvPicPr>
                <p:cNvPr id="1269" name="墨迹 1268">
                  <a:extLst>
                    <a:ext uri="{FF2B5EF4-FFF2-40B4-BE49-F238E27FC236}">
                      <a16:creationId xmlns:a16="http://schemas.microsoft.com/office/drawing/2014/main" id="{414C1120-183C-6853-B0D7-68D235591D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845440" y="1203240"/>
                  <a:ext cx="10224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270" name="墨迹 1269">
                  <a:extLst>
                    <a:ext uri="{FF2B5EF4-FFF2-40B4-BE49-F238E27FC236}">
                      <a16:creationId xmlns:a16="http://schemas.microsoft.com/office/drawing/2014/main" id="{3F6E5371-9FF3-B348-44A8-231B1D40390E}"/>
                    </a:ext>
                  </a:extLst>
                </p14:cNvPr>
                <p14:cNvContentPartPr/>
                <p14:nvPr/>
              </p14:nvContentPartPr>
              <p14:xfrm>
                <a:off x="7770283" y="1959617"/>
                <a:ext cx="1535760" cy="26640"/>
              </p14:xfrm>
            </p:contentPart>
          </mc:Choice>
          <mc:Fallback xmlns="">
            <p:pic>
              <p:nvPicPr>
                <p:cNvPr id="1270" name="墨迹 1269">
                  <a:extLst>
                    <a:ext uri="{FF2B5EF4-FFF2-40B4-BE49-F238E27FC236}">
                      <a16:creationId xmlns:a16="http://schemas.microsoft.com/office/drawing/2014/main" id="{3F6E5371-9FF3-B348-44A8-231B1D40390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734283" y="1887617"/>
                  <a:ext cx="1607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271" name="墨迹 1270">
                  <a:extLst>
                    <a:ext uri="{FF2B5EF4-FFF2-40B4-BE49-F238E27FC236}">
                      <a16:creationId xmlns:a16="http://schemas.microsoft.com/office/drawing/2014/main" id="{8F846D6A-AE5B-CC4F-A6F2-5B3FDC6F7AB6}"/>
                    </a:ext>
                  </a:extLst>
                </p14:cNvPr>
                <p14:cNvContentPartPr/>
                <p14:nvPr/>
              </p14:nvContentPartPr>
              <p14:xfrm>
                <a:off x="7846963" y="1966097"/>
                <a:ext cx="839880" cy="34920"/>
              </p14:xfrm>
            </p:contentPart>
          </mc:Choice>
          <mc:Fallback xmlns="">
            <p:pic>
              <p:nvPicPr>
                <p:cNvPr id="1271" name="墨迹 1270">
                  <a:extLst>
                    <a:ext uri="{FF2B5EF4-FFF2-40B4-BE49-F238E27FC236}">
                      <a16:creationId xmlns:a16="http://schemas.microsoft.com/office/drawing/2014/main" id="{8F846D6A-AE5B-CC4F-A6F2-5B3FDC6F7AB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811323" y="1894457"/>
                  <a:ext cx="911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272" name="墨迹 1271">
                  <a:extLst>
                    <a:ext uri="{FF2B5EF4-FFF2-40B4-BE49-F238E27FC236}">
                      <a16:creationId xmlns:a16="http://schemas.microsoft.com/office/drawing/2014/main" id="{8F6E855A-1C5E-800C-27E8-70C50B7E3AFD}"/>
                    </a:ext>
                  </a:extLst>
                </p14:cNvPr>
                <p14:cNvContentPartPr/>
                <p14:nvPr/>
              </p14:nvContentPartPr>
              <p14:xfrm>
                <a:off x="7778203" y="2042417"/>
                <a:ext cx="11520" cy="258480"/>
              </p14:xfrm>
            </p:contentPart>
          </mc:Choice>
          <mc:Fallback xmlns="">
            <p:pic>
              <p:nvPicPr>
                <p:cNvPr id="1272" name="墨迹 1271">
                  <a:extLst>
                    <a:ext uri="{FF2B5EF4-FFF2-40B4-BE49-F238E27FC236}">
                      <a16:creationId xmlns:a16="http://schemas.microsoft.com/office/drawing/2014/main" id="{8F6E855A-1C5E-800C-27E8-70C50B7E3AF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742563" y="1970417"/>
                  <a:ext cx="831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273" name="墨迹 1272">
                  <a:extLst>
                    <a:ext uri="{FF2B5EF4-FFF2-40B4-BE49-F238E27FC236}">
                      <a16:creationId xmlns:a16="http://schemas.microsoft.com/office/drawing/2014/main" id="{BEE90B6F-CD8C-1AA2-59B8-071EF2B7004F}"/>
                    </a:ext>
                  </a:extLst>
                </p14:cNvPr>
                <p14:cNvContentPartPr/>
                <p14:nvPr/>
              </p14:nvContentPartPr>
              <p14:xfrm>
                <a:off x="7827163" y="2027657"/>
                <a:ext cx="22320" cy="421200"/>
              </p14:xfrm>
            </p:contentPart>
          </mc:Choice>
          <mc:Fallback xmlns="">
            <p:pic>
              <p:nvPicPr>
                <p:cNvPr id="1273" name="墨迹 1272">
                  <a:extLst>
                    <a:ext uri="{FF2B5EF4-FFF2-40B4-BE49-F238E27FC236}">
                      <a16:creationId xmlns:a16="http://schemas.microsoft.com/office/drawing/2014/main" id="{BEE90B6F-CD8C-1AA2-59B8-071EF2B7004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91523" y="1955657"/>
                  <a:ext cx="9396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276" name="墨迹 1275">
                  <a:extLst>
                    <a:ext uri="{FF2B5EF4-FFF2-40B4-BE49-F238E27FC236}">
                      <a16:creationId xmlns:a16="http://schemas.microsoft.com/office/drawing/2014/main" id="{1D3039B8-846B-9FC1-57BC-28EDD4E97FC6}"/>
                    </a:ext>
                  </a:extLst>
                </p14:cNvPr>
                <p14:cNvContentPartPr/>
                <p14:nvPr/>
              </p14:nvContentPartPr>
              <p14:xfrm>
                <a:off x="9283287" y="1972353"/>
                <a:ext cx="1617480" cy="12960"/>
              </p14:xfrm>
            </p:contentPart>
          </mc:Choice>
          <mc:Fallback xmlns="">
            <p:pic>
              <p:nvPicPr>
                <p:cNvPr id="1276" name="墨迹 1275">
                  <a:extLst>
                    <a:ext uri="{FF2B5EF4-FFF2-40B4-BE49-F238E27FC236}">
                      <a16:creationId xmlns:a16="http://schemas.microsoft.com/office/drawing/2014/main" id="{1D3039B8-846B-9FC1-57BC-28EDD4E97FC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247647" y="1900713"/>
                  <a:ext cx="1689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277" name="墨迹 1276">
                  <a:extLst>
                    <a:ext uri="{FF2B5EF4-FFF2-40B4-BE49-F238E27FC236}">
                      <a16:creationId xmlns:a16="http://schemas.microsoft.com/office/drawing/2014/main" id="{B6957FEC-49DB-2609-2237-D10AFF6F4CA3}"/>
                    </a:ext>
                  </a:extLst>
                </p14:cNvPr>
                <p14:cNvContentPartPr/>
                <p14:nvPr/>
              </p14:nvContentPartPr>
              <p14:xfrm>
                <a:off x="9987807" y="1888113"/>
                <a:ext cx="913680" cy="97920"/>
              </p14:xfrm>
            </p:contentPart>
          </mc:Choice>
          <mc:Fallback xmlns="">
            <p:pic>
              <p:nvPicPr>
                <p:cNvPr id="1277" name="墨迹 1276">
                  <a:extLst>
                    <a:ext uri="{FF2B5EF4-FFF2-40B4-BE49-F238E27FC236}">
                      <a16:creationId xmlns:a16="http://schemas.microsoft.com/office/drawing/2014/main" id="{B6957FEC-49DB-2609-2237-D10AFF6F4CA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951807" y="1816113"/>
                  <a:ext cx="985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78" name="墨迹 1277">
                  <a:extLst>
                    <a:ext uri="{FF2B5EF4-FFF2-40B4-BE49-F238E27FC236}">
                      <a16:creationId xmlns:a16="http://schemas.microsoft.com/office/drawing/2014/main" id="{B465E53B-24C9-533C-6CC2-9D989CAF1F99}"/>
                    </a:ext>
                  </a:extLst>
                </p14:cNvPr>
                <p14:cNvContentPartPr/>
                <p14:nvPr/>
              </p14:nvContentPartPr>
              <p14:xfrm>
                <a:off x="10887807" y="1397073"/>
                <a:ext cx="24840" cy="37440"/>
              </p14:xfrm>
            </p:contentPart>
          </mc:Choice>
          <mc:Fallback xmlns="">
            <p:pic>
              <p:nvPicPr>
                <p:cNvPr id="1278" name="墨迹 1277">
                  <a:extLst>
                    <a:ext uri="{FF2B5EF4-FFF2-40B4-BE49-F238E27FC236}">
                      <a16:creationId xmlns:a16="http://schemas.microsoft.com/office/drawing/2014/main" id="{B465E53B-24C9-533C-6CC2-9D989CAF1F9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52167" y="1325073"/>
                  <a:ext cx="96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279" name="墨迹 1278">
                  <a:extLst>
                    <a:ext uri="{FF2B5EF4-FFF2-40B4-BE49-F238E27FC236}">
                      <a16:creationId xmlns:a16="http://schemas.microsoft.com/office/drawing/2014/main" id="{19B01DFD-381F-F320-1295-AD3B1831432D}"/>
                    </a:ext>
                  </a:extLst>
                </p14:cNvPr>
                <p14:cNvContentPartPr/>
                <p14:nvPr/>
              </p14:nvContentPartPr>
              <p14:xfrm>
                <a:off x="10668207" y="1971993"/>
                <a:ext cx="122760" cy="9360"/>
              </p14:xfrm>
            </p:contentPart>
          </mc:Choice>
          <mc:Fallback xmlns="">
            <p:pic>
              <p:nvPicPr>
                <p:cNvPr id="1279" name="墨迹 1278">
                  <a:extLst>
                    <a:ext uri="{FF2B5EF4-FFF2-40B4-BE49-F238E27FC236}">
                      <a16:creationId xmlns:a16="http://schemas.microsoft.com/office/drawing/2014/main" id="{19B01DFD-381F-F320-1295-AD3B1831432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632567" y="1899993"/>
                  <a:ext cx="194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280" name="墨迹 1279">
                  <a:extLst>
                    <a:ext uri="{FF2B5EF4-FFF2-40B4-BE49-F238E27FC236}">
                      <a16:creationId xmlns:a16="http://schemas.microsoft.com/office/drawing/2014/main" id="{7B3427D2-6E26-AA39-8DA3-ABE3DD6F131C}"/>
                    </a:ext>
                  </a:extLst>
                </p14:cNvPr>
                <p14:cNvContentPartPr/>
                <p14:nvPr/>
              </p14:nvContentPartPr>
              <p14:xfrm>
                <a:off x="10824447" y="1828713"/>
                <a:ext cx="360" cy="360"/>
              </p14:xfrm>
            </p:contentPart>
          </mc:Choice>
          <mc:Fallback xmlns="">
            <p:pic>
              <p:nvPicPr>
                <p:cNvPr id="1280" name="墨迹 1279">
                  <a:extLst>
                    <a:ext uri="{FF2B5EF4-FFF2-40B4-BE49-F238E27FC236}">
                      <a16:creationId xmlns:a16="http://schemas.microsoft.com/office/drawing/2014/main" id="{7B3427D2-6E26-AA39-8DA3-ABE3DD6F13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88807" y="1756713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281" name="墨迹 1280">
                  <a:extLst>
                    <a:ext uri="{FF2B5EF4-FFF2-40B4-BE49-F238E27FC236}">
                      <a16:creationId xmlns:a16="http://schemas.microsoft.com/office/drawing/2014/main" id="{9539E2DB-BF0F-ED97-80A9-10E5A8135A02}"/>
                    </a:ext>
                  </a:extLst>
                </p14:cNvPr>
                <p14:cNvContentPartPr/>
                <p14:nvPr/>
              </p14:nvContentPartPr>
              <p14:xfrm>
                <a:off x="10845687" y="1777953"/>
                <a:ext cx="360" cy="360"/>
              </p14:xfrm>
            </p:contentPart>
          </mc:Choice>
          <mc:Fallback xmlns="">
            <p:pic>
              <p:nvPicPr>
                <p:cNvPr id="1281" name="墨迹 1280">
                  <a:extLst>
                    <a:ext uri="{FF2B5EF4-FFF2-40B4-BE49-F238E27FC236}">
                      <a16:creationId xmlns:a16="http://schemas.microsoft.com/office/drawing/2014/main" id="{9539E2DB-BF0F-ED97-80A9-10E5A8135A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09687" y="1705953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282" name="墨迹 1281">
                  <a:extLst>
                    <a:ext uri="{FF2B5EF4-FFF2-40B4-BE49-F238E27FC236}">
                      <a16:creationId xmlns:a16="http://schemas.microsoft.com/office/drawing/2014/main" id="{424A57E7-EB73-37A2-4B7B-7AD02FFB2836}"/>
                    </a:ext>
                  </a:extLst>
                </p14:cNvPr>
                <p14:cNvContentPartPr/>
                <p14:nvPr/>
              </p14:nvContentPartPr>
              <p14:xfrm>
                <a:off x="7772007" y="2332353"/>
                <a:ext cx="3600" cy="428400"/>
              </p14:xfrm>
            </p:contentPart>
          </mc:Choice>
          <mc:Fallback xmlns="">
            <p:pic>
              <p:nvPicPr>
                <p:cNvPr id="1282" name="墨迹 1281">
                  <a:extLst>
                    <a:ext uri="{FF2B5EF4-FFF2-40B4-BE49-F238E27FC236}">
                      <a16:creationId xmlns:a16="http://schemas.microsoft.com/office/drawing/2014/main" id="{424A57E7-EB73-37A2-4B7B-7AD02FFB283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736367" y="2260713"/>
                  <a:ext cx="752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283" name="墨迹 1282">
                  <a:extLst>
                    <a:ext uri="{FF2B5EF4-FFF2-40B4-BE49-F238E27FC236}">
                      <a16:creationId xmlns:a16="http://schemas.microsoft.com/office/drawing/2014/main" id="{FA2F7004-FE00-B661-C56A-1672065AEE19}"/>
                    </a:ext>
                  </a:extLst>
                </p14:cNvPr>
                <p14:cNvContentPartPr/>
                <p14:nvPr/>
              </p14:nvContentPartPr>
              <p14:xfrm>
                <a:off x="7809087" y="2357913"/>
                <a:ext cx="19080" cy="389520"/>
              </p14:xfrm>
            </p:contentPart>
          </mc:Choice>
          <mc:Fallback xmlns="">
            <p:pic>
              <p:nvPicPr>
                <p:cNvPr id="1283" name="墨迹 1282">
                  <a:extLst>
                    <a:ext uri="{FF2B5EF4-FFF2-40B4-BE49-F238E27FC236}">
                      <a16:creationId xmlns:a16="http://schemas.microsoft.com/office/drawing/2014/main" id="{FA2F7004-FE00-B661-C56A-1672065AEE1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773087" y="2285913"/>
                  <a:ext cx="907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284" name="墨迹 1283">
                  <a:extLst>
                    <a:ext uri="{FF2B5EF4-FFF2-40B4-BE49-F238E27FC236}">
                      <a16:creationId xmlns:a16="http://schemas.microsoft.com/office/drawing/2014/main" id="{79E1A6B3-5242-2303-AEC8-AF6A83CF4FFB}"/>
                    </a:ext>
                  </a:extLst>
                </p14:cNvPr>
                <p14:cNvContentPartPr/>
                <p14:nvPr/>
              </p14:nvContentPartPr>
              <p14:xfrm>
                <a:off x="7856607" y="2505873"/>
                <a:ext cx="5040" cy="262080"/>
              </p14:xfrm>
            </p:contentPart>
          </mc:Choice>
          <mc:Fallback xmlns="">
            <p:pic>
              <p:nvPicPr>
                <p:cNvPr id="1284" name="墨迹 1283">
                  <a:extLst>
                    <a:ext uri="{FF2B5EF4-FFF2-40B4-BE49-F238E27FC236}">
                      <a16:creationId xmlns:a16="http://schemas.microsoft.com/office/drawing/2014/main" id="{79E1A6B3-5242-2303-AEC8-AF6A83CF4FF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20607" y="2434233"/>
                  <a:ext cx="76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285" name="墨迹 1284">
                  <a:extLst>
                    <a:ext uri="{FF2B5EF4-FFF2-40B4-BE49-F238E27FC236}">
                      <a16:creationId xmlns:a16="http://schemas.microsoft.com/office/drawing/2014/main" id="{5DD4CA1E-9E5F-744A-0859-84E36D5DF38F}"/>
                    </a:ext>
                  </a:extLst>
                </p14:cNvPr>
                <p14:cNvContentPartPr/>
                <p14:nvPr/>
              </p14:nvContentPartPr>
              <p14:xfrm>
                <a:off x="7768047" y="2818713"/>
                <a:ext cx="2980080" cy="26280"/>
              </p14:xfrm>
            </p:contentPart>
          </mc:Choice>
          <mc:Fallback xmlns="">
            <p:pic>
              <p:nvPicPr>
                <p:cNvPr id="1285" name="墨迹 1284">
                  <a:extLst>
                    <a:ext uri="{FF2B5EF4-FFF2-40B4-BE49-F238E27FC236}">
                      <a16:creationId xmlns:a16="http://schemas.microsoft.com/office/drawing/2014/main" id="{5DD4CA1E-9E5F-744A-0859-84E36D5DF38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732047" y="2747073"/>
                  <a:ext cx="3051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286" name="墨迹 1285">
                  <a:extLst>
                    <a:ext uri="{FF2B5EF4-FFF2-40B4-BE49-F238E27FC236}">
                      <a16:creationId xmlns:a16="http://schemas.microsoft.com/office/drawing/2014/main" id="{2F74ED07-A93C-92C3-4C6E-47857075ED6C}"/>
                    </a:ext>
                  </a:extLst>
                </p14:cNvPr>
                <p14:cNvContentPartPr/>
                <p14:nvPr/>
              </p14:nvContentPartPr>
              <p14:xfrm>
                <a:off x="7907727" y="2788833"/>
                <a:ext cx="1345680" cy="31320"/>
              </p14:xfrm>
            </p:contentPart>
          </mc:Choice>
          <mc:Fallback xmlns="">
            <p:pic>
              <p:nvPicPr>
                <p:cNvPr id="1286" name="墨迹 1285">
                  <a:extLst>
                    <a:ext uri="{FF2B5EF4-FFF2-40B4-BE49-F238E27FC236}">
                      <a16:creationId xmlns:a16="http://schemas.microsoft.com/office/drawing/2014/main" id="{2F74ED07-A93C-92C3-4C6E-47857075ED6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71727" y="2717193"/>
                  <a:ext cx="1417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288" name="墨迹 1287">
                  <a:extLst>
                    <a:ext uri="{FF2B5EF4-FFF2-40B4-BE49-F238E27FC236}">
                      <a16:creationId xmlns:a16="http://schemas.microsoft.com/office/drawing/2014/main" id="{F3E2AA98-2967-714D-632C-3DA13D4D7CA8}"/>
                    </a:ext>
                  </a:extLst>
                </p14:cNvPr>
                <p14:cNvContentPartPr/>
                <p14:nvPr/>
              </p14:nvContentPartPr>
              <p14:xfrm>
                <a:off x="8661207" y="2776953"/>
                <a:ext cx="1740240" cy="51120"/>
              </p14:xfrm>
            </p:contentPart>
          </mc:Choice>
          <mc:Fallback xmlns="">
            <p:pic>
              <p:nvPicPr>
                <p:cNvPr id="1288" name="墨迹 1287">
                  <a:extLst>
                    <a:ext uri="{FF2B5EF4-FFF2-40B4-BE49-F238E27FC236}">
                      <a16:creationId xmlns:a16="http://schemas.microsoft.com/office/drawing/2014/main" id="{F3E2AA98-2967-714D-632C-3DA13D4D7CA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25567" y="2704953"/>
                  <a:ext cx="1811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290" name="墨迹 1289">
                  <a:extLst>
                    <a:ext uri="{FF2B5EF4-FFF2-40B4-BE49-F238E27FC236}">
                      <a16:creationId xmlns:a16="http://schemas.microsoft.com/office/drawing/2014/main" id="{14D0F682-A83B-514D-D1A6-A44B75B319C5}"/>
                    </a:ext>
                  </a:extLst>
                </p14:cNvPr>
                <p14:cNvContentPartPr/>
                <p14:nvPr/>
              </p14:nvContentPartPr>
              <p14:xfrm>
                <a:off x="9641560" y="2783640"/>
                <a:ext cx="1260360" cy="20880"/>
              </p14:xfrm>
            </p:contentPart>
          </mc:Choice>
          <mc:Fallback xmlns="">
            <p:pic>
              <p:nvPicPr>
                <p:cNvPr id="1290" name="墨迹 1289">
                  <a:extLst>
                    <a:ext uri="{FF2B5EF4-FFF2-40B4-BE49-F238E27FC236}">
                      <a16:creationId xmlns:a16="http://schemas.microsoft.com/office/drawing/2014/main" id="{14D0F682-A83B-514D-D1A6-A44B75B319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605560" y="2711640"/>
                  <a:ext cx="1332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292" name="墨迹 1291">
                  <a:extLst>
                    <a:ext uri="{FF2B5EF4-FFF2-40B4-BE49-F238E27FC236}">
                      <a16:creationId xmlns:a16="http://schemas.microsoft.com/office/drawing/2014/main" id="{1FDAC2D7-8DE9-F1E5-BEAA-C8DB00A6614A}"/>
                    </a:ext>
                  </a:extLst>
                </p14:cNvPr>
                <p14:cNvContentPartPr/>
                <p14:nvPr/>
              </p14:nvContentPartPr>
              <p14:xfrm>
                <a:off x="7775420" y="3606540"/>
                <a:ext cx="1332360" cy="13320"/>
              </p14:xfrm>
            </p:contentPart>
          </mc:Choice>
          <mc:Fallback xmlns="">
            <p:pic>
              <p:nvPicPr>
                <p:cNvPr id="1292" name="墨迹 1291">
                  <a:extLst>
                    <a:ext uri="{FF2B5EF4-FFF2-40B4-BE49-F238E27FC236}">
                      <a16:creationId xmlns:a16="http://schemas.microsoft.com/office/drawing/2014/main" id="{1FDAC2D7-8DE9-F1E5-BEAA-C8DB00A6614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39780" y="3534540"/>
                  <a:ext cx="1404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293" name="墨迹 1292">
                  <a:extLst>
                    <a:ext uri="{FF2B5EF4-FFF2-40B4-BE49-F238E27FC236}">
                      <a16:creationId xmlns:a16="http://schemas.microsoft.com/office/drawing/2014/main" id="{3494F86A-475F-D362-2CCC-ACD1D6D0C7A3}"/>
                    </a:ext>
                  </a:extLst>
                </p14:cNvPr>
                <p14:cNvContentPartPr/>
                <p14:nvPr/>
              </p14:nvContentPartPr>
              <p14:xfrm>
                <a:off x="7775420" y="3724260"/>
                <a:ext cx="22680" cy="254160"/>
              </p14:xfrm>
            </p:contentPart>
          </mc:Choice>
          <mc:Fallback xmlns="">
            <p:pic>
              <p:nvPicPr>
                <p:cNvPr id="1293" name="墨迹 1292">
                  <a:extLst>
                    <a:ext uri="{FF2B5EF4-FFF2-40B4-BE49-F238E27FC236}">
                      <a16:creationId xmlns:a16="http://schemas.microsoft.com/office/drawing/2014/main" id="{3494F86A-475F-D362-2CCC-ACD1D6D0C7A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739780" y="3652260"/>
                  <a:ext cx="943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294" name="墨迹 1293">
                  <a:extLst>
                    <a:ext uri="{FF2B5EF4-FFF2-40B4-BE49-F238E27FC236}">
                      <a16:creationId xmlns:a16="http://schemas.microsoft.com/office/drawing/2014/main" id="{BEE1F0FD-91AB-01A0-6A84-371E2D325FAA}"/>
                    </a:ext>
                  </a:extLst>
                </p14:cNvPr>
                <p14:cNvContentPartPr/>
                <p14:nvPr/>
              </p14:nvContentPartPr>
              <p14:xfrm>
                <a:off x="7822940" y="3692220"/>
                <a:ext cx="38880" cy="463680"/>
              </p14:xfrm>
            </p:contentPart>
          </mc:Choice>
          <mc:Fallback xmlns="">
            <p:pic>
              <p:nvPicPr>
                <p:cNvPr id="1294" name="墨迹 1293">
                  <a:extLst>
                    <a:ext uri="{FF2B5EF4-FFF2-40B4-BE49-F238E27FC236}">
                      <a16:creationId xmlns:a16="http://schemas.microsoft.com/office/drawing/2014/main" id="{BEE1F0FD-91AB-01A0-6A84-371E2D325FA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87300" y="3620580"/>
                  <a:ext cx="11052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295" name="墨迹 1294">
                  <a:extLst>
                    <a:ext uri="{FF2B5EF4-FFF2-40B4-BE49-F238E27FC236}">
                      <a16:creationId xmlns:a16="http://schemas.microsoft.com/office/drawing/2014/main" id="{4411B109-F9F5-43BA-8082-D15BBD2531C8}"/>
                    </a:ext>
                  </a:extLst>
                </p14:cNvPr>
                <p14:cNvContentPartPr/>
                <p14:nvPr/>
              </p14:nvContentPartPr>
              <p14:xfrm>
                <a:off x="7761380" y="3867180"/>
                <a:ext cx="11160" cy="349200"/>
              </p14:xfrm>
            </p:contentPart>
          </mc:Choice>
          <mc:Fallback xmlns="">
            <p:pic>
              <p:nvPicPr>
                <p:cNvPr id="1295" name="墨迹 1294">
                  <a:extLst>
                    <a:ext uri="{FF2B5EF4-FFF2-40B4-BE49-F238E27FC236}">
                      <a16:creationId xmlns:a16="http://schemas.microsoft.com/office/drawing/2014/main" id="{4411B109-F9F5-43BA-8082-D15BBD2531C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725740" y="3795180"/>
                  <a:ext cx="8280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296" name="墨迹 1295">
                  <a:extLst>
                    <a:ext uri="{FF2B5EF4-FFF2-40B4-BE49-F238E27FC236}">
                      <a16:creationId xmlns:a16="http://schemas.microsoft.com/office/drawing/2014/main" id="{84227DC4-B5F5-5ECE-1B31-25FB8A3CD43A}"/>
                    </a:ext>
                  </a:extLst>
                </p14:cNvPr>
                <p14:cNvContentPartPr/>
                <p14:nvPr/>
              </p14:nvContentPartPr>
              <p14:xfrm>
                <a:off x="7813580" y="4057620"/>
                <a:ext cx="19440" cy="313560"/>
              </p14:xfrm>
            </p:contentPart>
          </mc:Choice>
          <mc:Fallback xmlns="">
            <p:pic>
              <p:nvPicPr>
                <p:cNvPr id="1296" name="墨迹 1295">
                  <a:extLst>
                    <a:ext uri="{FF2B5EF4-FFF2-40B4-BE49-F238E27FC236}">
                      <a16:creationId xmlns:a16="http://schemas.microsoft.com/office/drawing/2014/main" id="{84227DC4-B5F5-5ECE-1B31-25FB8A3CD43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777580" y="3985620"/>
                  <a:ext cx="9108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297" name="墨迹 1296">
                  <a:extLst>
                    <a:ext uri="{FF2B5EF4-FFF2-40B4-BE49-F238E27FC236}">
                      <a16:creationId xmlns:a16="http://schemas.microsoft.com/office/drawing/2014/main" id="{96BBA7A1-44B0-4FE0-01CA-EBB14FF7E4D7}"/>
                    </a:ext>
                  </a:extLst>
                </p14:cNvPr>
                <p14:cNvContentPartPr/>
                <p14:nvPr/>
              </p14:nvContentPartPr>
              <p14:xfrm>
                <a:off x="7832660" y="4260660"/>
                <a:ext cx="9720" cy="56520"/>
              </p14:xfrm>
            </p:contentPart>
          </mc:Choice>
          <mc:Fallback xmlns="">
            <p:pic>
              <p:nvPicPr>
                <p:cNvPr id="1297" name="墨迹 1296">
                  <a:extLst>
                    <a:ext uri="{FF2B5EF4-FFF2-40B4-BE49-F238E27FC236}">
                      <a16:creationId xmlns:a16="http://schemas.microsoft.com/office/drawing/2014/main" id="{96BBA7A1-44B0-4FE0-01CA-EBB14FF7E4D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797020" y="4189020"/>
                  <a:ext cx="81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298" name="墨迹 1297">
                  <a:extLst>
                    <a:ext uri="{FF2B5EF4-FFF2-40B4-BE49-F238E27FC236}">
                      <a16:creationId xmlns:a16="http://schemas.microsoft.com/office/drawing/2014/main" id="{DCD6B9E1-B1E1-E316-C7B3-7CD828E674CE}"/>
                    </a:ext>
                  </a:extLst>
                </p14:cNvPr>
                <p14:cNvContentPartPr/>
                <p14:nvPr/>
              </p14:nvContentPartPr>
              <p14:xfrm>
                <a:off x="7775420" y="4349580"/>
                <a:ext cx="449280" cy="46800"/>
              </p14:xfrm>
            </p:contentPart>
          </mc:Choice>
          <mc:Fallback xmlns="">
            <p:pic>
              <p:nvPicPr>
                <p:cNvPr id="1298" name="墨迹 1297">
                  <a:extLst>
                    <a:ext uri="{FF2B5EF4-FFF2-40B4-BE49-F238E27FC236}">
                      <a16:creationId xmlns:a16="http://schemas.microsoft.com/office/drawing/2014/main" id="{DCD6B9E1-B1E1-E316-C7B3-7CD828E674C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739420" y="4277940"/>
                  <a:ext cx="520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299" name="墨迹 1298">
                  <a:extLst>
                    <a:ext uri="{FF2B5EF4-FFF2-40B4-BE49-F238E27FC236}">
                      <a16:creationId xmlns:a16="http://schemas.microsoft.com/office/drawing/2014/main" id="{4CEBFAB2-68E8-4D18-C240-069C22BFE107}"/>
                    </a:ext>
                  </a:extLst>
                </p14:cNvPr>
                <p14:cNvContentPartPr/>
                <p14:nvPr/>
              </p14:nvContentPartPr>
              <p14:xfrm>
                <a:off x="7880180" y="4346340"/>
                <a:ext cx="514440" cy="35280"/>
              </p14:xfrm>
            </p:contentPart>
          </mc:Choice>
          <mc:Fallback xmlns="">
            <p:pic>
              <p:nvPicPr>
                <p:cNvPr id="1299" name="墨迹 1298">
                  <a:extLst>
                    <a:ext uri="{FF2B5EF4-FFF2-40B4-BE49-F238E27FC236}">
                      <a16:creationId xmlns:a16="http://schemas.microsoft.com/office/drawing/2014/main" id="{4CEBFAB2-68E8-4D18-C240-069C22BFE1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844540" y="4274340"/>
                  <a:ext cx="586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301" name="墨迹 1300">
                  <a:extLst>
                    <a:ext uri="{FF2B5EF4-FFF2-40B4-BE49-F238E27FC236}">
                      <a16:creationId xmlns:a16="http://schemas.microsoft.com/office/drawing/2014/main" id="{E9EDDF95-F7D3-CFB8-A103-17C25CB0565A}"/>
                    </a:ext>
                  </a:extLst>
                </p14:cNvPr>
                <p14:cNvContentPartPr/>
                <p14:nvPr/>
              </p14:nvContentPartPr>
              <p14:xfrm>
                <a:off x="8092580" y="4343100"/>
                <a:ext cx="784800" cy="720"/>
              </p14:xfrm>
            </p:contentPart>
          </mc:Choice>
          <mc:Fallback xmlns="">
            <p:pic>
              <p:nvPicPr>
                <p:cNvPr id="1301" name="墨迹 1300">
                  <a:extLst>
                    <a:ext uri="{FF2B5EF4-FFF2-40B4-BE49-F238E27FC236}">
                      <a16:creationId xmlns:a16="http://schemas.microsoft.com/office/drawing/2014/main" id="{E9EDDF95-F7D3-CFB8-A103-17C25CB0565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56940" y="4199100"/>
                  <a:ext cx="856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302" name="墨迹 1301">
                  <a:extLst>
                    <a:ext uri="{FF2B5EF4-FFF2-40B4-BE49-F238E27FC236}">
                      <a16:creationId xmlns:a16="http://schemas.microsoft.com/office/drawing/2014/main" id="{F98A51D6-E701-60DC-EDE4-D8FC01080FB5}"/>
                    </a:ext>
                  </a:extLst>
                </p14:cNvPr>
                <p14:cNvContentPartPr/>
                <p14:nvPr/>
              </p14:nvContentPartPr>
              <p14:xfrm>
                <a:off x="8276900" y="4384500"/>
                <a:ext cx="903240" cy="22680"/>
              </p14:xfrm>
            </p:contentPart>
          </mc:Choice>
          <mc:Fallback xmlns="">
            <p:pic>
              <p:nvPicPr>
                <p:cNvPr id="1302" name="墨迹 1301">
                  <a:extLst>
                    <a:ext uri="{FF2B5EF4-FFF2-40B4-BE49-F238E27FC236}">
                      <a16:creationId xmlns:a16="http://schemas.microsoft.com/office/drawing/2014/main" id="{F98A51D6-E701-60DC-EDE4-D8FC01080FB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241260" y="4312860"/>
                  <a:ext cx="974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303" name="墨迹 1302">
                  <a:extLst>
                    <a:ext uri="{FF2B5EF4-FFF2-40B4-BE49-F238E27FC236}">
                      <a16:creationId xmlns:a16="http://schemas.microsoft.com/office/drawing/2014/main" id="{81813D1D-AD93-D332-CBED-7A063DA9E6A6}"/>
                    </a:ext>
                  </a:extLst>
                </p14:cNvPr>
                <p14:cNvContentPartPr/>
                <p14:nvPr/>
              </p14:nvContentPartPr>
              <p14:xfrm>
                <a:off x="8899340" y="4349580"/>
                <a:ext cx="303840" cy="6480"/>
              </p14:xfrm>
            </p:contentPart>
          </mc:Choice>
          <mc:Fallback xmlns="">
            <p:pic>
              <p:nvPicPr>
                <p:cNvPr id="1303" name="墨迹 1302">
                  <a:extLst>
                    <a:ext uri="{FF2B5EF4-FFF2-40B4-BE49-F238E27FC236}">
                      <a16:creationId xmlns:a16="http://schemas.microsoft.com/office/drawing/2014/main" id="{81813D1D-AD93-D332-CBED-7A063DA9E6A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863700" y="4277940"/>
                  <a:ext cx="375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304" name="墨迹 1303">
                  <a:extLst>
                    <a:ext uri="{FF2B5EF4-FFF2-40B4-BE49-F238E27FC236}">
                      <a16:creationId xmlns:a16="http://schemas.microsoft.com/office/drawing/2014/main" id="{A7B36C86-5DE8-D647-BB87-180EDCFD6F9D}"/>
                    </a:ext>
                  </a:extLst>
                </p14:cNvPr>
                <p14:cNvContentPartPr/>
                <p14:nvPr/>
              </p14:nvContentPartPr>
              <p14:xfrm>
                <a:off x="9174200" y="4398680"/>
                <a:ext cx="986760" cy="24120"/>
              </p14:xfrm>
            </p:contentPart>
          </mc:Choice>
          <mc:Fallback xmlns="">
            <p:pic>
              <p:nvPicPr>
                <p:cNvPr id="1304" name="墨迹 1303">
                  <a:extLst>
                    <a:ext uri="{FF2B5EF4-FFF2-40B4-BE49-F238E27FC236}">
                      <a16:creationId xmlns:a16="http://schemas.microsoft.com/office/drawing/2014/main" id="{A7B36C86-5DE8-D647-BB87-180EDCFD6F9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138560" y="4327040"/>
                  <a:ext cx="1058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305" name="墨迹 1304">
                  <a:extLst>
                    <a:ext uri="{FF2B5EF4-FFF2-40B4-BE49-F238E27FC236}">
                      <a16:creationId xmlns:a16="http://schemas.microsoft.com/office/drawing/2014/main" id="{AF247116-B65F-555A-F729-DB5A164CEAA6}"/>
                    </a:ext>
                  </a:extLst>
                </p14:cNvPr>
                <p14:cNvContentPartPr/>
                <p14:nvPr/>
              </p14:nvContentPartPr>
              <p14:xfrm>
                <a:off x="9151893" y="3600063"/>
                <a:ext cx="1222560" cy="15120"/>
              </p14:xfrm>
            </p:contentPart>
          </mc:Choice>
          <mc:Fallback xmlns="">
            <p:pic>
              <p:nvPicPr>
                <p:cNvPr id="1305" name="墨迹 1304">
                  <a:extLst>
                    <a:ext uri="{FF2B5EF4-FFF2-40B4-BE49-F238E27FC236}">
                      <a16:creationId xmlns:a16="http://schemas.microsoft.com/office/drawing/2014/main" id="{AF247116-B65F-555A-F729-DB5A164CEAA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15893" y="3528063"/>
                  <a:ext cx="1294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306" name="墨迹 1305">
                  <a:extLst>
                    <a:ext uri="{FF2B5EF4-FFF2-40B4-BE49-F238E27FC236}">
                      <a16:creationId xmlns:a16="http://schemas.microsoft.com/office/drawing/2014/main" id="{E1CA0219-A7F9-CB22-BB22-B7D6C8B40A87}"/>
                    </a:ext>
                  </a:extLst>
                </p14:cNvPr>
                <p14:cNvContentPartPr/>
                <p14:nvPr/>
              </p14:nvContentPartPr>
              <p14:xfrm>
                <a:off x="10421613" y="3595383"/>
                <a:ext cx="435240" cy="11520"/>
              </p14:xfrm>
            </p:contentPart>
          </mc:Choice>
          <mc:Fallback xmlns="">
            <p:pic>
              <p:nvPicPr>
                <p:cNvPr id="1306" name="墨迹 1305">
                  <a:extLst>
                    <a:ext uri="{FF2B5EF4-FFF2-40B4-BE49-F238E27FC236}">
                      <a16:creationId xmlns:a16="http://schemas.microsoft.com/office/drawing/2014/main" id="{E1CA0219-A7F9-CB22-BB22-B7D6C8B40A8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385973" y="3523743"/>
                  <a:ext cx="506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308" name="墨迹 1307">
                  <a:extLst>
                    <a:ext uri="{FF2B5EF4-FFF2-40B4-BE49-F238E27FC236}">
                      <a16:creationId xmlns:a16="http://schemas.microsoft.com/office/drawing/2014/main" id="{D8C084F4-F340-0BDE-B691-CFCBBCC1756E}"/>
                    </a:ext>
                  </a:extLst>
                </p14:cNvPr>
                <p14:cNvContentPartPr/>
                <p14:nvPr/>
              </p14:nvContentPartPr>
              <p14:xfrm>
                <a:off x="10598013" y="3605103"/>
                <a:ext cx="292680" cy="720"/>
              </p14:xfrm>
            </p:contentPart>
          </mc:Choice>
          <mc:Fallback xmlns="">
            <p:pic>
              <p:nvPicPr>
                <p:cNvPr id="1308" name="墨迹 1307">
                  <a:extLst>
                    <a:ext uri="{FF2B5EF4-FFF2-40B4-BE49-F238E27FC236}">
                      <a16:creationId xmlns:a16="http://schemas.microsoft.com/office/drawing/2014/main" id="{D8C084F4-F340-0BDE-B691-CFCBBCC1756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562013" y="3461103"/>
                  <a:ext cx="364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309" name="墨迹 1308">
                  <a:extLst>
                    <a:ext uri="{FF2B5EF4-FFF2-40B4-BE49-F238E27FC236}">
                      <a16:creationId xmlns:a16="http://schemas.microsoft.com/office/drawing/2014/main" id="{26DF9DA0-2FEB-3DC0-A047-9A4C9C6BCD42}"/>
                    </a:ext>
                  </a:extLst>
                </p14:cNvPr>
                <p14:cNvContentPartPr/>
                <p14:nvPr/>
              </p14:nvContentPartPr>
              <p14:xfrm>
                <a:off x="10820133" y="3455343"/>
                <a:ext cx="88560" cy="165960"/>
              </p14:xfrm>
            </p:contentPart>
          </mc:Choice>
          <mc:Fallback xmlns="">
            <p:pic>
              <p:nvPicPr>
                <p:cNvPr id="1309" name="墨迹 1308">
                  <a:extLst>
                    <a:ext uri="{FF2B5EF4-FFF2-40B4-BE49-F238E27FC236}">
                      <a16:creationId xmlns:a16="http://schemas.microsoft.com/office/drawing/2014/main" id="{26DF9DA0-2FEB-3DC0-A047-9A4C9C6BCD4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784133" y="3383703"/>
                  <a:ext cx="1602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310" name="墨迹 1309">
                  <a:extLst>
                    <a:ext uri="{FF2B5EF4-FFF2-40B4-BE49-F238E27FC236}">
                      <a16:creationId xmlns:a16="http://schemas.microsoft.com/office/drawing/2014/main" id="{A703A4C5-8D14-FD34-D119-69032A29584C}"/>
                    </a:ext>
                  </a:extLst>
                </p14:cNvPr>
                <p14:cNvContentPartPr/>
                <p14:nvPr/>
              </p14:nvContentPartPr>
              <p14:xfrm>
                <a:off x="9237573" y="4336263"/>
                <a:ext cx="1638720" cy="26640"/>
              </p14:xfrm>
            </p:contentPart>
          </mc:Choice>
          <mc:Fallback xmlns="">
            <p:pic>
              <p:nvPicPr>
                <p:cNvPr id="1310" name="墨迹 1309">
                  <a:extLst>
                    <a:ext uri="{FF2B5EF4-FFF2-40B4-BE49-F238E27FC236}">
                      <a16:creationId xmlns:a16="http://schemas.microsoft.com/office/drawing/2014/main" id="{A703A4C5-8D14-FD34-D119-69032A29584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201573" y="4264263"/>
                  <a:ext cx="1710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311" name="墨迹 1310">
                  <a:extLst>
                    <a:ext uri="{FF2B5EF4-FFF2-40B4-BE49-F238E27FC236}">
                      <a16:creationId xmlns:a16="http://schemas.microsoft.com/office/drawing/2014/main" id="{DFE9A2D6-1FE0-BEB6-5660-BB7BE7C8163B}"/>
                    </a:ext>
                  </a:extLst>
                </p14:cNvPr>
                <p14:cNvContentPartPr/>
                <p14:nvPr/>
              </p14:nvContentPartPr>
              <p14:xfrm>
                <a:off x="10167813" y="4389183"/>
                <a:ext cx="735120" cy="18000"/>
              </p14:xfrm>
            </p:contentPart>
          </mc:Choice>
          <mc:Fallback xmlns="">
            <p:pic>
              <p:nvPicPr>
                <p:cNvPr id="1311" name="墨迹 1310">
                  <a:extLst>
                    <a:ext uri="{FF2B5EF4-FFF2-40B4-BE49-F238E27FC236}">
                      <a16:creationId xmlns:a16="http://schemas.microsoft.com/office/drawing/2014/main" id="{DFE9A2D6-1FE0-BEB6-5660-BB7BE7C8163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131813" y="4317543"/>
                  <a:ext cx="806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312" name="墨迹 1311">
                  <a:extLst>
                    <a:ext uri="{FF2B5EF4-FFF2-40B4-BE49-F238E27FC236}">
                      <a16:creationId xmlns:a16="http://schemas.microsoft.com/office/drawing/2014/main" id="{CF84C6A3-C904-CAE9-3134-66B0A9859922}"/>
                    </a:ext>
                  </a:extLst>
                </p14:cNvPr>
                <p14:cNvContentPartPr/>
                <p14:nvPr/>
              </p14:nvContentPartPr>
              <p14:xfrm>
                <a:off x="10831293" y="4339503"/>
                <a:ext cx="73800" cy="14760"/>
              </p14:xfrm>
            </p:contentPart>
          </mc:Choice>
          <mc:Fallback xmlns="">
            <p:pic>
              <p:nvPicPr>
                <p:cNvPr id="1312" name="墨迹 1311">
                  <a:extLst>
                    <a:ext uri="{FF2B5EF4-FFF2-40B4-BE49-F238E27FC236}">
                      <a16:creationId xmlns:a16="http://schemas.microsoft.com/office/drawing/2014/main" id="{CF84C6A3-C904-CAE9-3134-66B0A985992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795653" y="4267863"/>
                  <a:ext cx="145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313" name="墨迹 1312">
                  <a:extLst>
                    <a:ext uri="{FF2B5EF4-FFF2-40B4-BE49-F238E27FC236}">
                      <a16:creationId xmlns:a16="http://schemas.microsoft.com/office/drawing/2014/main" id="{00F01A35-DCE4-614A-D7D9-2FF31C6B0E5A}"/>
                    </a:ext>
                  </a:extLst>
                </p14:cNvPr>
                <p14:cNvContentPartPr/>
                <p14:nvPr/>
              </p14:nvContentPartPr>
              <p14:xfrm>
                <a:off x="10806093" y="4517883"/>
                <a:ext cx="6480" cy="237600"/>
              </p14:xfrm>
            </p:contentPart>
          </mc:Choice>
          <mc:Fallback xmlns="">
            <p:pic>
              <p:nvPicPr>
                <p:cNvPr id="1313" name="墨迹 1312">
                  <a:extLst>
                    <a:ext uri="{FF2B5EF4-FFF2-40B4-BE49-F238E27FC236}">
                      <a16:creationId xmlns:a16="http://schemas.microsoft.com/office/drawing/2014/main" id="{00F01A35-DCE4-614A-D7D9-2FF31C6B0E5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770093" y="4446243"/>
                  <a:ext cx="781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314" name="墨迹 1313">
                  <a:extLst>
                    <a:ext uri="{FF2B5EF4-FFF2-40B4-BE49-F238E27FC236}">
                      <a16:creationId xmlns:a16="http://schemas.microsoft.com/office/drawing/2014/main" id="{83AE55B2-1810-3865-37E9-470696E1ACB0}"/>
                    </a:ext>
                  </a:extLst>
                </p14:cNvPr>
                <p14:cNvContentPartPr/>
                <p14:nvPr/>
              </p14:nvContentPartPr>
              <p14:xfrm>
                <a:off x="10845693" y="4462443"/>
                <a:ext cx="33840" cy="306720"/>
              </p14:xfrm>
            </p:contentPart>
          </mc:Choice>
          <mc:Fallback xmlns="">
            <p:pic>
              <p:nvPicPr>
                <p:cNvPr id="1314" name="墨迹 1313">
                  <a:extLst>
                    <a:ext uri="{FF2B5EF4-FFF2-40B4-BE49-F238E27FC236}">
                      <a16:creationId xmlns:a16="http://schemas.microsoft.com/office/drawing/2014/main" id="{83AE55B2-1810-3865-37E9-470696E1ACB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809693" y="4390443"/>
                  <a:ext cx="1054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315" name="墨迹 1314">
                  <a:extLst>
                    <a:ext uri="{FF2B5EF4-FFF2-40B4-BE49-F238E27FC236}">
                      <a16:creationId xmlns:a16="http://schemas.microsoft.com/office/drawing/2014/main" id="{12B0A285-A3B6-2489-988C-BB12DD63DC5B}"/>
                    </a:ext>
                  </a:extLst>
                </p14:cNvPr>
                <p14:cNvContentPartPr/>
                <p14:nvPr/>
              </p14:nvContentPartPr>
              <p14:xfrm>
                <a:off x="10847133" y="4457403"/>
                <a:ext cx="64080" cy="579960"/>
              </p14:xfrm>
            </p:contentPart>
          </mc:Choice>
          <mc:Fallback xmlns="">
            <p:pic>
              <p:nvPicPr>
                <p:cNvPr id="1315" name="墨迹 1314">
                  <a:extLst>
                    <a:ext uri="{FF2B5EF4-FFF2-40B4-BE49-F238E27FC236}">
                      <a16:creationId xmlns:a16="http://schemas.microsoft.com/office/drawing/2014/main" id="{12B0A285-A3B6-2489-988C-BB12DD63DC5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811133" y="4385763"/>
                  <a:ext cx="13572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316" name="墨迹 1315">
                  <a:extLst>
                    <a:ext uri="{FF2B5EF4-FFF2-40B4-BE49-F238E27FC236}">
                      <a16:creationId xmlns:a16="http://schemas.microsoft.com/office/drawing/2014/main" id="{4E5A62F2-75FA-6DE6-1155-676AAD71B1DA}"/>
                    </a:ext>
                  </a:extLst>
                </p14:cNvPr>
                <p14:cNvContentPartPr/>
                <p14:nvPr/>
              </p14:nvContentPartPr>
              <p14:xfrm>
                <a:off x="10802853" y="4823883"/>
                <a:ext cx="18360" cy="282960"/>
              </p14:xfrm>
            </p:contentPart>
          </mc:Choice>
          <mc:Fallback xmlns="">
            <p:pic>
              <p:nvPicPr>
                <p:cNvPr id="1316" name="墨迹 1315">
                  <a:extLst>
                    <a:ext uri="{FF2B5EF4-FFF2-40B4-BE49-F238E27FC236}">
                      <a16:creationId xmlns:a16="http://schemas.microsoft.com/office/drawing/2014/main" id="{4E5A62F2-75FA-6DE6-1155-676AAD71B1D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766853" y="4752243"/>
                  <a:ext cx="900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317" name="墨迹 1316">
                  <a:extLst>
                    <a:ext uri="{FF2B5EF4-FFF2-40B4-BE49-F238E27FC236}">
                      <a16:creationId xmlns:a16="http://schemas.microsoft.com/office/drawing/2014/main" id="{A249D1CF-77B6-A3A6-BF71-DCFC621746E2}"/>
                    </a:ext>
                  </a:extLst>
                </p14:cNvPr>
                <p14:cNvContentPartPr/>
                <p14:nvPr/>
              </p14:nvContentPartPr>
              <p14:xfrm>
                <a:off x="10897893" y="4730643"/>
                <a:ext cx="8280" cy="420840"/>
              </p14:xfrm>
            </p:contentPart>
          </mc:Choice>
          <mc:Fallback xmlns="">
            <p:pic>
              <p:nvPicPr>
                <p:cNvPr id="1317" name="墨迹 1316">
                  <a:extLst>
                    <a:ext uri="{FF2B5EF4-FFF2-40B4-BE49-F238E27FC236}">
                      <a16:creationId xmlns:a16="http://schemas.microsoft.com/office/drawing/2014/main" id="{A249D1CF-77B6-A3A6-BF71-DCFC621746E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862253" y="4658643"/>
                  <a:ext cx="799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318" name="墨迹 1317">
                  <a:extLst>
                    <a:ext uri="{FF2B5EF4-FFF2-40B4-BE49-F238E27FC236}">
                      <a16:creationId xmlns:a16="http://schemas.microsoft.com/office/drawing/2014/main" id="{6E9D475A-BEB1-8658-9FCE-99B818DA4258}"/>
                    </a:ext>
                  </a:extLst>
                </p14:cNvPr>
                <p14:cNvContentPartPr/>
                <p14:nvPr/>
              </p14:nvContentPartPr>
              <p14:xfrm>
                <a:off x="10901493" y="5075163"/>
                <a:ext cx="11160" cy="69840"/>
              </p14:xfrm>
            </p:contentPart>
          </mc:Choice>
          <mc:Fallback xmlns="">
            <p:pic>
              <p:nvPicPr>
                <p:cNvPr id="1318" name="墨迹 1317">
                  <a:extLst>
                    <a:ext uri="{FF2B5EF4-FFF2-40B4-BE49-F238E27FC236}">
                      <a16:creationId xmlns:a16="http://schemas.microsoft.com/office/drawing/2014/main" id="{6E9D475A-BEB1-8658-9FCE-99B818DA425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865493" y="5003523"/>
                  <a:ext cx="82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319" name="墨迹 1318">
                  <a:extLst>
                    <a:ext uri="{FF2B5EF4-FFF2-40B4-BE49-F238E27FC236}">
                      <a16:creationId xmlns:a16="http://schemas.microsoft.com/office/drawing/2014/main" id="{43F3A6B4-CEFA-689B-483F-9B139B5D1026}"/>
                    </a:ext>
                  </a:extLst>
                </p14:cNvPr>
                <p14:cNvContentPartPr/>
                <p14:nvPr/>
              </p14:nvContentPartPr>
              <p14:xfrm>
                <a:off x="10527453" y="5140323"/>
                <a:ext cx="366480" cy="13680"/>
              </p14:xfrm>
            </p:contentPart>
          </mc:Choice>
          <mc:Fallback xmlns="">
            <p:pic>
              <p:nvPicPr>
                <p:cNvPr id="1319" name="墨迹 1318">
                  <a:extLst>
                    <a:ext uri="{FF2B5EF4-FFF2-40B4-BE49-F238E27FC236}">
                      <a16:creationId xmlns:a16="http://schemas.microsoft.com/office/drawing/2014/main" id="{43F3A6B4-CEFA-689B-483F-9B139B5D102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91453" y="5068323"/>
                  <a:ext cx="438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320" name="墨迹 1319">
                  <a:extLst>
                    <a:ext uri="{FF2B5EF4-FFF2-40B4-BE49-F238E27FC236}">
                      <a16:creationId xmlns:a16="http://schemas.microsoft.com/office/drawing/2014/main" id="{0C7B9EC1-8C82-3C6B-FEBB-9A6E4DC06554}"/>
                    </a:ext>
                  </a:extLst>
                </p14:cNvPr>
                <p14:cNvContentPartPr/>
                <p14:nvPr/>
              </p14:nvContentPartPr>
              <p14:xfrm>
                <a:off x="10713933" y="5125203"/>
                <a:ext cx="179640" cy="23400"/>
              </p14:xfrm>
            </p:contentPart>
          </mc:Choice>
          <mc:Fallback xmlns="">
            <p:pic>
              <p:nvPicPr>
                <p:cNvPr id="1320" name="墨迹 1319">
                  <a:extLst>
                    <a:ext uri="{FF2B5EF4-FFF2-40B4-BE49-F238E27FC236}">
                      <a16:creationId xmlns:a16="http://schemas.microsoft.com/office/drawing/2014/main" id="{0C7B9EC1-8C82-3C6B-FEBB-9A6E4DC0655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77933" y="5053203"/>
                  <a:ext cx="251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321" name="墨迹 1320">
                  <a:extLst>
                    <a:ext uri="{FF2B5EF4-FFF2-40B4-BE49-F238E27FC236}">
                      <a16:creationId xmlns:a16="http://schemas.microsoft.com/office/drawing/2014/main" id="{86E1D618-E212-F9E3-C958-FAE76F1B1FF5}"/>
                    </a:ext>
                  </a:extLst>
                </p14:cNvPr>
                <p14:cNvContentPartPr/>
                <p14:nvPr/>
              </p14:nvContentPartPr>
              <p14:xfrm>
                <a:off x="9796293" y="5100363"/>
                <a:ext cx="997560" cy="6840"/>
              </p14:xfrm>
            </p:contentPart>
          </mc:Choice>
          <mc:Fallback xmlns="">
            <p:pic>
              <p:nvPicPr>
                <p:cNvPr id="1321" name="墨迹 1320">
                  <a:extLst>
                    <a:ext uri="{FF2B5EF4-FFF2-40B4-BE49-F238E27FC236}">
                      <a16:creationId xmlns:a16="http://schemas.microsoft.com/office/drawing/2014/main" id="{86E1D618-E212-F9E3-C958-FAE76F1B1FF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60293" y="5028723"/>
                  <a:ext cx="1069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322" name="墨迹 1321">
                  <a:extLst>
                    <a:ext uri="{FF2B5EF4-FFF2-40B4-BE49-F238E27FC236}">
                      <a16:creationId xmlns:a16="http://schemas.microsoft.com/office/drawing/2014/main" id="{7E230069-BE69-E663-4849-D3D0B7D4AFE8}"/>
                    </a:ext>
                  </a:extLst>
                </p14:cNvPr>
                <p14:cNvContentPartPr/>
                <p14:nvPr/>
              </p14:nvContentPartPr>
              <p14:xfrm>
                <a:off x="9307773" y="5138703"/>
                <a:ext cx="1233360" cy="19800"/>
              </p14:xfrm>
            </p:contentPart>
          </mc:Choice>
          <mc:Fallback xmlns="">
            <p:pic>
              <p:nvPicPr>
                <p:cNvPr id="1322" name="墨迹 1321">
                  <a:extLst>
                    <a:ext uri="{FF2B5EF4-FFF2-40B4-BE49-F238E27FC236}">
                      <a16:creationId xmlns:a16="http://schemas.microsoft.com/office/drawing/2014/main" id="{7E230069-BE69-E663-4849-D3D0B7D4AFE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271773" y="5066703"/>
                  <a:ext cx="1305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323" name="墨迹 1322">
                  <a:extLst>
                    <a:ext uri="{FF2B5EF4-FFF2-40B4-BE49-F238E27FC236}">
                      <a16:creationId xmlns:a16="http://schemas.microsoft.com/office/drawing/2014/main" id="{E736D17C-23EE-38C6-6830-25B8FC24AD2B}"/>
                    </a:ext>
                  </a:extLst>
                </p14:cNvPr>
                <p14:cNvContentPartPr/>
                <p14:nvPr/>
              </p14:nvContentPartPr>
              <p14:xfrm>
                <a:off x="9058993" y="5105527"/>
                <a:ext cx="743400" cy="17280"/>
              </p14:xfrm>
            </p:contentPart>
          </mc:Choice>
          <mc:Fallback xmlns="">
            <p:pic>
              <p:nvPicPr>
                <p:cNvPr id="1323" name="墨迹 1322">
                  <a:extLst>
                    <a:ext uri="{FF2B5EF4-FFF2-40B4-BE49-F238E27FC236}">
                      <a16:creationId xmlns:a16="http://schemas.microsoft.com/office/drawing/2014/main" id="{E736D17C-23EE-38C6-6830-25B8FC24AD2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023353" y="5033527"/>
                  <a:ext cx="815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324" name="墨迹 1323">
                  <a:extLst>
                    <a:ext uri="{FF2B5EF4-FFF2-40B4-BE49-F238E27FC236}">
                      <a16:creationId xmlns:a16="http://schemas.microsoft.com/office/drawing/2014/main" id="{915EF95C-42A0-08C0-E2AC-2E4878EB02DB}"/>
                    </a:ext>
                  </a:extLst>
                </p14:cNvPr>
                <p14:cNvContentPartPr/>
                <p14:nvPr/>
              </p14:nvContentPartPr>
              <p14:xfrm>
                <a:off x="8874673" y="5147647"/>
                <a:ext cx="728640" cy="12960"/>
              </p14:xfrm>
            </p:contentPart>
          </mc:Choice>
          <mc:Fallback xmlns="">
            <p:pic>
              <p:nvPicPr>
                <p:cNvPr id="1324" name="墨迹 1323">
                  <a:extLst>
                    <a:ext uri="{FF2B5EF4-FFF2-40B4-BE49-F238E27FC236}">
                      <a16:creationId xmlns:a16="http://schemas.microsoft.com/office/drawing/2014/main" id="{915EF95C-42A0-08C0-E2AC-2E4878EB02D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839033" y="5075647"/>
                  <a:ext cx="800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325" name="墨迹 1324">
                  <a:extLst>
                    <a:ext uri="{FF2B5EF4-FFF2-40B4-BE49-F238E27FC236}">
                      <a16:creationId xmlns:a16="http://schemas.microsoft.com/office/drawing/2014/main" id="{B4ED1F90-CDFE-68D7-4D6E-71292B0B57DC}"/>
                    </a:ext>
                  </a:extLst>
                </p14:cNvPr>
                <p14:cNvContentPartPr/>
                <p14:nvPr/>
              </p14:nvContentPartPr>
              <p14:xfrm>
                <a:off x="7767560" y="5108528"/>
                <a:ext cx="1262520" cy="23040"/>
              </p14:xfrm>
            </p:contentPart>
          </mc:Choice>
          <mc:Fallback xmlns="">
            <p:pic>
              <p:nvPicPr>
                <p:cNvPr id="1325" name="墨迹 1324">
                  <a:extLst>
                    <a:ext uri="{FF2B5EF4-FFF2-40B4-BE49-F238E27FC236}">
                      <a16:creationId xmlns:a16="http://schemas.microsoft.com/office/drawing/2014/main" id="{B4ED1F90-CDFE-68D7-4D6E-71292B0B57D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731560" y="5036528"/>
                  <a:ext cx="1334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326" name="墨迹 1325">
                  <a:extLst>
                    <a:ext uri="{FF2B5EF4-FFF2-40B4-BE49-F238E27FC236}">
                      <a16:creationId xmlns:a16="http://schemas.microsoft.com/office/drawing/2014/main" id="{B960E67D-E972-9404-FF3D-69EAA6309D56}"/>
                    </a:ext>
                  </a:extLst>
                </p14:cNvPr>
                <p14:cNvContentPartPr/>
                <p14:nvPr/>
              </p14:nvContentPartPr>
              <p14:xfrm>
                <a:off x="7772240" y="5142008"/>
                <a:ext cx="538200" cy="27000"/>
              </p14:xfrm>
            </p:contentPart>
          </mc:Choice>
          <mc:Fallback xmlns="">
            <p:pic>
              <p:nvPicPr>
                <p:cNvPr id="1326" name="墨迹 1325">
                  <a:extLst>
                    <a:ext uri="{FF2B5EF4-FFF2-40B4-BE49-F238E27FC236}">
                      <a16:creationId xmlns:a16="http://schemas.microsoft.com/office/drawing/2014/main" id="{B960E67D-E972-9404-FF3D-69EAA6309D5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736600" y="5070008"/>
                  <a:ext cx="609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327" name="墨迹 1326">
                  <a:extLst>
                    <a:ext uri="{FF2B5EF4-FFF2-40B4-BE49-F238E27FC236}">
                      <a16:creationId xmlns:a16="http://schemas.microsoft.com/office/drawing/2014/main" id="{2030C117-6C61-B882-4D3D-C4BA472110D1}"/>
                    </a:ext>
                  </a:extLst>
                </p14:cNvPr>
                <p14:cNvContentPartPr/>
                <p14:nvPr/>
              </p14:nvContentPartPr>
              <p14:xfrm>
                <a:off x="8029280" y="5165048"/>
                <a:ext cx="2160" cy="1080"/>
              </p14:xfrm>
            </p:contentPart>
          </mc:Choice>
          <mc:Fallback xmlns="">
            <p:pic>
              <p:nvPicPr>
                <p:cNvPr id="1327" name="墨迹 1326">
                  <a:extLst>
                    <a:ext uri="{FF2B5EF4-FFF2-40B4-BE49-F238E27FC236}">
                      <a16:creationId xmlns:a16="http://schemas.microsoft.com/office/drawing/2014/main" id="{2030C117-6C61-B882-4D3D-C4BA472110D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93640" y="5093048"/>
                  <a:ext cx="73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328" name="墨迹 1327">
                  <a:extLst>
                    <a:ext uri="{FF2B5EF4-FFF2-40B4-BE49-F238E27FC236}">
                      <a16:creationId xmlns:a16="http://schemas.microsoft.com/office/drawing/2014/main" id="{15DBF723-0FD9-7D2A-6F46-579F5149A774}"/>
                    </a:ext>
                  </a:extLst>
                </p14:cNvPr>
                <p14:cNvContentPartPr/>
                <p14:nvPr/>
              </p14:nvContentPartPr>
              <p14:xfrm>
                <a:off x="8315120" y="5143448"/>
                <a:ext cx="548280" cy="19440"/>
              </p14:xfrm>
            </p:contentPart>
          </mc:Choice>
          <mc:Fallback xmlns="">
            <p:pic>
              <p:nvPicPr>
                <p:cNvPr id="1328" name="墨迹 1327">
                  <a:extLst>
                    <a:ext uri="{FF2B5EF4-FFF2-40B4-BE49-F238E27FC236}">
                      <a16:creationId xmlns:a16="http://schemas.microsoft.com/office/drawing/2014/main" id="{15DBF723-0FD9-7D2A-6F46-579F5149A77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79480" y="5071448"/>
                  <a:ext cx="619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329" name="墨迹 1328">
                  <a:extLst>
                    <a:ext uri="{FF2B5EF4-FFF2-40B4-BE49-F238E27FC236}">
                      <a16:creationId xmlns:a16="http://schemas.microsoft.com/office/drawing/2014/main" id="{FFAFB7BB-75D5-5958-CAD2-97E168B9A3FE}"/>
                    </a:ext>
                  </a:extLst>
                </p14:cNvPr>
                <p14:cNvContentPartPr/>
                <p14:nvPr/>
              </p14:nvContentPartPr>
              <p14:xfrm>
                <a:off x="10823575" y="2904915"/>
                <a:ext cx="32400" cy="92160"/>
              </p14:xfrm>
            </p:contentPart>
          </mc:Choice>
          <mc:Fallback xmlns="">
            <p:pic>
              <p:nvPicPr>
                <p:cNvPr id="1329" name="墨迹 1328">
                  <a:extLst>
                    <a:ext uri="{FF2B5EF4-FFF2-40B4-BE49-F238E27FC236}">
                      <a16:creationId xmlns:a16="http://schemas.microsoft.com/office/drawing/2014/main" id="{FFAFB7BB-75D5-5958-CAD2-97E168B9A3F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87575" y="2833275"/>
                  <a:ext cx="104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330" name="墨迹 1329">
                  <a:extLst>
                    <a:ext uri="{FF2B5EF4-FFF2-40B4-BE49-F238E27FC236}">
                      <a16:creationId xmlns:a16="http://schemas.microsoft.com/office/drawing/2014/main" id="{B9296597-07F8-FDB4-DFD7-06E1F1022DFB}"/>
                    </a:ext>
                  </a:extLst>
                </p14:cNvPr>
                <p14:cNvContentPartPr/>
                <p14:nvPr/>
              </p14:nvContentPartPr>
              <p14:xfrm>
                <a:off x="10804495" y="2822475"/>
                <a:ext cx="360" cy="360"/>
              </p14:xfrm>
            </p:contentPart>
          </mc:Choice>
          <mc:Fallback xmlns="">
            <p:pic>
              <p:nvPicPr>
                <p:cNvPr id="1330" name="墨迹 1329">
                  <a:extLst>
                    <a:ext uri="{FF2B5EF4-FFF2-40B4-BE49-F238E27FC236}">
                      <a16:creationId xmlns:a16="http://schemas.microsoft.com/office/drawing/2014/main" id="{B9296597-07F8-FDB4-DFD7-06E1F1022D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68495" y="2750835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331" name="墨迹 1330">
                  <a:extLst>
                    <a:ext uri="{FF2B5EF4-FFF2-40B4-BE49-F238E27FC236}">
                      <a16:creationId xmlns:a16="http://schemas.microsoft.com/office/drawing/2014/main" id="{58BF8F3C-0D76-7B95-3AF2-E462366FB751}"/>
                    </a:ext>
                  </a:extLst>
                </p14:cNvPr>
                <p14:cNvContentPartPr/>
                <p14:nvPr/>
              </p14:nvContentPartPr>
              <p14:xfrm>
                <a:off x="10823575" y="2806635"/>
                <a:ext cx="67680" cy="593640"/>
              </p14:xfrm>
            </p:contentPart>
          </mc:Choice>
          <mc:Fallback xmlns="">
            <p:pic>
              <p:nvPicPr>
                <p:cNvPr id="1331" name="墨迹 1330">
                  <a:extLst>
                    <a:ext uri="{FF2B5EF4-FFF2-40B4-BE49-F238E27FC236}">
                      <a16:creationId xmlns:a16="http://schemas.microsoft.com/office/drawing/2014/main" id="{58BF8F3C-0D76-7B95-3AF2-E462366FB75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787575" y="2734635"/>
                  <a:ext cx="1393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1332" name="墨迹 1331">
                  <a:extLst>
                    <a:ext uri="{FF2B5EF4-FFF2-40B4-BE49-F238E27FC236}">
                      <a16:creationId xmlns:a16="http://schemas.microsoft.com/office/drawing/2014/main" id="{BB29C29D-0A57-38F5-B191-6B3AE3A0D64B}"/>
                    </a:ext>
                  </a:extLst>
                </p14:cNvPr>
                <p14:cNvContentPartPr/>
                <p14:nvPr/>
              </p14:nvContentPartPr>
              <p14:xfrm>
                <a:off x="10826455" y="3330435"/>
                <a:ext cx="360" cy="360"/>
              </p14:xfrm>
            </p:contentPart>
          </mc:Choice>
          <mc:Fallback xmlns="">
            <p:pic>
              <p:nvPicPr>
                <p:cNvPr id="1332" name="墨迹 1331">
                  <a:extLst>
                    <a:ext uri="{FF2B5EF4-FFF2-40B4-BE49-F238E27FC236}">
                      <a16:creationId xmlns:a16="http://schemas.microsoft.com/office/drawing/2014/main" id="{BB29C29D-0A57-38F5-B191-6B3AE3A0D6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90815" y="3258795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333" name="墨迹 1332">
                  <a:extLst>
                    <a:ext uri="{FF2B5EF4-FFF2-40B4-BE49-F238E27FC236}">
                      <a16:creationId xmlns:a16="http://schemas.microsoft.com/office/drawing/2014/main" id="{93A35987-9B21-7FC5-DE44-836D31BE954B}"/>
                    </a:ext>
                  </a:extLst>
                </p14:cNvPr>
                <p14:cNvContentPartPr/>
                <p14:nvPr/>
              </p14:nvContentPartPr>
              <p14:xfrm>
                <a:off x="10892695" y="2917875"/>
                <a:ext cx="30600" cy="511200"/>
              </p14:xfrm>
            </p:contentPart>
          </mc:Choice>
          <mc:Fallback xmlns="">
            <p:pic>
              <p:nvPicPr>
                <p:cNvPr id="1333" name="墨迹 1332">
                  <a:extLst>
                    <a:ext uri="{FF2B5EF4-FFF2-40B4-BE49-F238E27FC236}">
                      <a16:creationId xmlns:a16="http://schemas.microsoft.com/office/drawing/2014/main" id="{93A35987-9B21-7FC5-DE44-836D31BE954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857055" y="2845875"/>
                  <a:ext cx="102240" cy="65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425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206F4EA-6EEA-5B3B-BEF6-B909418B7780}"/>
              </a:ext>
            </a:extLst>
          </p:cNvPr>
          <p:cNvGrpSpPr/>
          <p:nvPr/>
        </p:nvGrpSpPr>
        <p:grpSpPr>
          <a:xfrm>
            <a:off x="293646" y="233680"/>
            <a:ext cx="11604708" cy="6167120"/>
            <a:chOff x="293646" y="233680"/>
            <a:chExt cx="11604708" cy="6167120"/>
          </a:xfrm>
        </p:grpSpPr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42790F2A-8EE6-D474-3574-5618D13EC128}"/>
                </a:ext>
              </a:extLst>
            </p:cNvPr>
            <p:cNvSpPr/>
            <p:nvPr/>
          </p:nvSpPr>
          <p:spPr>
            <a:xfrm>
              <a:off x="293646" y="233680"/>
              <a:ext cx="11511280" cy="616712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C4D61EC0-96F7-AFAB-C600-23C0BCD8EB07}"/>
                </a:ext>
              </a:extLst>
            </p:cNvPr>
            <p:cNvSpPr/>
            <p:nvPr/>
          </p:nvSpPr>
          <p:spPr>
            <a:xfrm>
              <a:off x="5485406" y="238760"/>
              <a:ext cx="6319520" cy="3698240"/>
            </a:xfrm>
            <a:prstGeom prst="rect">
              <a:avLst/>
            </a:prstGeom>
            <a:solidFill>
              <a:schemeClr val="bg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DFF23727-6F2C-555C-BA13-57B51085BC0B}"/>
                </a:ext>
              </a:extLst>
            </p:cNvPr>
            <p:cNvGrpSpPr/>
            <p:nvPr/>
          </p:nvGrpSpPr>
          <p:grpSpPr>
            <a:xfrm>
              <a:off x="293646" y="934720"/>
              <a:ext cx="5171440" cy="4958080"/>
              <a:chOff x="1111211" y="395865"/>
              <a:chExt cx="6368136" cy="5509068"/>
            </a:xfrm>
          </p:grpSpPr>
          <p:grpSp>
            <p:nvGrpSpPr>
              <p:cNvPr id="316" name="组合 315">
                <a:extLst>
                  <a:ext uri="{FF2B5EF4-FFF2-40B4-BE49-F238E27FC236}">
                    <a16:creationId xmlns:a16="http://schemas.microsoft.com/office/drawing/2014/main" id="{6AFC5377-8549-3A89-7D0C-0EA0345EDD87}"/>
                  </a:ext>
                </a:extLst>
              </p:cNvPr>
              <p:cNvGrpSpPr/>
              <p:nvPr/>
            </p:nvGrpSpPr>
            <p:grpSpPr>
              <a:xfrm>
                <a:off x="2416828" y="3257656"/>
                <a:ext cx="3648828" cy="2647277"/>
                <a:chOff x="4193541" y="3916439"/>
                <a:chExt cx="3711259" cy="2692572"/>
              </a:xfrm>
            </p:grpSpPr>
            <p:cxnSp>
              <p:nvCxnSpPr>
                <p:cNvPr id="589" name="直接连接符 588">
                  <a:extLst>
                    <a:ext uri="{FF2B5EF4-FFF2-40B4-BE49-F238E27FC236}">
                      <a16:creationId xmlns:a16="http://schemas.microsoft.com/office/drawing/2014/main" id="{2380B643-5D48-2BBC-C2FE-4FCFBADD8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96012" y="4495677"/>
                  <a:ext cx="0" cy="1669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>
                  <a:extLst>
                    <a:ext uri="{FF2B5EF4-FFF2-40B4-BE49-F238E27FC236}">
                      <a16:creationId xmlns:a16="http://schemas.microsoft.com/office/drawing/2014/main" id="{BC87B18B-AC5D-6FC9-F570-CF9687E52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64053" y="4498948"/>
                  <a:ext cx="1740747" cy="194564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>
                  <a:extLst>
                    <a:ext uri="{FF2B5EF4-FFF2-40B4-BE49-F238E27FC236}">
                      <a16:creationId xmlns:a16="http://schemas.microsoft.com/office/drawing/2014/main" id="{F1EEB097-0C89-BA3A-3A7E-B5B540CFC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5548" y="5278365"/>
                  <a:ext cx="0" cy="1669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>
                  <a:extLst>
                    <a:ext uri="{FF2B5EF4-FFF2-40B4-BE49-F238E27FC236}">
                      <a16:creationId xmlns:a16="http://schemas.microsoft.com/office/drawing/2014/main" id="{590C0539-397B-D1A4-B1F0-3C4AB38BD1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3541" y="5438547"/>
                  <a:ext cx="1964266" cy="11684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>
                  <a:extLst>
                    <a:ext uri="{FF2B5EF4-FFF2-40B4-BE49-F238E27FC236}">
                      <a16:creationId xmlns:a16="http://schemas.microsoft.com/office/drawing/2014/main" id="{905B3D74-C039-C200-22FB-41D327D179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58969" y="6432610"/>
                  <a:ext cx="0" cy="1669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直接连接符 593">
                  <a:extLst>
                    <a:ext uri="{FF2B5EF4-FFF2-40B4-BE49-F238E27FC236}">
                      <a16:creationId xmlns:a16="http://schemas.microsoft.com/office/drawing/2014/main" id="{27331059-4FF0-FC0F-B77A-ED5023B2E1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54578" y="4663371"/>
                  <a:ext cx="1740747" cy="194564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连接符 594">
                  <a:extLst>
                    <a:ext uri="{FF2B5EF4-FFF2-40B4-BE49-F238E27FC236}">
                      <a16:creationId xmlns:a16="http://schemas.microsoft.com/office/drawing/2014/main" id="{762FBED8-9029-3D03-0034-A35F68462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07087" y="4207896"/>
                  <a:ext cx="948463" cy="106010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5D6D3A2F-B31D-B7EA-1657-9DB5856F4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4132" y="5262349"/>
                  <a:ext cx="1964266" cy="11684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连接符 596">
                  <a:extLst>
                    <a:ext uri="{FF2B5EF4-FFF2-40B4-BE49-F238E27FC236}">
                      <a16:creationId xmlns:a16="http://schemas.microsoft.com/office/drawing/2014/main" id="{21F70E71-5C7E-15F9-970A-84FD00481F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11979" y="3916439"/>
                  <a:ext cx="986628" cy="58687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51209355-2D01-B1AF-1F6A-C0A55481FD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5345" y="4350835"/>
                  <a:ext cx="528485" cy="590690"/>
                </a:xfrm>
                <a:prstGeom prst="line">
                  <a:avLst/>
                </a:prstGeom>
                <a:ln w="19050" cap="flat" cmpd="sng" algn="ctr">
                  <a:solidFill>
                    <a:schemeClr val="accent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连接符 598">
                  <a:extLst>
                    <a:ext uri="{FF2B5EF4-FFF2-40B4-BE49-F238E27FC236}">
                      <a16:creationId xmlns:a16="http://schemas.microsoft.com/office/drawing/2014/main" id="{A2A48122-3EFD-C533-7C46-6434488528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6111" y="4938212"/>
                  <a:ext cx="1305514" cy="770438"/>
                </a:xfrm>
                <a:prstGeom prst="line">
                  <a:avLst/>
                </a:prstGeom>
                <a:ln w="19050" cap="flat" cmpd="sng" algn="ctr">
                  <a:solidFill>
                    <a:schemeClr val="accent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直接连接符 599">
                  <a:extLst>
                    <a:ext uri="{FF2B5EF4-FFF2-40B4-BE49-F238E27FC236}">
                      <a16:creationId xmlns:a16="http://schemas.microsoft.com/office/drawing/2014/main" id="{1AC42276-A218-55D5-BAD0-E80D85F609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28587" y="4697624"/>
                  <a:ext cx="904556" cy="1011026"/>
                </a:xfrm>
                <a:prstGeom prst="line">
                  <a:avLst/>
                </a:prstGeom>
                <a:ln w="19050" cap="flat" cmpd="sng" algn="ctr">
                  <a:solidFill>
                    <a:schemeClr val="accent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97E8627A-ED75-2384-63A6-49BBC3120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0547" y="4340764"/>
                  <a:ext cx="587454" cy="356860"/>
                </a:xfrm>
                <a:prstGeom prst="line">
                  <a:avLst/>
                </a:prstGeom>
                <a:ln w="19050" cap="flat" cmpd="sng" algn="ctr">
                  <a:solidFill>
                    <a:schemeClr val="accent2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01477DCE-C38F-266B-E7F9-39048C2879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75584" y="795429"/>
                <a:ext cx="4995" cy="4563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8816C379-AA1D-D928-0AD4-3B620F9E08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2684" y="395865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67E79361-0FDB-F5AC-F876-3EE2B2DF5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3042" y="1174181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 319">
                <a:extLst>
                  <a:ext uri="{FF2B5EF4-FFF2-40B4-BE49-F238E27FC236}">
                    <a16:creationId xmlns:a16="http://schemas.microsoft.com/office/drawing/2014/main" id="{DE1B27B1-BCAF-CCE9-42CB-AF584AEE51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3830" y="1570623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EED15821-30CA-0CDC-CBBB-36AE4B7CF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8373" y="1925860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>
                <a:extLst>
                  <a:ext uri="{FF2B5EF4-FFF2-40B4-BE49-F238E27FC236}">
                    <a16:creationId xmlns:a16="http://schemas.microsoft.com/office/drawing/2014/main" id="{748FB753-920A-A1D5-81A1-F5A25664C4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220" y="2308776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>
                <a:extLst>
                  <a:ext uri="{FF2B5EF4-FFF2-40B4-BE49-F238E27FC236}">
                    <a16:creationId xmlns:a16="http://schemas.microsoft.com/office/drawing/2014/main" id="{D8218180-092D-FA32-F7A0-684A230D48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7448" y="1991622"/>
                <a:ext cx="1711464" cy="191291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9F7450D0-77E1-22FF-4188-A8BF7A2153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8723" y="2754123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A27A3612-A1AF-CA2A-3F52-E70F12358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7448" y="3457521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3FDED559-2A44-1C54-A14F-58DC7E2DC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3727" y="2299620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F0349E52-462C-B390-B453-53F6B6B4E2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601" y="3068778"/>
                <a:ext cx="0" cy="4676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25758680-7A44-FCB8-171A-BE285EE4A3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378" y="1920033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7A262674-3681-CCF0-4647-D5A3D4E2C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3830" y="1568335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09A28D4C-7332-6A5C-2775-8C3D0ABD3C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5224" y="1176575"/>
                <a:ext cx="1944650" cy="11559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40DED323-2EA3-181D-A608-CB2504C62A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1213" y="797094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E8D09209-CFCC-4996-C4F4-5AA0EDFFE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1849" y="407312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B394CED5-FA06-8617-1549-83085006A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5053" y="2725403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5AA5A8AA-33D3-835A-80F5-FBDF9D617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9874" y="2332501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8617CE22-6BCE-AA6E-6E08-415B91C51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3269" y="1945840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983D796C-2A43-343E-7FA2-DAA99C350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8912" y="1544610"/>
                <a:ext cx="0" cy="44534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 336">
                <a:extLst>
                  <a:ext uri="{FF2B5EF4-FFF2-40B4-BE49-F238E27FC236}">
                    <a16:creationId xmlns:a16="http://schemas.microsoft.com/office/drawing/2014/main" id="{CE026885-7505-726C-16D7-A496624F75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9946" y="3087612"/>
                <a:ext cx="304664" cy="3565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>
                <a:extLst>
                  <a:ext uri="{FF2B5EF4-FFF2-40B4-BE49-F238E27FC236}">
                    <a16:creationId xmlns:a16="http://schemas.microsoft.com/office/drawing/2014/main" id="{C200EF45-6EB0-C39D-E2B3-EC34C218F7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25052" y="2332501"/>
                <a:ext cx="354822" cy="39290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458A2AC7-9B11-F01F-6748-EE7FD12DB4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06129" y="1556057"/>
                <a:ext cx="362783" cy="38978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 339">
                <a:extLst>
                  <a:ext uri="{FF2B5EF4-FFF2-40B4-BE49-F238E27FC236}">
                    <a16:creationId xmlns:a16="http://schemas.microsoft.com/office/drawing/2014/main" id="{3A96314C-EEBA-1734-330A-DF74EFB4D2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7584" y="1581028"/>
                <a:ext cx="337049" cy="3408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C5F765EB-7DD5-A684-2019-25B0C1945E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8672" y="808541"/>
                <a:ext cx="347485" cy="36397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>
                <a:extLst>
                  <a:ext uri="{FF2B5EF4-FFF2-40B4-BE49-F238E27FC236}">
                    <a16:creationId xmlns:a16="http://schemas.microsoft.com/office/drawing/2014/main" id="{B7890867-E10F-73E7-4AB1-3925E7F85E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8382" y="2356848"/>
                <a:ext cx="1689303" cy="1004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3" name="直接连接符 342">
                <a:extLst>
                  <a:ext uri="{FF2B5EF4-FFF2-40B4-BE49-F238E27FC236}">
                    <a16:creationId xmlns:a16="http://schemas.microsoft.com/office/drawing/2014/main" id="{F3620D1E-4C88-0940-677E-91C24C0B27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0547" y="1627955"/>
                <a:ext cx="1675880" cy="9955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4" name="直接连接符 343">
                <a:extLst>
                  <a:ext uri="{FF2B5EF4-FFF2-40B4-BE49-F238E27FC236}">
                    <a16:creationId xmlns:a16="http://schemas.microsoft.com/office/drawing/2014/main" id="{C715502B-0465-9DBA-144C-D5E36FAF2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13" y="2013682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5" name="直接连接符 344">
                <a:extLst>
                  <a:ext uri="{FF2B5EF4-FFF2-40B4-BE49-F238E27FC236}">
                    <a16:creationId xmlns:a16="http://schemas.microsoft.com/office/drawing/2014/main" id="{8D5BBDB8-A321-5694-E16F-6599EB3250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7050" y="1246498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>
                <a:extLst>
                  <a:ext uri="{FF2B5EF4-FFF2-40B4-BE49-F238E27FC236}">
                    <a16:creationId xmlns:a16="http://schemas.microsoft.com/office/drawing/2014/main" id="{739A37A3-083F-8956-0111-E6D0F5EAFD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2487" y="833565"/>
                <a:ext cx="1675880" cy="9955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346">
                <a:extLst>
                  <a:ext uri="{FF2B5EF4-FFF2-40B4-BE49-F238E27FC236}">
                    <a16:creationId xmlns:a16="http://schemas.microsoft.com/office/drawing/2014/main" id="{CECEECA7-CA74-BEE0-7156-B059C1E0D0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21148" y="831901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>
                <a:extLst>
                  <a:ext uri="{FF2B5EF4-FFF2-40B4-BE49-F238E27FC236}">
                    <a16:creationId xmlns:a16="http://schemas.microsoft.com/office/drawing/2014/main" id="{EB8B30DD-00B4-D192-7340-315BBE5810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47043" y="1614456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348">
                <a:extLst>
                  <a:ext uri="{FF2B5EF4-FFF2-40B4-BE49-F238E27FC236}">
                    <a16:creationId xmlns:a16="http://schemas.microsoft.com/office/drawing/2014/main" id="{632FA038-BD3E-A171-BCFA-CF8201ED30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5180" y="2333383"/>
                <a:ext cx="92404" cy="950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>
                <a:extLst>
                  <a:ext uri="{FF2B5EF4-FFF2-40B4-BE49-F238E27FC236}">
                    <a16:creationId xmlns:a16="http://schemas.microsoft.com/office/drawing/2014/main" id="{FA6E1D50-AEA2-85FB-A88B-FFB2A61075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12456" y="2004578"/>
                <a:ext cx="81373" cy="7796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>
                <a:extLst>
                  <a:ext uri="{FF2B5EF4-FFF2-40B4-BE49-F238E27FC236}">
                    <a16:creationId xmlns:a16="http://schemas.microsoft.com/office/drawing/2014/main" id="{8EDB5C44-294A-7621-B749-1C7E73E943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96399" y="1251793"/>
                <a:ext cx="79185" cy="9048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>
                <a:extLst>
                  <a:ext uri="{FF2B5EF4-FFF2-40B4-BE49-F238E27FC236}">
                    <a16:creationId xmlns:a16="http://schemas.microsoft.com/office/drawing/2014/main" id="{F2AC490B-A2B0-405E-7878-C9156DA28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1220" y="2934160"/>
                <a:ext cx="1931223" cy="114874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352">
                <a:extLst>
                  <a:ext uri="{FF2B5EF4-FFF2-40B4-BE49-F238E27FC236}">
                    <a16:creationId xmlns:a16="http://schemas.microsoft.com/office/drawing/2014/main" id="{CDB1CB3C-F1F0-DDF6-B30B-AA62BA67F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2443" y="3902868"/>
                <a:ext cx="0" cy="16414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>
                <a:extLst>
                  <a:ext uri="{FF2B5EF4-FFF2-40B4-BE49-F238E27FC236}">
                    <a16:creationId xmlns:a16="http://schemas.microsoft.com/office/drawing/2014/main" id="{4E9A4ABD-7EDA-FCEA-8118-D2E39C6498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61608" y="2193539"/>
                <a:ext cx="1711464" cy="191291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>
                <a:extLst>
                  <a:ext uri="{FF2B5EF4-FFF2-40B4-BE49-F238E27FC236}">
                    <a16:creationId xmlns:a16="http://schemas.microsoft.com/office/drawing/2014/main" id="{0850F723-628B-950C-F3EA-2CD7C65D0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5382" y="2770018"/>
                <a:ext cx="0" cy="16414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>
                <a:extLst>
                  <a:ext uri="{FF2B5EF4-FFF2-40B4-BE49-F238E27FC236}">
                    <a16:creationId xmlns:a16="http://schemas.microsoft.com/office/drawing/2014/main" id="{7CF28B2C-B31E-DA63-33B9-78C1AA44E3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8912" y="2000470"/>
                <a:ext cx="0" cy="17808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30E78CCB-C0AD-BAAA-E4B6-9E44542881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58784" y="913868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3EC47E5E-FF3A-4E11-11A8-AF259E763A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0123" y="980957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D382576F-BECB-89C5-A8AD-2A863B70A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02585" y="1059566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接连接符 359">
                <a:extLst>
                  <a:ext uri="{FF2B5EF4-FFF2-40B4-BE49-F238E27FC236}">
                    <a16:creationId xmlns:a16="http://schemas.microsoft.com/office/drawing/2014/main" id="{1F5A9483-999F-9F03-95E0-E371FB884C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12277" y="1123375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5D29014B-18BC-0C9A-AB6C-456B45AC02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49913" y="1211824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FDAE0712-EC84-2F44-1A86-E0172A158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0906" y="1277298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>
                <a:extLst>
                  <a:ext uri="{FF2B5EF4-FFF2-40B4-BE49-F238E27FC236}">
                    <a16:creationId xmlns:a16="http://schemas.microsoft.com/office/drawing/2014/main" id="{46514735-E75A-A97F-B5C8-E1514BAA4F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09106" y="1362480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74B13934-1077-49C0-A0F4-A3846E8A41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15861" y="1427214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接连接符 364">
                <a:extLst>
                  <a:ext uri="{FF2B5EF4-FFF2-40B4-BE49-F238E27FC236}">
                    <a16:creationId xmlns:a16="http://schemas.microsoft.com/office/drawing/2014/main" id="{E010B29B-E025-70B1-B094-483EFC2AA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73877" y="1517791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>
                <a:extLst>
                  <a:ext uri="{FF2B5EF4-FFF2-40B4-BE49-F238E27FC236}">
                    <a16:creationId xmlns:a16="http://schemas.microsoft.com/office/drawing/2014/main" id="{05C2BC28-9FA7-A384-AE96-6AE156D4ED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85598" y="1587715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366">
                <a:extLst>
                  <a:ext uri="{FF2B5EF4-FFF2-40B4-BE49-F238E27FC236}">
                    <a16:creationId xmlns:a16="http://schemas.microsoft.com/office/drawing/2014/main" id="{4A85E738-C500-CCF9-1CBF-41A23D8846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28520" y="1676447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367">
                <a:extLst>
                  <a:ext uri="{FF2B5EF4-FFF2-40B4-BE49-F238E27FC236}">
                    <a16:creationId xmlns:a16="http://schemas.microsoft.com/office/drawing/2014/main" id="{AF790B7E-8A64-55F5-ADE4-77E00AC41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40689" y="1742989"/>
                <a:ext cx="125645" cy="1195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021B18A8-5CB7-16C9-08DD-2F345B5557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3072" y="1331003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FC6D2286-7739-3AA8-835B-C2ACCDDF42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37798" y="1394951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D50A8FB9-11AA-5D07-86BC-9FC3F2EFEE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96610" y="1486047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52CBA446-C163-BAB5-42FE-3310B8B752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7290" y="1544944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788EC71A-E2C7-7A5C-9A13-6ADFB191FD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2181" y="1655733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47E6E187-2EC0-1087-76F4-222D37B805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61881" y="1711397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DD235E16-14AA-B318-346F-DE6BF87023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7923" y="1810168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F2F3E8E7-1765-0172-5FD2-9D8BD9EB7B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32140" y="1873876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5619E936-5182-20C6-4A17-7337C371D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12097" y="1967321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76782F40-C02C-6957-8B44-3846E871CB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9237" y="2031797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3C6D819C-87DE-69AF-506C-185A318351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70830" y="2123368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AA64B8F7-50D5-62C0-971A-530DC1F7A8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72614" y="2183549"/>
                <a:ext cx="79185" cy="904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8F9F129F-83D5-9E5C-F7C7-B7A749B05F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20313" y="1735160"/>
                <a:ext cx="77934" cy="8872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9C1CC622-7FC5-D247-E95E-60921FDFB3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5547" y="1785273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34F190D6-D561-F036-6683-ACFEA9BA34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87705" y="1889300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B5364B97-180F-D533-FE79-F0C430EACF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8840" y="1949363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DCC656C8-9F96-92DB-B9FC-0F2B2A4E06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56158" y="2046225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E70B7796-0190-FB32-142F-ED80883ADF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50468" y="2108684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EA22BD18-9B25-9C29-81E6-15A17BDA19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5783" y="2223075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AE3F166C-5798-A368-5FD1-C2D615531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47216" y="2280694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914749E2-4F8E-73C4-797D-84AB0718DA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17316" y="2386790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37A714C2-BF19-329E-131D-210A9B0A31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15444" y="2443446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AB42ECBF-428E-88FE-9DF6-1773364ADA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90382" y="2540137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7F3AD765-F292-6A60-E57E-47EFD829F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4005" y="2600903"/>
                <a:ext cx="97914" cy="1019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CA1E9E04-FAF6-5460-3CDD-A1B124E950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3934" y="2103036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A3FCB1A4-914C-DD97-DF65-F060AD95FF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67800" y="2165846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806F9175-978A-2380-AB57-F71157041E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3603" y="2291581"/>
                <a:ext cx="56828" cy="6297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>
                <a:extLst>
                  <a:ext uri="{FF2B5EF4-FFF2-40B4-BE49-F238E27FC236}">
                    <a16:creationId xmlns:a16="http://schemas.microsoft.com/office/drawing/2014/main" id="{E0156BC6-C261-F7EB-BDD5-242025699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90459" y="2354841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接连接符 396">
                <a:extLst>
                  <a:ext uri="{FF2B5EF4-FFF2-40B4-BE49-F238E27FC236}">
                    <a16:creationId xmlns:a16="http://schemas.microsoft.com/office/drawing/2014/main" id="{FC256185-C309-4827-2E0F-84FBF526F7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87705" y="2475704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连接符 397">
                <a:extLst>
                  <a:ext uri="{FF2B5EF4-FFF2-40B4-BE49-F238E27FC236}">
                    <a16:creationId xmlns:a16="http://schemas.microsoft.com/office/drawing/2014/main" id="{74C4AA44-5EF5-17E0-1BA5-7613ABF7F2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6017" y="2536158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05E0B73F-790D-DBB7-0CA2-76B17ADF26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5193" y="2648339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4C1EB560-8E37-A4A9-5135-FC8C66CF7C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4890" y="2700197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EC781A16-17E4-7A26-530B-D053DFF314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7190" y="2812132"/>
                <a:ext cx="70496" cy="724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AF70C7C6-F501-50B7-E9C5-C01AD4DDA5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61881" y="2873993"/>
                <a:ext cx="67880" cy="7580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F5248113-6D7E-C462-AFF8-9A0F34D174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31062" y="2977184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D5526EC4-CCD7-9DB5-DFF5-2BE6090CE3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84589" y="3039242"/>
                <a:ext cx="117382" cy="1231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接连接符 404">
                <a:extLst>
                  <a:ext uri="{FF2B5EF4-FFF2-40B4-BE49-F238E27FC236}">
                    <a16:creationId xmlns:a16="http://schemas.microsoft.com/office/drawing/2014/main" id="{FCEECCF4-AB55-657C-0309-3C70335FDD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63633" y="2474335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A0162085-1313-F7FE-C536-DE39F51C81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58896" y="2534727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直接连接符 406">
                <a:extLst>
                  <a:ext uri="{FF2B5EF4-FFF2-40B4-BE49-F238E27FC236}">
                    <a16:creationId xmlns:a16="http://schemas.microsoft.com/office/drawing/2014/main" id="{B9A5BA87-9521-BAFC-AEC2-FC220654D8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6031" y="2637887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>
                <a:extLst>
                  <a:ext uri="{FF2B5EF4-FFF2-40B4-BE49-F238E27FC236}">
                    <a16:creationId xmlns:a16="http://schemas.microsoft.com/office/drawing/2014/main" id="{5BC94D6F-621D-A3AA-98BE-074ACE14C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2217" y="2705385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直接连接符 408">
                <a:extLst>
                  <a:ext uri="{FF2B5EF4-FFF2-40B4-BE49-F238E27FC236}">
                    <a16:creationId xmlns:a16="http://schemas.microsoft.com/office/drawing/2014/main" id="{174149BF-3318-0D51-0C87-84556621E4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21408" y="2805473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直接连接符 409">
                <a:extLst>
                  <a:ext uri="{FF2B5EF4-FFF2-40B4-BE49-F238E27FC236}">
                    <a16:creationId xmlns:a16="http://schemas.microsoft.com/office/drawing/2014/main" id="{A2DF196B-BE68-1B54-B850-E3A9560598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01661" y="2866367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直接连接符 410">
                <a:extLst>
                  <a:ext uri="{FF2B5EF4-FFF2-40B4-BE49-F238E27FC236}">
                    <a16:creationId xmlns:a16="http://schemas.microsoft.com/office/drawing/2014/main" id="{FEF84D78-7367-D8B2-8EDD-12AF593461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10187" y="2988526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直接连接符 411">
                <a:extLst>
                  <a:ext uri="{FF2B5EF4-FFF2-40B4-BE49-F238E27FC236}">
                    <a16:creationId xmlns:a16="http://schemas.microsoft.com/office/drawing/2014/main" id="{61A8E86B-05CE-22FE-3872-5BE2687C6E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04504" y="3038916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直接连接符 412">
                <a:extLst>
                  <a:ext uri="{FF2B5EF4-FFF2-40B4-BE49-F238E27FC236}">
                    <a16:creationId xmlns:a16="http://schemas.microsoft.com/office/drawing/2014/main" id="{C75B28F6-3B68-0D7B-501B-BFB53E1DCA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88830" y="3142291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连接符 413">
                <a:extLst>
                  <a:ext uri="{FF2B5EF4-FFF2-40B4-BE49-F238E27FC236}">
                    <a16:creationId xmlns:a16="http://schemas.microsoft.com/office/drawing/2014/main" id="{3B8299D0-CF61-54A1-99CB-3182A8B7FE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8476" y="3202849"/>
                <a:ext cx="81373" cy="7796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连接符 414">
                <a:extLst>
                  <a:ext uri="{FF2B5EF4-FFF2-40B4-BE49-F238E27FC236}">
                    <a16:creationId xmlns:a16="http://schemas.microsoft.com/office/drawing/2014/main" id="{5C40E218-9260-5E64-B813-97EEF16B34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04174" y="3342463"/>
                <a:ext cx="75283" cy="7311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6" name="右大括号 415">
                <a:extLst>
                  <a:ext uri="{FF2B5EF4-FFF2-40B4-BE49-F238E27FC236}">
                    <a16:creationId xmlns:a16="http://schemas.microsoft.com/office/drawing/2014/main" id="{0DCAD9F2-CC53-DA76-F576-81E42D284F70}"/>
                  </a:ext>
                </a:extLst>
              </p:cNvPr>
              <p:cNvSpPr/>
              <p:nvPr/>
            </p:nvSpPr>
            <p:spPr>
              <a:xfrm>
                <a:off x="6160527" y="1544610"/>
                <a:ext cx="168929" cy="419751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D065B286-F83A-7F64-811F-F5FACE52CF52}"/>
                  </a:ext>
                </a:extLst>
              </p:cNvPr>
              <p:cNvSpPr txBox="1"/>
              <p:nvPr/>
            </p:nvSpPr>
            <p:spPr>
              <a:xfrm>
                <a:off x="6355937" y="1561430"/>
                <a:ext cx="1114403" cy="363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歧管层</a:t>
                </a:r>
              </a:p>
            </p:txBody>
          </p:sp>
          <p:sp>
            <p:nvSpPr>
              <p:cNvPr id="418" name="右大括号 417">
                <a:extLst>
                  <a:ext uri="{FF2B5EF4-FFF2-40B4-BE49-F238E27FC236}">
                    <a16:creationId xmlns:a16="http://schemas.microsoft.com/office/drawing/2014/main" id="{89592A82-4F63-C778-4C05-DAE1E14D47E5}"/>
                  </a:ext>
                </a:extLst>
              </p:cNvPr>
              <p:cNvSpPr/>
              <p:nvPr/>
            </p:nvSpPr>
            <p:spPr>
              <a:xfrm rot="10800000">
                <a:off x="2209685" y="2754123"/>
                <a:ext cx="168929" cy="193953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F053B018-A2E4-12FE-64AC-EC3D994C3D8B}"/>
                  </a:ext>
                </a:extLst>
              </p:cNvPr>
              <p:cNvSpPr txBox="1"/>
              <p:nvPr/>
            </p:nvSpPr>
            <p:spPr>
              <a:xfrm>
                <a:off x="1111211" y="2647652"/>
                <a:ext cx="1263845" cy="390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微通道层</a:t>
                </a:r>
              </a:p>
            </p:txBody>
          </p:sp>
          <p:cxnSp>
            <p:nvCxnSpPr>
              <p:cNvPr id="420" name="直接连接符 419">
                <a:extLst>
                  <a:ext uri="{FF2B5EF4-FFF2-40B4-BE49-F238E27FC236}">
                    <a16:creationId xmlns:a16="http://schemas.microsoft.com/office/drawing/2014/main" id="{C8F841F6-5570-E705-54A6-41AC77F69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1608" y="4082905"/>
                <a:ext cx="0" cy="166295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1" name="直接连接符 420">
                <a:extLst>
                  <a:ext uri="{FF2B5EF4-FFF2-40B4-BE49-F238E27FC236}">
                    <a16:creationId xmlns:a16="http://schemas.microsoft.com/office/drawing/2014/main" id="{61373749-E3B0-77E8-2B83-DD711F32E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8912" y="2161252"/>
                <a:ext cx="0" cy="166295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2" name="直接连接符 421">
                <a:extLst>
                  <a:ext uri="{FF2B5EF4-FFF2-40B4-BE49-F238E27FC236}">
                    <a16:creationId xmlns:a16="http://schemas.microsoft.com/office/drawing/2014/main" id="{399B73DD-30A2-10A8-A6DD-3BE0D6B193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3714" y="2948076"/>
                <a:ext cx="0" cy="166295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23" name="右大括号 422">
                <a:extLst>
                  <a:ext uri="{FF2B5EF4-FFF2-40B4-BE49-F238E27FC236}">
                    <a16:creationId xmlns:a16="http://schemas.microsoft.com/office/drawing/2014/main" id="{1D0589A7-3438-778C-6108-FD282D9F6B35}"/>
                  </a:ext>
                </a:extLst>
              </p:cNvPr>
              <p:cNvSpPr/>
              <p:nvPr/>
            </p:nvSpPr>
            <p:spPr>
              <a:xfrm>
                <a:off x="6102255" y="3825661"/>
                <a:ext cx="188079" cy="154414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E1290515-4542-9605-12A5-4C547BFA1A84}"/>
                  </a:ext>
                </a:extLst>
              </p:cNvPr>
              <p:cNvSpPr txBox="1"/>
              <p:nvPr/>
            </p:nvSpPr>
            <p:spPr>
              <a:xfrm>
                <a:off x="6364944" y="3721308"/>
                <a:ext cx="1114403" cy="363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衬底</a:t>
                </a:r>
              </a:p>
            </p:txBody>
          </p:sp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534673FC-4FB2-3B8E-A4EF-76A988BC6E3F}"/>
                  </a:ext>
                </a:extLst>
              </p:cNvPr>
              <p:cNvSpPr txBox="1"/>
              <p:nvPr/>
            </p:nvSpPr>
            <p:spPr>
              <a:xfrm rot="1800471">
                <a:off x="3240811" y="4182149"/>
                <a:ext cx="1412490" cy="410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i="1" dirty="0"/>
                  <a:t>芯片热源</a:t>
                </a: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426" name="墨迹 425">
                    <a:extLst>
                      <a:ext uri="{FF2B5EF4-FFF2-40B4-BE49-F238E27FC236}">
                        <a16:creationId xmlns:a16="http://schemas.microsoft.com/office/drawing/2014/main" id="{ED8345FD-DAE8-5E83-640D-F02CF13B8ABF}"/>
                      </a:ext>
                    </a:extLst>
                  </p14:cNvPr>
                  <p14:cNvContentPartPr/>
                  <p14:nvPr/>
                </p14:nvContentPartPr>
                <p14:xfrm>
                  <a:off x="1428600" y="1447620"/>
                  <a:ext cx="360" cy="360"/>
                </p14:xfrm>
              </p:contentPart>
            </mc:Choice>
            <mc:Fallback xmlns="">
              <p:pic>
                <p:nvPicPr>
                  <p:cNvPr id="426" name="墨迹 425">
                    <a:extLst>
                      <a:ext uri="{FF2B5EF4-FFF2-40B4-BE49-F238E27FC236}">
                        <a16:creationId xmlns:a16="http://schemas.microsoft.com/office/drawing/2014/main" id="{ED8345FD-DAE8-5E83-640D-F02CF13B8ABF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422480" y="1441500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27" name="墨迹 426">
                    <a:extLst>
                      <a:ext uri="{FF2B5EF4-FFF2-40B4-BE49-F238E27FC236}">
                        <a16:creationId xmlns:a16="http://schemas.microsoft.com/office/drawing/2014/main" id="{168408B3-5675-049B-401F-53446B578E87}"/>
                      </a:ext>
                    </a:extLst>
                  </p14:cNvPr>
                  <p14:cNvContentPartPr/>
                  <p14:nvPr/>
                </p14:nvContentPartPr>
                <p14:xfrm>
                  <a:off x="3255838" y="1822063"/>
                  <a:ext cx="297720" cy="222120"/>
                </p14:xfrm>
              </p:contentPart>
            </mc:Choice>
            <mc:Fallback xmlns="">
              <p:pic>
                <p:nvPicPr>
                  <p:cNvPr id="427" name="墨迹 426">
                    <a:extLst>
                      <a:ext uri="{FF2B5EF4-FFF2-40B4-BE49-F238E27FC236}">
                        <a16:creationId xmlns:a16="http://schemas.microsoft.com/office/drawing/2014/main" id="{168408B3-5675-049B-401F-53446B578E87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189383" y="1702614"/>
                    <a:ext cx="430188" cy="46141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428" name="墨迹 427">
                    <a:extLst>
                      <a:ext uri="{FF2B5EF4-FFF2-40B4-BE49-F238E27FC236}">
                        <a16:creationId xmlns:a16="http://schemas.microsoft.com/office/drawing/2014/main" id="{3319B037-1D3F-B791-D481-8ADC0FB04549}"/>
                      </a:ext>
                    </a:extLst>
                  </p14:cNvPr>
                  <p14:cNvContentPartPr/>
                  <p14:nvPr/>
                </p14:nvContentPartPr>
                <p14:xfrm>
                  <a:off x="3728878" y="2111143"/>
                  <a:ext cx="360" cy="360"/>
                </p14:xfrm>
              </p:contentPart>
            </mc:Choice>
            <mc:Fallback xmlns="">
              <p:pic>
                <p:nvPicPr>
                  <p:cNvPr id="428" name="墨迹 427">
                    <a:extLst>
                      <a:ext uri="{FF2B5EF4-FFF2-40B4-BE49-F238E27FC236}">
                        <a16:creationId xmlns:a16="http://schemas.microsoft.com/office/drawing/2014/main" id="{3319B037-1D3F-B791-D481-8ADC0FB0454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692878" y="2039503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429" name="墨迹 428">
                    <a:extLst>
                      <a:ext uri="{FF2B5EF4-FFF2-40B4-BE49-F238E27FC236}">
                        <a16:creationId xmlns:a16="http://schemas.microsoft.com/office/drawing/2014/main" id="{13A939C8-E61F-6A6C-6D2F-D1107336CA1B}"/>
                      </a:ext>
                    </a:extLst>
                  </p14:cNvPr>
                  <p14:cNvContentPartPr/>
                  <p14:nvPr/>
                </p14:nvContentPartPr>
                <p14:xfrm>
                  <a:off x="3138118" y="1940503"/>
                  <a:ext cx="595440" cy="253440"/>
                </p14:xfrm>
              </p:contentPart>
            </mc:Choice>
            <mc:Fallback xmlns="">
              <p:pic>
                <p:nvPicPr>
                  <p:cNvPr id="429" name="墨迹 428">
                    <a:extLst>
                      <a:ext uri="{FF2B5EF4-FFF2-40B4-BE49-F238E27FC236}">
                        <a16:creationId xmlns:a16="http://schemas.microsoft.com/office/drawing/2014/main" id="{13A939C8-E61F-6A6C-6D2F-D1107336CA1B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094225" y="1860953"/>
                    <a:ext cx="683670" cy="4129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430" name="墨迹 429">
                    <a:extLst>
                      <a:ext uri="{FF2B5EF4-FFF2-40B4-BE49-F238E27FC236}">
                        <a16:creationId xmlns:a16="http://schemas.microsoft.com/office/drawing/2014/main" id="{7B697FE7-813A-7EDC-39D0-3F1C058A45D8}"/>
                      </a:ext>
                    </a:extLst>
                  </p14:cNvPr>
                  <p14:cNvContentPartPr/>
                  <p14:nvPr/>
                </p14:nvContentPartPr>
                <p14:xfrm>
                  <a:off x="3470038" y="1924303"/>
                  <a:ext cx="439920" cy="324000"/>
                </p14:xfrm>
              </p:contentPart>
            </mc:Choice>
            <mc:Fallback xmlns="">
              <p:pic>
                <p:nvPicPr>
                  <p:cNvPr id="430" name="墨迹 429">
                    <a:extLst>
                      <a:ext uri="{FF2B5EF4-FFF2-40B4-BE49-F238E27FC236}">
                        <a16:creationId xmlns:a16="http://schemas.microsoft.com/office/drawing/2014/main" id="{7B697FE7-813A-7EDC-39D0-3F1C058A45D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426179" y="1844703"/>
                    <a:ext cx="528081" cy="4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431" name="墨迹 430">
                    <a:extLst>
                      <a:ext uri="{FF2B5EF4-FFF2-40B4-BE49-F238E27FC236}">
                        <a16:creationId xmlns:a16="http://schemas.microsoft.com/office/drawing/2014/main" id="{60FE48BB-55D6-495F-A2EA-7307FBCA19C0}"/>
                      </a:ext>
                    </a:extLst>
                  </p14:cNvPr>
                  <p14:cNvContentPartPr/>
                  <p14:nvPr/>
                </p14:nvContentPartPr>
                <p14:xfrm>
                  <a:off x="3137398" y="1705423"/>
                  <a:ext cx="55440" cy="115920"/>
                </p14:xfrm>
              </p:contentPart>
            </mc:Choice>
            <mc:Fallback xmlns="">
              <p:pic>
                <p:nvPicPr>
                  <p:cNvPr id="431" name="墨迹 430">
                    <a:extLst>
                      <a:ext uri="{FF2B5EF4-FFF2-40B4-BE49-F238E27FC236}">
                        <a16:creationId xmlns:a16="http://schemas.microsoft.com/office/drawing/2014/main" id="{60FE48BB-55D6-495F-A2EA-7307FBCA19C0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093490" y="1625478"/>
                    <a:ext cx="143700" cy="2754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32" name="墨迹 431">
                    <a:extLst>
                      <a:ext uri="{FF2B5EF4-FFF2-40B4-BE49-F238E27FC236}">
                        <a16:creationId xmlns:a16="http://schemas.microsoft.com/office/drawing/2014/main" id="{2893B498-D280-AFC1-DDB2-08C244E09413}"/>
                      </a:ext>
                    </a:extLst>
                  </p14:cNvPr>
                  <p14:cNvContentPartPr/>
                  <p14:nvPr/>
                </p14:nvContentPartPr>
                <p14:xfrm>
                  <a:off x="3154318" y="1707943"/>
                  <a:ext cx="795960" cy="472680"/>
                </p14:xfrm>
              </p:contentPart>
            </mc:Choice>
            <mc:Fallback xmlns="">
              <p:pic>
                <p:nvPicPr>
                  <p:cNvPr id="432" name="墨迹 431">
                    <a:extLst>
                      <a:ext uri="{FF2B5EF4-FFF2-40B4-BE49-F238E27FC236}">
                        <a16:creationId xmlns:a16="http://schemas.microsoft.com/office/drawing/2014/main" id="{2893B498-D280-AFC1-DDB2-08C244E0941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109975" y="1627963"/>
                    <a:ext cx="884203" cy="6322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433" name="墨迹 432">
                    <a:extLst>
                      <a:ext uri="{FF2B5EF4-FFF2-40B4-BE49-F238E27FC236}">
                        <a16:creationId xmlns:a16="http://schemas.microsoft.com/office/drawing/2014/main" id="{34865398-FA94-E19D-E801-A608561FE51C}"/>
                      </a:ext>
                    </a:extLst>
                  </p14:cNvPr>
                  <p14:cNvContentPartPr/>
                  <p14:nvPr/>
                </p14:nvContentPartPr>
                <p14:xfrm>
                  <a:off x="3299758" y="1817743"/>
                  <a:ext cx="648720" cy="360360"/>
                </p14:xfrm>
              </p:contentPart>
            </mc:Choice>
            <mc:Fallback xmlns="">
              <p:pic>
                <p:nvPicPr>
                  <p:cNvPr id="433" name="墨迹 432">
                    <a:extLst>
                      <a:ext uri="{FF2B5EF4-FFF2-40B4-BE49-F238E27FC236}">
                        <a16:creationId xmlns:a16="http://schemas.microsoft.com/office/drawing/2014/main" id="{34865398-FA94-E19D-E801-A608561FE51C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255416" y="1738152"/>
                    <a:ext cx="736960" cy="5199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434" name="墨迹 433">
                    <a:extLst>
                      <a:ext uri="{FF2B5EF4-FFF2-40B4-BE49-F238E27FC236}">
                        <a16:creationId xmlns:a16="http://schemas.microsoft.com/office/drawing/2014/main" id="{0D8774AE-8FDE-35A2-A5F2-C7EAAA33D6FE}"/>
                      </a:ext>
                    </a:extLst>
                  </p14:cNvPr>
                  <p14:cNvContentPartPr/>
                  <p14:nvPr/>
                </p14:nvContentPartPr>
                <p14:xfrm>
                  <a:off x="3941638" y="2182063"/>
                  <a:ext cx="153720" cy="139680"/>
                </p14:xfrm>
              </p:contentPart>
            </mc:Choice>
            <mc:Fallback xmlns="">
              <p:pic>
                <p:nvPicPr>
                  <p:cNvPr id="434" name="墨迹 433">
                    <a:extLst>
                      <a:ext uri="{FF2B5EF4-FFF2-40B4-BE49-F238E27FC236}">
                        <a16:creationId xmlns:a16="http://schemas.microsoft.com/office/drawing/2014/main" id="{0D8774AE-8FDE-35A2-A5F2-C7EAAA33D6F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897781" y="2102017"/>
                    <a:ext cx="241876" cy="2993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435" name="墨迹 434">
                    <a:extLst>
                      <a:ext uri="{FF2B5EF4-FFF2-40B4-BE49-F238E27FC236}">
                        <a16:creationId xmlns:a16="http://schemas.microsoft.com/office/drawing/2014/main" id="{7A727099-70D8-BD7C-4988-BCBF01E70396}"/>
                      </a:ext>
                    </a:extLst>
                  </p14:cNvPr>
                  <p14:cNvContentPartPr/>
                  <p14:nvPr/>
                </p14:nvContentPartPr>
                <p14:xfrm>
                  <a:off x="3896998" y="2223823"/>
                  <a:ext cx="360" cy="360"/>
                </p14:xfrm>
              </p:contentPart>
            </mc:Choice>
            <mc:Fallback xmlns="">
              <p:pic>
                <p:nvPicPr>
                  <p:cNvPr id="435" name="墨迹 434">
                    <a:extLst>
                      <a:ext uri="{FF2B5EF4-FFF2-40B4-BE49-F238E27FC236}">
                        <a16:creationId xmlns:a16="http://schemas.microsoft.com/office/drawing/2014/main" id="{7A727099-70D8-BD7C-4988-BCBF01E70396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879358" y="2188183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436" name="墨迹 435">
                    <a:extLst>
                      <a:ext uri="{FF2B5EF4-FFF2-40B4-BE49-F238E27FC236}">
                        <a16:creationId xmlns:a16="http://schemas.microsoft.com/office/drawing/2014/main" id="{A3C53937-636E-CDE9-D761-7CAA1CF47876}"/>
                      </a:ext>
                    </a:extLst>
                  </p14:cNvPr>
                  <p14:cNvContentPartPr/>
                  <p14:nvPr/>
                </p14:nvContentPartPr>
                <p14:xfrm>
                  <a:off x="3733558" y="2009623"/>
                  <a:ext cx="216360" cy="123840"/>
                </p14:xfrm>
              </p:contentPart>
            </mc:Choice>
            <mc:Fallback xmlns="">
              <p:pic>
                <p:nvPicPr>
                  <p:cNvPr id="436" name="墨迹 435">
                    <a:extLst>
                      <a:ext uri="{FF2B5EF4-FFF2-40B4-BE49-F238E27FC236}">
                        <a16:creationId xmlns:a16="http://schemas.microsoft.com/office/drawing/2014/main" id="{A3C53937-636E-CDE9-D761-7CAA1CF47876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711435" y="1969675"/>
                    <a:ext cx="260163" cy="2033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437" name="墨迹 436">
                    <a:extLst>
                      <a:ext uri="{FF2B5EF4-FFF2-40B4-BE49-F238E27FC236}">
                        <a16:creationId xmlns:a16="http://schemas.microsoft.com/office/drawing/2014/main" id="{66E89A90-FD9B-4530-E9B9-9B4305E2966C}"/>
                      </a:ext>
                    </a:extLst>
                  </p14:cNvPr>
                  <p14:cNvContentPartPr/>
                  <p14:nvPr/>
                </p14:nvContentPartPr>
                <p14:xfrm>
                  <a:off x="3565438" y="1908103"/>
                  <a:ext cx="182880" cy="105120"/>
                </p14:xfrm>
              </p:contentPart>
            </mc:Choice>
            <mc:Fallback xmlns="">
              <p:pic>
                <p:nvPicPr>
                  <p:cNvPr id="437" name="墨迹 436">
                    <a:extLst>
                      <a:ext uri="{FF2B5EF4-FFF2-40B4-BE49-F238E27FC236}">
                        <a16:creationId xmlns:a16="http://schemas.microsoft.com/office/drawing/2014/main" id="{66E89A90-FD9B-4530-E9B9-9B4305E2966C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543244" y="1868133"/>
                    <a:ext cx="226824" cy="1846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438" name="墨迹 437">
                    <a:extLst>
                      <a:ext uri="{FF2B5EF4-FFF2-40B4-BE49-F238E27FC236}">
                        <a16:creationId xmlns:a16="http://schemas.microsoft.com/office/drawing/2014/main" id="{157F7CB1-665E-D4E8-9CD4-08ADD3F84F23}"/>
                      </a:ext>
                    </a:extLst>
                  </p14:cNvPr>
                  <p14:cNvContentPartPr/>
                  <p14:nvPr/>
                </p14:nvContentPartPr>
                <p14:xfrm>
                  <a:off x="3540598" y="1894783"/>
                  <a:ext cx="9360" cy="3960"/>
                </p14:xfrm>
              </p:contentPart>
            </mc:Choice>
            <mc:Fallback xmlns="">
              <p:pic>
                <p:nvPicPr>
                  <p:cNvPr id="438" name="墨迹 437">
                    <a:extLst>
                      <a:ext uri="{FF2B5EF4-FFF2-40B4-BE49-F238E27FC236}">
                        <a16:creationId xmlns:a16="http://schemas.microsoft.com/office/drawing/2014/main" id="{157F7CB1-665E-D4E8-9CD4-08ADD3F84F23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518312" y="1855579"/>
                    <a:ext cx="53486" cy="827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439" name="墨迹 438">
                    <a:extLst>
                      <a:ext uri="{FF2B5EF4-FFF2-40B4-BE49-F238E27FC236}">
                        <a16:creationId xmlns:a16="http://schemas.microsoft.com/office/drawing/2014/main" id="{96734239-BD2B-737F-74A3-D354C97E83B4}"/>
                      </a:ext>
                    </a:extLst>
                  </p14:cNvPr>
                  <p14:cNvContentPartPr/>
                  <p14:nvPr/>
                </p14:nvContentPartPr>
                <p14:xfrm>
                  <a:off x="3286078" y="1742863"/>
                  <a:ext cx="360" cy="360"/>
                </p14:xfrm>
              </p:contentPart>
            </mc:Choice>
            <mc:Fallback xmlns="">
              <p:pic>
                <p:nvPicPr>
                  <p:cNvPr id="439" name="墨迹 438">
                    <a:extLst>
                      <a:ext uri="{FF2B5EF4-FFF2-40B4-BE49-F238E27FC236}">
                        <a16:creationId xmlns:a16="http://schemas.microsoft.com/office/drawing/2014/main" id="{96734239-BD2B-737F-74A3-D354C97E83B4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268078" y="1706863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440" name="墨迹 439">
                    <a:extLst>
                      <a:ext uri="{FF2B5EF4-FFF2-40B4-BE49-F238E27FC236}">
                        <a16:creationId xmlns:a16="http://schemas.microsoft.com/office/drawing/2014/main" id="{4E14E52D-BA94-4F14-7660-D441546A42A7}"/>
                      </a:ext>
                    </a:extLst>
                  </p14:cNvPr>
                  <p14:cNvContentPartPr/>
                  <p14:nvPr/>
                </p14:nvContentPartPr>
                <p14:xfrm>
                  <a:off x="3382918" y="1793623"/>
                  <a:ext cx="173520" cy="111240"/>
                </p14:xfrm>
              </p:contentPart>
            </mc:Choice>
            <mc:Fallback xmlns="">
              <p:pic>
                <p:nvPicPr>
                  <p:cNvPr id="440" name="墨迹 439">
                    <a:extLst>
                      <a:ext uri="{FF2B5EF4-FFF2-40B4-BE49-F238E27FC236}">
                        <a16:creationId xmlns:a16="http://schemas.microsoft.com/office/drawing/2014/main" id="{4E14E52D-BA94-4F14-7660-D441546A42A7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360729" y="1754009"/>
                    <a:ext cx="217455" cy="1908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441" name="墨迹 440">
                    <a:extLst>
                      <a:ext uri="{FF2B5EF4-FFF2-40B4-BE49-F238E27FC236}">
                        <a16:creationId xmlns:a16="http://schemas.microsoft.com/office/drawing/2014/main" id="{ABD7BCA4-263A-DC8E-0FE4-0FBF78B45844}"/>
                      </a:ext>
                    </a:extLst>
                  </p14:cNvPr>
                  <p14:cNvContentPartPr/>
                  <p14:nvPr/>
                </p14:nvContentPartPr>
                <p14:xfrm>
                  <a:off x="3484438" y="1859503"/>
                  <a:ext cx="82800" cy="48960"/>
                </p14:xfrm>
              </p:contentPart>
            </mc:Choice>
            <mc:Fallback xmlns="">
              <p:pic>
                <p:nvPicPr>
                  <p:cNvPr id="441" name="墨迹 440">
                    <a:extLst>
                      <a:ext uri="{FF2B5EF4-FFF2-40B4-BE49-F238E27FC236}">
                        <a16:creationId xmlns:a16="http://schemas.microsoft.com/office/drawing/2014/main" id="{ABD7BCA4-263A-DC8E-0FE4-0FBF78B45844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3462299" y="1819773"/>
                    <a:ext cx="126635" cy="1288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442" name="墨迹 441">
                    <a:extLst>
                      <a:ext uri="{FF2B5EF4-FFF2-40B4-BE49-F238E27FC236}">
                        <a16:creationId xmlns:a16="http://schemas.microsoft.com/office/drawing/2014/main" id="{5D02D22F-A39E-D38B-BC7B-4017BB350585}"/>
                      </a:ext>
                    </a:extLst>
                  </p14:cNvPr>
                  <p14:cNvContentPartPr/>
                  <p14:nvPr/>
                </p14:nvContentPartPr>
                <p14:xfrm>
                  <a:off x="3430438" y="1927183"/>
                  <a:ext cx="360" cy="23760"/>
                </p14:xfrm>
              </p:contentPart>
            </mc:Choice>
            <mc:Fallback xmlns="">
              <p:pic>
                <p:nvPicPr>
                  <p:cNvPr id="442" name="墨迹 441">
                    <a:extLst>
                      <a:ext uri="{FF2B5EF4-FFF2-40B4-BE49-F238E27FC236}">
                        <a16:creationId xmlns:a16="http://schemas.microsoft.com/office/drawing/2014/main" id="{5D02D22F-A39E-D38B-BC7B-4017BB350585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412438" y="1886912"/>
                    <a:ext cx="36000" cy="1039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443" name="墨迹 442">
                    <a:extLst>
                      <a:ext uri="{FF2B5EF4-FFF2-40B4-BE49-F238E27FC236}">
                        <a16:creationId xmlns:a16="http://schemas.microsoft.com/office/drawing/2014/main" id="{15416B56-287F-A2B2-9C71-C8E794E8FA3C}"/>
                      </a:ext>
                    </a:extLst>
                  </p14:cNvPr>
                  <p14:cNvContentPartPr/>
                  <p14:nvPr/>
                </p14:nvContentPartPr>
                <p14:xfrm>
                  <a:off x="3117598" y="1620823"/>
                  <a:ext cx="3600" cy="43200"/>
                </p14:xfrm>
              </p:contentPart>
            </mc:Choice>
            <mc:Fallback xmlns="">
              <p:pic>
                <p:nvPicPr>
                  <p:cNvPr id="443" name="墨迹 442">
                    <a:extLst>
                      <a:ext uri="{FF2B5EF4-FFF2-40B4-BE49-F238E27FC236}">
                        <a16:creationId xmlns:a16="http://schemas.microsoft.com/office/drawing/2014/main" id="{15416B56-287F-A2B2-9C71-C8E794E8FA3C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3095098" y="1580823"/>
                    <a:ext cx="48150" cy="12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444" name="墨迹 443">
                    <a:extLst>
                      <a:ext uri="{FF2B5EF4-FFF2-40B4-BE49-F238E27FC236}">
                        <a16:creationId xmlns:a16="http://schemas.microsoft.com/office/drawing/2014/main" id="{5CC4C6BD-7F25-88DC-6AE3-3C00F9AEC50D}"/>
                      </a:ext>
                    </a:extLst>
                  </p14:cNvPr>
                  <p14:cNvContentPartPr/>
                  <p14:nvPr/>
                </p14:nvContentPartPr>
                <p14:xfrm>
                  <a:off x="3127318" y="1636663"/>
                  <a:ext cx="258120" cy="163440"/>
                </p14:xfrm>
              </p:contentPart>
            </mc:Choice>
            <mc:Fallback xmlns="">
              <p:pic>
                <p:nvPicPr>
                  <p:cNvPr id="444" name="墨迹 443">
                    <a:extLst>
                      <a:ext uri="{FF2B5EF4-FFF2-40B4-BE49-F238E27FC236}">
                        <a16:creationId xmlns:a16="http://schemas.microsoft.com/office/drawing/2014/main" id="{5CC4C6BD-7F25-88DC-6AE3-3C00F9AEC50D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105181" y="1596702"/>
                    <a:ext cx="301952" cy="2429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445" name="墨迹 444">
                    <a:extLst>
                      <a:ext uri="{FF2B5EF4-FFF2-40B4-BE49-F238E27FC236}">
                        <a16:creationId xmlns:a16="http://schemas.microsoft.com/office/drawing/2014/main" id="{824348B7-D4CB-D8A5-8031-903C5B1E6D81}"/>
                      </a:ext>
                    </a:extLst>
                  </p14:cNvPr>
                  <p14:cNvContentPartPr/>
                  <p14:nvPr/>
                </p14:nvContentPartPr>
                <p14:xfrm>
                  <a:off x="3286078" y="2078023"/>
                  <a:ext cx="1080" cy="7560"/>
                </p14:xfrm>
              </p:contentPart>
            </mc:Choice>
            <mc:Fallback xmlns="">
              <p:pic>
                <p:nvPicPr>
                  <p:cNvPr id="445" name="墨迹 444">
                    <a:extLst>
                      <a:ext uri="{FF2B5EF4-FFF2-40B4-BE49-F238E27FC236}">
                        <a16:creationId xmlns:a16="http://schemas.microsoft.com/office/drawing/2014/main" id="{824348B7-D4CB-D8A5-8031-903C5B1E6D81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59078" y="2038234"/>
                    <a:ext cx="54540" cy="867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446" name="墨迹 445">
                    <a:extLst>
                      <a:ext uri="{FF2B5EF4-FFF2-40B4-BE49-F238E27FC236}">
                        <a16:creationId xmlns:a16="http://schemas.microsoft.com/office/drawing/2014/main" id="{B5915575-1F1E-73A9-5677-D4A78C8C1A09}"/>
                      </a:ext>
                    </a:extLst>
                  </p14:cNvPr>
                  <p14:cNvContentPartPr/>
                  <p14:nvPr/>
                </p14:nvContentPartPr>
                <p14:xfrm>
                  <a:off x="3338278" y="2117623"/>
                  <a:ext cx="951480" cy="308520"/>
                </p14:xfrm>
              </p:contentPart>
            </mc:Choice>
            <mc:Fallback xmlns="">
              <p:pic>
                <p:nvPicPr>
                  <p:cNvPr id="446" name="墨迹 445">
                    <a:extLst>
                      <a:ext uri="{FF2B5EF4-FFF2-40B4-BE49-F238E27FC236}">
                        <a16:creationId xmlns:a16="http://schemas.microsoft.com/office/drawing/2014/main" id="{B5915575-1F1E-73A9-5677-D4A78C8C1A09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316120" y="2077607"/>
                    <a:ext cx="995354" cy="3881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47" name="墨迹 446">
                    <a:extLst>
                      <a:ext uri="{FF2B5EF4-FFF2-40B4-BE49-F238E27FC236}">
                        <a16:creationId xmlns:a16="http://schemas.microsoft.com/office/drawing/2014/main" id="{8A0585E0-B40A-D5EF-91E9-18411896CA17}"/>
                      </a:ext>
                    </a:extLst>
                  </p14:cNvPr>
                  <p14:cNvContentPartPr/>
                  <p14:nvPr/>
                </p14:nvContentPartPr>
                <p14:xfrm>
                  <a:off x="3563638" y="1894423"/>
                  <a:ext cx="284400" cy="171000"/>
                </p14:xfrm>
              </p:contentPart>
            </mc:Choice>
            <mc:Fallback xmlns="">
              <p:pic>
                <p:nvPicPr>
                  <p:cNvPr id="447" name="墨迹 446">
                    <a:extLst>
                      <a:ext uri="{FF2B5EF4-FFF2-40B4-BE49-F238E27FC236}">
                        <a16:creationId xmlns:a16="http://schemas.microsoft.com/office/drawing/2014/main" id="{8A0585E0-B40A-D5EF-91E9-18411896CA17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3541488" y="1854869"/>
                    <a:ext cx="328256" cy="2505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48" name="墨迹 447">
                    <a:extLst>
                      <a:ext uri="{FF2B5EF4-FFF2-40B4-BE49-F238E27FC236}">
                        <a16:creationId xmlns:a16="http://schemas.microsoft.com/office/drawing/2014/main" id="{11CF284F-7245-DEFD-6C1D-E267E420A167}"/>
                      </a:ext>
                    </a:extLst>
                  </p14:cNvPr>
                  <p14:cNvContentPartPr/>
                  <p14:nvPr/>
                </p14:nvContentPartPr>
                <p14:xfrm>
                  <a:off x="3471838" y="1843663"/>
                  <a:ext cx="22320" cy="18360"/>
                </p14:xfrm>
              </p:contentPart>
            </mc:Choice>
            <mc:Fallback xmlns="">
              <p:pic>
                <p:nvPicPr>
                  <p:cNvPr id="448" name="墨迹 447">
                    <a:extLst>
                      <a:ext uri="{FF2B5EF4-FFF2-40B4-BE49-F238E27FC236}">
                        <a16:creationId xmlns:a16="http://schemas.microsoft.com/office/drawing/2014/main" id="{11CF284F-7245-DEFD-6C1D-E267E420A167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3450393" y="1804149"/>
                    <a:ext cx="65647" cy="977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449" name="墨迹 448">
                    <a:extLst>
                      <a:ext uri="{FF2B5EF4-FFF2-40B4-BE49-F238E27FC236}">
                        <a16:creationId xmlns:a16="http://schemas.microsoft.com/office/drawing/2014/main" id="{AC0505CF-1D6B-0E42-4671-B64179630A07}"/>
                      </a:ext>
                    </a:extLst>
                  </p14:cNvPr>
                  <p14:cNvContentPartPr/>
                  <p14:nvPr/>
                </p14:nvContentPartPr>
                <p14:xfrm>
                  <a:off x="3949558" y="2122303"/>
                  <a:ext cx="316080" cy="181440"/>
                </p14:xfrm>
              </p:contentPart>
            </mc:Choice>
            <mc:Fallback xmlns="">
              <p:pic>
                <p:nvPicPr>
                  <p:cNvPr id="449" name="墨迹 448">
                    <a:extLst>
                      <a:ext uri="{FF2B5EF4-FFF2-40B4-BE49-F238E27FC236}">
                        <a16:creationId xmlns:a16="http://schemas.microsoft.com/office/drawing/2014/main" id="{AC0505CF-1D6B-0E42-4671-B64179630A07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3927393" y="2082250"/>
                    <a:ext cx="359968" cy="26114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450" name="墨迹 449">
                    <a:extLst>
                      <a:ext uri="{FF2B5EF4-FFF2-40B4-BE49-F238E27FC236}">
                        <a16:creationId xmlns:a16="http://schemas.microsoft.com/office/drawing/2014/main" id="{C4571B3F-F296-6E88-F3B1-6A471CCF5231}"/>
                      </a:ext>
                    </a:extLst>
                  </p14:cNvPr>
                  <p14:cNvContentPartPr/>
                  <p14:nvPr/>
                </p14:nvContentPartPr>
                <p14:xfrm>
                  <a:off x="4262398" y="2304823"/>
                  <a:ext cx="309960" cy="188280"/>
                </p14:xfrm>
              </p:contentPart>
            </mc:Choice>
            <mc:Fallback xmlns="">
              <p:pic>
                <p:nvPicPr>
                  <p:cNvPr id="450" name="墨迹 449">
                    <a:extLst>
                      <a:ext uri="{FF2B5EF4-FFF2-40B4-BE49-F238E27FC236}">
                        <a16:creationId xmlns:a16="http://schemas.microsoft.com/office/drawing/2014/main" id="{C4571B3F-F296-6E88-F3B1-6A471CCF5231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4240226" y="2264848"/>
                    <a:ext cx="353860" cy="2678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451" name="墨迹 450">
                    <a:extLst>
                      <a:ext uri="{FF2B5EF4-FFF2-40B4-BE49-F238E27FC236}">
                        <a16:creationId xmlns:a16="http://schemas.microsoft.com/office/drawing/2014/main" id="{13A8213B-A717-0312-519A-2D116BCAB203}"/>
                      </a:ext>
                    </a:extLst>
                  </p14:cNvPr>
                  <p14:cNvContentPartPr/>
                  <p14:nvPr/>
                </p14:nvContentPartPr>
                <p14:xfrm>
                  <a:off x="4090620" y="2374430"/>
                  <a:ext cx="625680" cy="317520"/>
                </p14:xfrm>
              </p:contentPart>
            </mc:Choice>
            <mc:Fallback xmlns="">
              <p:pic>
                <p:nvPicPr>
                  <p:cNvPr id="451" name="墨迹 450">
                    <a:extLst>
                      <a:ext uri="{FF2B5EF4-FFF2-40B4-BE49-F238E27FC236}">
                        <a16:creationId xmlns:a16="http://schemas.microsoft.com/office/drawing/2014/main" id="{13A8213B-A717-0312-519A-2D116BCAB203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4068892" y="2334840"/>
                    <a:ext cx="669580" cy="3971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452" name="墨迹 451">
                    <a:extLst>
                      <a:ext uri="{FF2B5EF4-FFF2-40B4-BE49-F238E27FC236}">
                        <a16:creationId xmlns:a16="http://schemas.microsoft.com/office/drawing/2014/main" id="{D09EE33F-398D-3D69-CAC3-26AEF60FA694}"/>
                      </a:ext>
                    </a:extLst>
                  </p14:cNvPr>
                  <p14:cNvContentPartPr/>
                  <p14:nvPr/>
                </p14:nvContentPartPr>
                <p14:xfrm>
                  <a:off x="3678480" y="2317727"/>
                  <a:ext cx="549000" cy="339840"/>
                </p14:xfrm>
              </p:contentPart>
            </mc:Choice>
            <mc:Fallback xmlns="">
              <p:pic>
                <p:nvPicPr>
                  <p:cNvPr id="452" name="墨迹 451">
                    <a:extLst>
                      <a:ext uri="{FF2B5EF4-FFF2-40B4-BE49-F238E27FC236}">
                        <a16:creationId xmlns:a16="http://schemas.microsoft.com/office/drawing/2014/main" id="{D09EE33F-398D-3D69-CAC3-26AEF60FA694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3656768" y="2277746"/>
                    <a:ext cx="592867" cy="4194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453" name="墨迹 452">
                    <a:extLst>
                      <a:ext uri="{FF2B5EF4-FFF2-40B4-BE49-F238E27FC236}">
                        <a16:creationId xmlns:a16="http://schemas.microsoft.com/office/drawing/2014/main" id="{83D9761B-7DCB-3994-E768-FC5461FE2305}"/>
                      </a:ext>
                    </a:extLst>
                  </p14:cNvPr>
                  <p14:cNvContentPartPr/>
                  <p14:nvPr/>
                </p14:nvContentPartPr>
                <p14:xfrm>
                  <a:off x="3911400" y="2404487"/>
                  <a:ext cx="321120" cy="149760"/>
                </p14:xfrm>
              </p:contentPart>
            </mc:Choice>
            <mc:Fallback xmlns="">
              <p:pic>
                <p:nvPicPr>
                  <p:cNvPr id="453" name="墨迹 452">
                    <a:extLst>
                      <a:ext uri="{FF2B5EF4-FFF2-40B4-BE49-F238E27FC236}">
                        <a16:creationId xmlns:a16="http://schemas.microsoft.com/office/drawing/2014/main" id="{83D9761B-7DCB-3994-E768-FC5461FE2305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3889223" y="2364551"/>
                    <a:ext cx="365030" cy="2292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454" name="墨迹 453">
                    <a:extLst>
                      <a:ext uri="{FF2B5EF4-FFF2-40B4-BE49-F238E27FC236}">
                        <a16:creationId xmlns:a16="http://schemas.microsoft.com/office/drawing/2014/main" id="{F616EAED-B961-B3CF-9E04-CC83D435081A}"/>
                      </a:ext>
                    </a:extLst>
                  </p14:cNvPr>
                  <p14:cNvContentPartPr/>
                  <p14:nvPr/>
                </p14:nvContentPartPr>
                <p14:xfrm>
                  <a:off x="4163045" y="2546160"/>
                  <a:ext cx="380160" cy="285480"/>
                </p14:xfrm>
              </p:contentPart>
            </mc:Choice>
            <mc:Fallback xmlns="">
              <p:pic>
                <p:nvPicPr>
                  <p:cNvPr id="454" name="墨迹 453">
                    <a:extLst>
                      <a:ext uri="{FF2B5EF4-FFF2-40B4-BE49-F238E27FC236}">
                        <a16:creationId xmlns:a16="http://schemas.microsoft.com/office/drawing/2014/main" id="{F616EAED-B961-B3CF-9E04-CC83D435081A}"/>
                      </a:ext>
                    </a:extLst>
                  </p:cNvPr>
                  <p:cNvPicPr/>
                  <p:nvPr/>
                </p:nvPicPr>
                <p:blipFill>
                  <a:blip r:embed="rId59"/>
                  <a:stretch>
                    <a:fillRect/>
                  </a:stretch>
                </p:blipFill>
                <p:spPr>
                  <a:xfrm>
                    <a:off x="4140891" y="2506177"/>
                    <a:ext cx="424025" cy="3650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455" name="墨迹 454">
                    <a:extLst>
                      <a:ext uri="{FF2B5EF4-FFF2-40B4-BE49-F238E27FC236}">
                        <a16:creationId xmlns:a16="http://schemas.microsoft.com/office/drawing/2014/main" id="{E6BF35E3-F3A4-3A32-3EB4-5A6434933E23}"/>
                      </a:ext>
                    </a:extLst>
                  </p14:cNvPr>
                  <p14:cNvContentPartPr/>
                  <p14:nvPr/>
                </p14:nvContentPartPr>
                <p14:xfrm>
                  <a:off x="4568765" y="2727240"/>
                  <a:ext cx="360" cy="360"/>
                </p14:xfrm>
              </p:contentPart>
            </mc:Choice>
            <mc:Fallback xmlns="">
              <p:pic>
                <p:nvPicPr>
                  <p:cNvPr id="455" name="墨迹 454">
                    <a:extLst>
                      <a:ext uri="{FF2B5EF4-FFF2-40B4-BE49-F238E27FC236}">
                        <a16:creationId xmlns:a16="http://schemas.microsoft.com/office/drawing/2014/main" id="{E6BF35E3-F3A4-3A32-3EB4-5A6434933E2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550765" y="2691240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456" name="墨迹 455">
                    <a:extLst>
                      <a:ext uri="{FF2B5EF4-FFF2-40B4-BE49-F238E27FC236}">
                        <a16:creationId xmlns:a16="http://schemas.microsoft.com/office/drawing/2014/main" id="{FA282A61-EB1A-699D-9826-0C7D1D816AD5}"/>
                      </a:ext>
                    </a:extLst>
                  </p14:cNvPr>
                  <p14:cNvContentPartPr/>
                  <p14:nvPr/>
                </p14:nvContentPartPr>
                <p14:xfrm>
                  <a:off x="4464005" y="2679720"/>
                  <a:ext cx="235800" cy="131760"/>
                </p14:xfrm>
              </p:contentPart>
            </mc:Choice>
            <mc:Fallback xmlns="">
              <p:pic>
                <p:nvPicPr>
                  <p:cNvPr id="456" name="墨迹 455">
                    <a:extLst>
                      <a:ext uri="{FF2B5EF4-FFF2-40B4-BE49-F238E27FC236}">
                        <a16:creationId xmlns:a16="http://schemas.microsoft.com/office/drawing/2014/main" id="{FA282A61-EB1A-699D-9826-0C7D1D816AD5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4441843" y="2639671"/>
                    <a:ext cx="279680" cy="2114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57" name="墨迹 456">
                    <a:extLst>
                      <a:ext uri="{FF2B5EF4-FFF2-40B4-BE49-F238E27FC236}">
                        <a16:creationId xmlns:a16="http://schemas.microsoft.com/office/drawing/2014/main" id="{00269352-4AE0-E3B2-5EB9-DB2206C1AB96}"/>
                      </a:ext>
                    </a:extLst>
                  </p14:cNvPr>
                  <p14:cNvContentPartPr/>
                  <p14:nvPr/>
                </p14:nvContentPartPr>
                <p14:xfrm>
                  <a:off x="4581365" y="2638320"/>
                  <a:ext cx="207000" cy="154440"/>
                </p14:xfrm>
              </p:contentPart>
            </mc:Choice>
            <mc:Fallback xmlns="">
              <p:pic>
                <p:nvPicPr>
                  <p:cNvPr id="457" name="墨迹 456">
                    <a:extLst>
                      <a:ext uri="{FF2B5EF4-FFF2-40B4-BE49-F238E27FC236}">
                        <a16:creationId xmlns:a16="http://schemas.microsoft.com/office/drawing/2014/main" id="{00269352-4AE0-E3B2-5EB9-DB2206C1AB96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4559646" y="2598310"/>
                    <a:ext cx="250882" cy="2340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58" name="墨迹 457">
                    <a:extLst>
                      <a:ext uri="{FF2B5EF4-FFF2-40B4-BE49-F238E27FC236}">
                        <a16:creationId xmlns:a16="http://schemas.microsoft.com/office/drawing/2014/main" id="{B3D93949-590D-6DC2-12B9-506F133C4996}"/>
                      </a:ext>
                    </a:extLst>
                  </p14:cNvPr>
                  <p14:cNvContentPartPr/>
                  <p14:nvPr/>
                </p14:nvContentPartPr>
                <p14:xfrm>
                  <a:off x="4616285" y="2679720"/>
                  <a:ext cx="119880" cy="82440"/>
                </p14:xfrm>
              </p:contentPart>
            </mc:Choice>
            <mc:Fallback xmlns="">
              <p:pic>
                <p:nvPicPr>
                  <p:cNvPr id="458" name="墨迹 457">
                    <a:extLst>
                      <a:ext uri="{FF2B5EF4-FFF2-40B4-BE49-F238E27FC236}">
                        <a16:creationId xmlns:a16="http://schemas.microsoft.com/office/drawing/2014/main" id="{B3D93949-590D-6DC2-12B9-506F133C4996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4594609" y="2639894"/>
                    <a:ext cx="163674" cy="1616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459" name="墨迹 458">
                    <a:extLst>
                      <a:ext uri="{FF2B5EF4-FFF2-40B4-BE49-F238E27FC236}">
                        <a16:creationId xmlns:a16="http://schemas.microsoft.com/office/drawing/2014/main" id="{E52F5B71-0786-1CD7-D69F-25AC42C7F93C}"/>
                      </a:ext>
                    </a:extLst>
                  </p14:cNvPr>
                  <p14:cNvContentPartPr/>
                  <p14:nvPr/>
                </p14:nvContentPartPr>
                <p14:xfrm>
                  <a:off x="4550045" y="2749560"/>
                  <a:ext cx="300240" cy="262080"/>
                </p14:xfrm>
              </p:contentPart>
            </mc:Choice>
            <mc:Fallback xmlns="">
              <p:pic>
                <p:nvPicPr>
                  <p:cNvPr id="459" name="墨迹 458">
                    <a:extLst>
                      <a:ext uri="{FF2B5EF4-FFF2-40B4-BE49-F238E27FC236}">
                        <a16:creationId xmlns:a16="http://schemas.microsoft.com/office/drawing/2014/main" id="{E52F5B71-0786-1CD7-D69F-25AC42C7F93C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4527871" y="2709548"/>
                    <a:ext cx="344145" cy="3417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460" name="墨迹 459">
                    <a:extLst>
                      <a:ext uri="{FF2B5EF4-FFF2-40B4-BE49-F238E27FC236}">
                        <a16:creationId xmlns:a16="http://schemas.microsoft.com/office/drawing/2014/main" id="{CB4D0D71-17D0-D4C7-275E-A9F38442E5C4}"/>
                      </a:ext>
                    </a:extLst>
                  </p14:cNvPr>
                  <p14:cNvContentPartPr/>
                  <p14:nvPr/>
                </p14:nvContentPartPr>
                <p14:xfrm>
                  <a:off x="4755965" y="2845320"/>
                  <a:ext cx="68760" cy="106200"/>
                </p14:xfrm>
              </p:contentPart>
            </mc:Choice>
            <mc:Fallback xmlns="">
              <p:pic>
                <p:nvPicPr>
                  <p:cNvPr id="460" name="墨迹 459">
                    <a:extLst>
                      <a:ext uri="{FF2B5EF4-FFF2-40B4-BE49-F238E27FC236}">
                        <a16:creationId xmlns:a16="http://schemas.microsoft.com/office/drawing/2014/main" id="{CB4D0D71-17D0-D4C7-275E-A9F38442E5C4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4733784" y="2805395"/>
                    <a:ext cx="112678" cy="1856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461" name="墨迹 460">
                    <a:extLst>
                      <a:ext uri="{FF2B5EF4-FFF2-40B4-BE49-F238E27FC236}">
                        <a16:creationId xmlns:a16="http://schemas.microsoft.com/office/drawing/2014/main" id="{92BB5822-CF75-3A97-86DC-E70A2EFE3CF2}"/>
                      </a:ext>
                    </a:extLst>
                  </p14:cNvPr>
                  <p14:cNvContentPartPr/>
                  <p14:nvPr/>
                </p14:nvContentPartPr>
                <p14:xfrm>
                  <a:off x="4708445" y="2844600"/>
                  <a:ext cx="149040" cy="98280"/>
                </p14:xfrm>
              </p:contentPart>
            </mc:Choice>
            <mc:Fallback xmlns="">
              <p:pic>
                <p:nvPicPr>
                  <p:cNvPr id="461" name="墨迹 460">
                    <a:extLst>
                      <a:ext uri="{FF2B5EF4-FFF2-40B4-BE49-F238E27FC236}">
                        <a16:creationId xmlns:a16="http://schemas.microsoft.com/office/drawing/2014/main" id="{92BB5822-CF75-3A97-86DC-E70A2EFE3CF2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4686266" y="2804649"/>
                    <a:ext cx="192954" cy="1777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462" name="墨迹 461">
                    <a:extLst>
                      <a:ext uri="{FF2B5EF4-FFF2-40B4-BE49-F238E27FC236}">
                        <a16:creationId xmlns:a16="http://schemas.microsoft.com/office/drawing/2014/main" id="{F50E20BE-F3C9-6C18-E245-CCD76C06E937}"/>
                      </a:ext>
                    </a:extLst>
                  </p14:cNvPr>
                  <p14:cNvContentPartPr/>
                  <p14:nvPr/>
                </p14:nvContentPartPr>
                <p14:xfrm>
                  <a:off x="4733645" y="2943240"/>
                  <a:ext cx="52560" cy="20880"/>
                </p14:xfrm>
              </p:contentPart>
            </mc:Choice>
            <mc:Fallback xmlns="">
              <p:pic>
                <p:nvPicPr>
                  <p:cNvPr id="462" name="墨迹 461">
                    <a:extLst>
                      <a:ext uri="{FF2B5EF4-FFF2-40B4-BE49-F238E27FC236}">
                        <a16:creationId xmlns:a16="http://schemas.microsoft.com/office/drawing/2014/main" id="{F50E20BE-F3C9-6C18-E245-CCD76C06E937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4712003" y="2903086"/>
                    <a:ext cx="96286" cy="1007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463" name="墨迹 462">
                    <a:extLst>
                      <a:ext uri="{FF2B5EF4-FFF2-40B4-BE49-F238E27FC236}">
                        <a16:creationId xmlns:a16="http://schemas.microsoft.com/office/drawing/2014/main" id="{329768F9-9F40-66EA-9B7E-873BC602696E}"/>
                      </a:ext>
                    </a:extLst>
                  </p14:cNvPr>
                  <p14:cNvContentPartPr/>
                  <p14:nvPr/>
                </p14:nvContentPartPr>
                <p14:xfrm>
                  <a:off x="4746605" y="2946120"/>
                  <a:ext cx="360" cy="360"/>
                </p14:xfrm>
              </p:contentPart>
            </mc:Choice>
            <mc:Fallback xmlns="">
              <p:pic>
                <p:nvPicPr>
                  <p:cNvPr id="463" name="墨迹 462">
                    <a:extLst>
                      <a:ext uri="{FF2B5EF4-FFF2-40B4-BE49-F238E27FC236}">
                        <a16:creationId xmlns:a16="http://schemas.microsoft.com/office/drawing/2014/main" id="{329768F9-9F40-66EA-9B7E-873BC602696E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728605" y="2910120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464" name="墨迹 463">
                    <a:extLst>
                      <a:ext uri="{FF2B5EF4-FFF2-40B4-BE49-F238E27FC236}">
                        <a16:creationId xmlns:a16="http://schemas.microsoft.com/office/drawing/2014/main" id="{C5289EF5-74A4-1C1A-A1B7-C9BF67547F65}"/>
                      </a:ext>
                    </a:extLst>
                  </p14:cNvPr>
                  <p14:cNvContentPartPr/>
                  <p14:nvPr/>
                </p14:nvContentPartPr>
                <p14:xfrm>
                  <a:off x="4686125" y="2644800"/>
                  <a:ext cx="251640" cy="235080"/>
                </p14:xfrm>
              </p:contentPart>
            </mc:Choice>
            <mc:Fallback xmlns="">
              <p:pic>
                <p:nvPicPr>
                  <p:cNvPr id="464" name="墨迹 463">
                    <a:extLst>
                      <a:ext uri="{FF2B5EF4-FFF2-40B4-BE49-F238E27FC236}">
                        <a16:creationId xmlns:a16="http://schemas.microsoft.com/office/drawing/2014/main" id="{C5289EF5-74A4-1C1A-A1B7-C9BF67547F65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4664417" y="2604820"/>
                    <a:ext cx="295500" cy="3146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465" name="墨迹 464">
                    <a:extLst>
                      <a:ext uri="{FF2B5EF4-FFF2-40B4-BE49-F238E27FC236}">
                        <a16:creationId xmlns:a16="http://schemas.microsoft.com/office/drawing/2014/main" id="{0454D098-33E3-858F-7E3F-491AD54C961F}"/>
                      </a:ext>
                    </a:extLst>
                  </p14:cNvPr>
                  <p14:cNvContentPartPr/>
                  <p14:nvPr/>
                </p14:nvContentPartPr>
                <p14:xfrm>
                  <a:off x="4889165" y="2812920"/>
                  <a:ext cx="23040" cy="140400"/>
                </p14:xfrm>
              </p:contentPart>
            </mc:Choice>
            <mc:Fallback xmlns="">
              <p:pic>
                <p:nvPicPr>
                  <p:cNvPr id="465" name="墨迹 464">
                    <a:extLst>
                      <a:ext uri="{FF2B5EF4-FFF2-40B4-BE49-F238E27FC236}">
                        <a16:creationId xmlns:a16="http://schemas.microsoft.com/office/drawing/2014/main" id="{0454D098-33E3-858F-7E3F-491AD54C961F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4867454" y="2772920"/>
                    <a:ext cx="66905" cy="220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466" name="墨迹 465">
                    <a:extLst>
                      <a:ext uri="{FF2B5EF4-FFF2-40B4-BE49-F238E27FC236}">
                        <a16:creationId xmlns:a16="http://schemas.microsoft.com/office/drawing/2014/main" id="{88536B17-C5EF-A664-1DF6-82880C95ACA5}"/>
                      </a:ext>
                    </a:extLst>
                  </p14:cNvPr>
                  <p14:cNvContentPartPr/>
                  <p14:nvPr/>
                </p14:nvContentPartPr>
                <p14:xfrm>
                  <a:off x="4710000" y="2587973"/>
                  <a:ext cx="120600" cy="88920"/>
                </p14:xfrm>
              </p:contentPart>
            </mc:Choice>
            <mc:Fallback xmlns="">
              <p:pic>
                <p:nvPicPr>
                  <p:cNvPr id="466" name="墨迹 465">
                    <a:extLst>
                      <a:ext uri="{FF2B5EF4-FFF2-40B4-BE49-F238E27FC236}">
                        <a16:creationId xmlns:a16="http://schemas.microsoft.com/office/drawing/2014/main" id="{88536B17-C5EF-A664-1DF6-82880C95ACA5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4687831" y="2548319"/>
                    <a:ext cx="164495" cy="1686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467" name="墨迹 466">
                    <a:extLst>
                      <a:ext uri="{FF2B5EF4-FFF2-40B4-BE49-F238E27FC236}">
                        <a16:creationId xmlns:a16="http://schemas.microsoft.com/office/drawing/2014/main" id="{07534EA7-B13D-7081-0A92-18B44464318D}"/>
                      </a:ext>
                    </a:extLst>
                  </p14:cNvPr>
                  <p14:cNvContentPartPr/>
                  <p14:nvPr/>
                </p14:nvContentPartPr>
                <p14:xfrm>
                  <a:off x="4783080" y="2623973"/>
                  <a:ext cx="164160" cy="98280"/>
                </p14:xfrm>
              </p:contentPart>
            </mc:Choice>
            <mc:Fallback xmlns="">
              <p:pic>
                <p:nvPicPr>
                  <p:cNvPr id="467" name="墨迹 466">
                    <a:extLst>
                      <a:ext uri="{FF2B5EF4-FFF2-40B4-BE49-F238E27FC236}">
                        <a16:creationId xmlns:a16="http://schemas.microsoft.com/office/drawing/2014/main" id="{07534EA7-B13D-7081-0A92-18B44464318D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4760956" y="2584022"/>
                    <a:ext cx="207965" cy="1777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468" name="墨迹 467">
                    <a:extLst>
                      <a:ext uri="{FF2B5EF4-FFF2-40B4-BE49-F238E27FC236}">
                        <a16:creationId xmlns:a16="http://schemas.microsoft.com/office/drawing/2014/main" id="{BD7FD365-6E6D-2FEF-B26B-C0E03859C673}"/>
                      </a:ext>
                    </a:extLst>
                  </p14:cNvPr>
                  <p14:cNvContentPartPr/>
                  <p14:nvPr/>
                </p14:nvContentPartPr>
                <p14:xfrm>
                  <a:off x="4810080" y="2646293"/>
                  <a:ext cx="93960" cy="47520"/>
                </p14:xfrm>
              </p:contentPart>
            </mc:Choice>
            <mc:Fallback xmlns="">
              <p:pic>
                <p:nvPicPr>
                  <p:cNvPr id="468" name="墨迹 467">
                    <a:extLst>
                      <a:ext uri="{FF2B5EF4-FFF2-40B4-BE49-F238E27FC236}">
                        <a16:creationId xmlns:a16="http://schemas.microsoft.com/office/drawing/2014/main" id="{BD7FD365-6E6D-2FEF-B26B-C0E03859C673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4787920" y="2606360"/>
                    <a:ext cx="137838" cy="1269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469" name="墨迹 468">
                    <a:extLst>
                      <a:ext uri="{FF2B5EF4-FFF2-40B4-BE49-F238E27FC236}">
                        <a16:creationId xmlns:a16="http://schemas.microsoft.com/office/drawing/2014/main" id="{7A8463B5-7DDB-94E0-7A41-79D1ADB1CB1C}"/>
                      </a:ext>
                    </a:extLst>
                  </p14:cNvPr>
                  <p14:cNvContentPartPr/>
                  <p14:nvPr/>
                </p14:nvContentPartPr>
                <p14:xfrm>
                  <a:off x="4848240" y="2660693"/>
                  <a:ext cx="360" cy="360"/>
                </p14:xfrm>
              </p:contentPart>
            </mc:Choice>
            <mc:Fallback xmlns="">
              <p:pic>
                <p:nvPicPr>
                  <p:cNvPr id="469" name="墨迹 468">
                    <a:extLst>
                      <a:ext uri="{FF2B5EF4-FFF2-40B4-BE49-F238E27FC236}">
                        <a16:creationId xmlns:a16="http://schemas.microsoft.com/office/drawing/2014/main" id="{7A8463B5-7DDB-94E0-7A41-79D1ADB1CB1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830240" y="2624693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470" name="墨迹 469">
                    <a:extLst>
                      <a:ext uri="{FF2B5EF4-FFF2-40B4-BE49-F238E27FC236}">
                        <a16:creationId xmlns:a16="http://schemas.microsoft.com/office/drawing/2014/main" id="{29C93F86-B3C6-7A6D-4CAD-BE882F15CB75}"/>
                      </a:ext>
                    </a:extLst>
                  </p14:cNvPr>
                  <p14:cNvContentPartPr/>
                  <p14:nvPr/>
                </p14:nvContentPartPr>
                <p14:xfrm>
                  <a:off x="4863720" y="2665373"/>
                  <a:ext cx="1080" cy="360"/>
                </p14:xfrm>
              </p:contentPart>
            </mc:Choice>
            <mc:Fallback xmlns="">
              <p:pic>
                <p:nvPicPr>
                  <p:cNvPr id="470" name="墨迹 469">
                    <a:extLst>
                      <a:ext uri="{FF2B5EF4-FFF2-40B4-BE49-F238E27FC236}">
                        <a16:creationId xmlns:a16="http://schemas.microsoft.com/office/drawing/2014/main" id="{29C93F86-B3C6-7A6D-4CAD-BE882F15CB75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4845720" y="2629373"/>
                    <a:ext cx="3672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471" name="墨迹 470">
                    <a:extLst>
                      <a:ext uri="{FF2B5EF4-FFF2-40B4-BE49-F238E27FC236}">
                        <a16:creationId xmlns:a16="http://schemas.microsoft.com/office/drawing/2014/main" id="{75DD7212-C749-5E9D-0E38-8DF05F73A46B}"/>
                      </a:ext>
                    </a:extLst>
                  </p14:cNvPr>
                  <p14:cNvContentPartPr/>
                  <p14:nvPr/>
                </p14:nvContentPartPr>
                <p14:xfrm>
                  <a:off x="4827360" y="2643053"/>
                  <a:ext cx="2160" cy="360"/>
                </p14:xfrm>
              </p:contentPart>
            </mc:Choice>
            <mc:Fallback xmlns="">
              <p:pic>
                <p:nvPicPr>
                  <p:cNvPr id="471" name="墨迹 470">
                    <a:extLst>
                      <a:ext uri="{FF2B5EF4-FFF2-40B4-BE49-F238E27FC236}">
                        <a16:creationId xmlns:a16="http://schemas.microsoft.com/office/drawing/2014/main" id="{75DD7212-C749-5E9D-0E38-8DF05F73A46B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4805760" y="2607053"/>
                    <a:ext cx="44928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472" name="墨迹 471">
                    <a:extLst>
                      <a:ext uri="{FF2B5EF4-FFF2-40B4-BE49-F238E27FC236}">
                        <a16:creationId xmlns:a16="http://schemas.microsoft.com/office/drawing/2014/main" id="{90530C76-4CB9-1AC5-BCFB-E3AAB7A7BB3B}"/>
                      </a:ext>
                    </a:extLst>
                  </p14:cNvPr>
                  <p14:cNvContentPartPr/>
                  <p14:nvPr/>
                </p14:nvContentPartPr>
                <p14:xfrm>
                  <a:off x="4967040" y="2727293"/>
                  <a:ext cx="26280" cy="37440"/>
                </p14:xfrm>
              </p:contentPart>
            </mc:Choice>
            <mc:Fallback xmlns="">
              <p:pic>
                <p:nvPicPr>
                  <p:cNvPr id="472" name="墨迹 471">
                    <a:extLst>
                      <a:ext uri="{FF2B5EF4-FFF2-40B4-BE49-F238E27FC236}">
                        <a16:creationId xmlns:a16="http://schemas.microsoft.com/office/drawing/2014/main" id="{90530C76-4CB9-1AC5-BCFB-E3AAB7A7BB3B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4945140" y="2687035"/>
                    <a:ext cx="69642" cy="1175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473" name="墨迹 472">
                    <a:extLst>
                      <a:ext uri="{FF2B5EF4-FFF2-40B4-BE49-F238E27FC236}">
                        <a16:creationId xmlns:a16="http://schemas.microsoft.com/office/drawing/2014/main" id="{3C939768-1765-7265-A420-F2EB0A358593}"/>
                      </a:ext>
                    </a:extLst>
                  </p14:cNvPr>
                  <p14:cNvContentPartPr/>
                  <p14:nvPr/>
                </p14:nvContentPartPr>
                <p14:xfrm>
                  <a:off x="4992600" y="2747813"/>
                  <a:ext cx="6840" cy="231480"/>
                </p14:xfrm>
              </p:contentPart>
            </mc:Choice>
            <mc:Fallback xmlns="">
              <p:pic>
                <p:nvPicPr>
                  <p:cNvPr id="473" name="墨迹 472">
                    <a:extLst>
                      <a:ext uri="{FF2B5EF4-FFF2-40B4-BE49-F238E27FC236}">
                        <a16:creationId xmlns:a16="http://schemas.microsoft.com/office/drawing/2014/main" id="{3C939768-1765-7265-A420-F2EB0A358593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4969800" y="2707834"/>
                    <a:ext cx="51984" cy="3110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474" name="墨迹 473">
                    <a:extLst>
                      <a:ext uri="{FF2B5EF4-FFF2-40B4-BE49-F238E27FC236}">
                        <a16:creationId xmlns:a16="http://schemas.microsoft.com/office/drawing/2014/main" id="{E71FC203-93BB-5717-2853-030D230A87D6}"/>
                      </a:ext>
                    </a:extLst>
                  </p14:cNvPr>
                  <p14:cNvContentPartPr/>
                  <p14:nvPr/>
                </p14:nvContentPartPr>
                <p14:xfrm>
                  <a:off x="4995840" y="2844653"/>
                  <a:ext cx="8640" cy="209520"/>
                </p14:xfrm>
              </p:contentPart>
            </mc:Choice>
            <mc:Fallback xmlns="">
              <p:pic>
                <p:nvPicPr>
                  <p:cNvPr id="474" name="墨迹 473">
                    <a:extLst>
                      <a:ext uri="{FF2B5EF4-FFF2-40B4-BE49-F238E27FC236}">
                        <a16:creationId xmlns:a16="http://schemas.microsoft.com/office/drawing/2014/main" id="{E71FC203-93BB-5717-2853-030D230A87D6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4974240" y="2804668"/>
                    <a:ext cx="51408" cy="28909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475" name="墨迹 474">
                    <a:extLst>
                      <a:ext uri="{FF2B5EF4-FFF2-40B4-BE49-F238E27FC236}">
                        <a16:creationId xmlns:a16="http://schemas.microsoft.com/office/drawing/2014/main" id="{8B5FCE05-B405-0421-1046-4BFB9ECE2BC7}"/>
                      </a:ext>
                    </a:extLst>
                  </p14:cNvPr>
                  <p14:cNvContentPartPr/>
                  <p14:nvPr/>
                </p14:nvContentPartPr>
                <p14:xfrm>
                  <a:off x="4823400" y="2719373"/>
                  <a:ext cx="181440" cy="238320"/>
                </p14:xfrm>
              </p:contentPart>
            </mc:Choice>
            <mc:Fallback xmlns="">
              <p:pic>
                <p:nvPicPr>
                  <p:cNvPr id="475" name="墨迹 474">
                    <a:extLst>
                      <a:ext uri="{FF2B5EF4-FFF2-40B4-BE49-F238E27FC236}">
                        <a16:creationId xmlns:a16="http://schemas.microsoft.com/office/drawing/2014/main" id="{8B5FCE05-B405-0421-1046-4BFB9ECE2BC7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4801716" y="2679786"/>
                    <a:ext cx="225251" cy="3178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9">
                <p14:nvContentPartPr>
                  <p14:cNvPr id="476" name="墨迹 475">
                    <a:extLst>
                      <a:ext uri="{FF2B5EF4-FFF2-40B4-BE49-F238E27FC236}">
                        <a16:creationId xmlns:a16="http://schemas.microsoft.com/office/drawing/2014/main" id="{C6CB3D00-7FDB-F6D4-AE0D-C6306A070DC5}"/>
                      </a:ext>
                    </a:extLst>
                  </p14:cNvPr>
                  <p14:cNvContentPartPr/>
                  <p14:nvPr/>
                </p14:nvContentPartPr>
                <p14:xfrm>
                  <a:off x="4740240" y="2953013"/>
                  <a:ext cx="8280" cy="11160"/>
                </p14:xfrm>
              </p:contentPart>
            </mc:Choice>
            <mc:Fallback xmlns="">
              <p:pic>
                <p:nvPicPr>
                  <p:cNvPr id="476" name="墨迹 475">
                    <a:extLst>
                      <a:ext uri="{FF2B5EF4-FFF2-40B4-BE49-F238E27FC236}">
                        <a16:creationId xmlns:a16="http://schemas.microsoft.com/office/drawing/2014/main" id="{C6CB3D00-7FDB-F6D4-AE0D-C6306A070DC5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4718451" y="2913156"/>
                    <a:ext cx="51423" cy="904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477" name="墨迹 476">
                    <a:extLst>
                      <a:ext uri="{FF2B5EF4-FFF2-40B4-BE49-F238E27FC236}">
                        <a16:creationId xmlns:a16="http://schemas.microsoft.com/office/drawing/2014/main" id="{88A98D24-4662-0CB6-5200-2C0BC4549BA8}"/>
                      </a:ext>
                    </a:extLst>
                  </p14:cNvPr>
                  <p14:cNvContentPartPr/>
                  <p14:nvPr/>
                </p14:nvContentPartPr>
                <p14:xfrm>
                  <a:off x="4844640" y="3017453"/>
                  <a:ext cx="152640" cy="97200"/>
                </p14:xfrm>
              </p:contentPart>
            </mc:Choice>
            <mc:Fallback xmlns="">
              <p:pic>
                <p:nvPicPr>
                  <p:cNvPr id="477" name="墨迹 476">
                    <a:extLst>
                      <a:ext uri="{FF2B5EF4-FFF2-40B4-BE49-F238E27FC236}">
                        <a16:creationId xmlns:a16="http://schemas.microsoft.com/office/drawing/2014/main" id="{88A98D24-4662-0CB6-5200-2C0BC4549BA8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4822961" y="2977853"/>
                    <a:ext cx="196441" cy="17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478" name="墨迹 477">
                    <a:extLst>
                      <a:ext uri="{FF2B5EF4-FFF2-40B4-BE49-F238E27FC236}">
                        <a16:creationId xmlns:a16="http://schemas.microsoft.com/office/drawing/2014/main" id="{712BFB90-E96D-BD87-F349-C4F1B44B72C7}"/>
                      </a:ext>
                    </a:extLst>
                  </p14:cNvPr>
                  <p14:cNvContentPartPr/>
                  <p14:nvPr/>
                </p14:nvContentPartPr>
                <p14:xfrm>
                  <a:off x="4860120" y="2940053"/>
                  <a:ext cx="109800" cy="93960"/>
                </p14:xfrm>
              </p:contentPart>
            </mc:Choice>
            <mc:Fallback xmlns="">
              <p:pic>
                <p:nvPicPr>
                  <p:cNvPr id="478" name="墨迹 477">
                    <a:extLst>
                      <a:ext uri="{FF2B5EF4-FFF2-40B4-BE49-F238E27FC236}">
                        <a16:creationId xmlns:a16="http://schemas.microsoft.com/office/drawing/2014/main" id="{712BFB90-E96D-BD87-F349-C4F1B44B72C7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4837983" y="2900070"/>
                    <a:ext cx="153631" cy="1735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479" name="墨迹 478">
                    <a:extLst>
                      <a:ext uri="{FF2B5EF4-FFF2-40B4-BE49-F238E27FC236}">
                        <a16:creationId xmlns:a16="http://schemas.microsoft.com/office/drawing/2014/main" id="{84F8EE97-FF8C-9319-1CB9-66948721299B}"/>
                      </a:ext>
                    </a:extLst>
                  </p14:cNvPr>
                  <p14:cNvContentPartPr/>
                  <p14:nvPr/>
                </p14:nvContentPartPr>
                <p14:xfrm>
                  <a:off x="2788120" y="1633607"/>
                  <a:ext cx="343080" cy="432360"/>
                </p14:xfrm>
              </p:contentPart>
            </mc:Choice>
            <mc:Fallback xmlns="">
              <p:pic>
                <p:nvPicPr>
                  <p:cNvPr id="479" name="墨迹 478">
                    <a:extLst>
                      <a:ext uri="{FF2B5EF4-FFF2-40B4-BE49-F238E27FC236}">
                        <a16:creationId xmlns:a16="http://schemas.microsoft.com/office/drawing/2014/main" id="{84F8EE97-FF8C-9319-1CB9-66948721299B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2765957" y="1594011"/>
                    <a:ext cx="386962" cy="511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480" name="墨迹 479">
                    <a:extLst>
                      <a:ext uri="{FF2B5EF4-FFF2-40B4-BE49-F238E27FC236}">
                        <a16:creationId xmlns:a16="http://schemas.microsoft.com/office/drawing/2014/main" id="{28F2E7F3-08FC-0709-A70E-9171B41F3173}"/>
                      </a:ext>
                    </a:extLst>
                  </p14:cNvPr>
                  <p14:cNvContentPartPr/>
                  <p14:nvPr/>
                </p14:nvContentPartPr>
                <p14:xfrm>
                  <a:off x="2820520" y="1921607"/>
                  <a:ext cx="192240" cy="276840"/>
                </p14:xfrm>
              </p:contentPart>
            </mc:Choice>
            <mc:Fallback xmlns="">
              <p:pic>
                <p:nvPicPr>
                  <p:cNvPr id="480" name="墨迹 479">
                    <a:extLst>
                      <a:ext uri="{FF2B5EF4-FFF2-40B4-BE49-F238E27FC236}">
                        <a16:creationId xmlns:a16="http://schemas.microsoft.com/office/drawing/2014/main" id="{28F2E7F3-08FC-0709-A70E-9171B41F3173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2798321" y="1882001"/>
                    <a:ext cx="236193" cy="3564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9">
                <p14:nvContentPartPr>
                  <p14:cNvPr id="481" name="墨迹 480">
                    <a:extLst>
                      <a:ext uri="{FF2B5EF4-FFF2-40B4-BE49-F238E27FC236}">
                        <a16:creationId xmlns:a16="http://schemas.microsoft.com/office/drawing/2014/main" id="{223DC35B-12BD-361E-4E15-BFBEE5FC896B}"/>
                      </a:ext>
                    </a:extLst>
                  </p14:cNvPr>
                  <p14:cNvContentPartPr/>
                  <p14:nvPr/>
                </p14:nvContentPartPr>
                <p14:xfrm>
                  <a:off x="2767240" y="1925207"/>
                  <a:ext cx="199440" cy="397800"/>
                </p14:xfrm>
              </p:contentPart>
            </mc:Choice>
            <mc:Fallback xmlns="">
              <p:pic>
                <p:nvPicPr>
                  <p:cNvPr id="481" name="墨迹 480">
                    <a:extLst>
                      <a:ext uri="{FF2B5EF4-FFF2-40B4-BE49-F238E27FC236}">
                        <a16:creationId xmlns:a16="http://schemas.microsoft.com/office/drawing/2014/main" id="{223DC35B-12BD-361E-4E15-BFBEE5FC896B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2745523" y="1885227"/>
                    <a:ext cx="243317" cy="47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1">
                <p14:nvContentPartPr>
                  <p14:cNvPr id="482" name="墨迹 481">
                    <a:extLst>
                      <a:ext uri="{FF2B5EF4-FFF2-40B4-BE49-F238E27FC236}">
                        <a16:creationId xmlns:a16="http://schemas.microsoft.com/office/drawing/2014/main" id="{9C4034EE-94CC-4752-29E2-CF27BFA94981}"/>
                      </a:ext>
                    </a:extLst>
                  </p14:cNvPr>
                  <p14:cNvContentPartPr/>
                  <p14:nvPr/>
                </p14:nvContentPartPr>
                <p14:xfrm>
                  <a:off x="5011600" y="2529640"/>
                  <a:ext cx="260280" cy="567000"/>
                </p14:xfrm>
              </p:contentPart>
            </mc:Choice>
            <mc:Fallback xmlns="">
              <p:pic>
                <p:nvPicPr>
                  <p:cNvPr id="482" name="墨迹 481">
                    <a:extLst>
                      <a:ext uri="{FF2B5EF4-FFF2-40B4-BE49-F238E27FC236}">
                        <a16:creationId xmlns:a16="http://schemas.microsoft.com/office/drawing/2014/main" id="{9C4034EE-94CC-4752-29E2-CF27BFA94981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4989467" y="2489626"/>
                    <a:ext cx="304103" cy="6466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483" name="墨迹 482">
                    <a:extLst>
                      <a:ext uri="{FF2B5EF4-FFF2-40B4-BE49-F238E27FC236}">
                        <a16:creationId xmlns:a16="http://schemas.microsoft.com/office/drawing/2014/main" id="{4C4C85B2-8356-478E-E92D-B78D65EB303B}"/>
                      </a:ext>
                    </a:extLst>
                  </p14:cNvPr>
                  <p14:cNvContentPartPr/>
                  <p14:nvPr/>
                </p14:nvContentPartPr>
                <p14:xfrm>
                  <a:off x="5090440" y="2942200"/>
                  <a:ext cx="76320" cy="87120"/>
                </p14:xfrm>
              </p:contentPart>
            </mc:Choice>
            <mc:Fallback xmlns="">
              <p:pic>
                <p:nvPicPr>
                  <p:cNvPr id="483" name="墨迹 482">
                    <a:extLst>
                      <a:ext uri="{FF2B5EF4-FFF2-40B4-BE49-F238E27FC236}">
                        <a16:creationId xmlns:a16="http://schemas.microsoft.com/office/drawing/2014/main" id="{4C4C85B2-8356-478E-E92D-B78D65EB303B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5068698" y="2902237"/>
                    <a:ext cx="120248" cy="1666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484" name="墨迹 483">
                    <a:extLst>
                      <a:ext uri="{FF2B5EF4-FFF2-40B4-BE49-F238E27FC236}">
                        <a16:creationId xmlns:a16="http://schemas.microsoft.com/office/drawing/2014/main" id="{D0311AE2-699B-2D5B-4237-7D26A18224A6}"/>
                      </a:ext>
                    </a:extLst>
                  </p14:cNvPr>
                  <p14:cNvContentPartPr/>
                  <p14:nvPr/>
                </p14:nvContentPartPr>
                <p14:xfrm>
                  <a:off x="5140840" y="2618920"/>
                  <a:ext cx="127800" cy="214200"/>
                </p14:xfrm>
              </p:contentPart>
            </mc:Choice>
            <mc:Fallback xmlns="">
              <p:pic>
                <p:nvPicPr>
                  <p:cNvPr id="484" name="墨迹 483">
                    <a:extLst>
                      <a:ext uri="{FF2B5EF4-FFF2-40B4-BE49-F238E27FC236}">
                        <a16:creationId xmlns:a16="http://schemas.microsoft.com/office/drawing/2014/main" id="{D0311AE2-699B-2D5B-4237-7D26A18224A6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5118729" y="2578957"/>
                    <a:ext cx="171579" cy="293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7">
                <p14:nvContentPartPr>
                  <p14:cNvPr id="485" name="墨迹 484">
                    <a:extLst>
                      <a:ext uri="{FF2B5EF4-FFF2-40B4-BE49-F238E27FC236}">
                        <a16:creationId xmlns:a16="http://schemas.microsoft.com/office/drawing/2014/main" id="{2E3BA880-709C-A93D-0A12-ACE9E89634FB}"/>
                      </a:ext>
                    </a:extLst>
                  </p14:cNvPr>
                  <p14:cNvContentPartPr/>
                  <p14:nvPr/>
                </p14:nvContentPartPr>
                <p14:xfrm>
                  <a:off x="5348560" y="2425600"/>
                  <a:ext cx="10440" cy="277560"/>
                </p14:xfrm>
              </p:contentPart>
            </mc:Choice>
            <mc:Fallback xmlns="">
              <p:pic>
                <p:nvPicPr>
                  <p:cNvPr id="485" name="墨迹 484">
                    <a:extLst>
                      <a:ext uri="{FF2B5EF4-FFF2-40B4-BE49-F238E27FC236}">
                        <a16:creationId xmlns:a16="http://schemas.microsoft.com/office/drawing/2014/main" id="{2E3BA880-709C-A93D-0A12-ACE9E89634FB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5327245" y="2385606"/>
                    <a:ext cx="53505" cy="3571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486" name="墨迹 485">
                    <a:extLst>
                      <a:ext uri="{FF2B5EF4-FFF2-40B4-BE49-F238E27FC236}">
                        <a16:creationId xmlns:a16="http://schemas.microsoft.com/office/drawing/2014/main" id="{34F34373-F81F-B7CF-3E3C-CBC6D3083FD5}"/>
                      </a:ext>
                    </a:extLst>
                  </p14:cNvPr>
                  <p14:cNvContentPartPr/>
                  <p14:nvPr/>
                </p14:nvContentPartPr>
                <p14:xfrm>
                  <a:off x="5125720" y="2577880"/>
                  <a:ext cx="229680" cy="284400"/>
                </p14:xfrm>
              </p:contentPart>
            </mc:Choice>
            <mc:Fallback xmlns="">
              <p:pic>
                <p:nvPicPr>
                  <p:cNvPr id="486" name="墨迹 485">
                    <a:extLst>
                      <a:ext uri="{FF2B5EF4-FFF2-40B4-BE49-F238E27FC236}">
                        <a16:creationId xmlns:a16="http://schemas.microsoft.com/office/drawing/2014/main" id="{34F34373-F81F-B7CF-3E3C-CBC6D3083FD5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5103550" y="2538280"/>
                    <a:ext cx="273576" cy="36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1">
                <p14:nvContentPartPr>
                  <p14:cNvPr id="487" name="墨迹 486">
                    <a:extLst>
                      <a:ext uri="{FF2B5EF4-FFF2-40B4-BE49-F238E27FC236}">
                        <a16:creationId xmlns:a16="http://schemas.microsoft.com/office/drawing/2014/main" id="{D6A6AF63-7BBD-78A8-C355-2AFFA17BFA98}"/>
                      </a:ext>
                    </a:extLst>
                  </p14:cNvPr>
                  <p14:cNvContentPartPr/>
                  <p14:nvPr/>
                </p14:nvContentPartPr>
                <p14:xfrm>
                  <a:off x="5251720" y="2447200"/>
                  <a:ext cx="89640" cy="256680"/>
                </p14:xfrm>
              </p:contentPart>
            </mc:Choice>
            <mc:Fallback xmlns="">
              <p:pic>
                <p:nvPicPr>
                  <p:cNvPr id="487" name="墨迹 486">
                    <a:extLst>
                      <a:ext uri="{FF2B5EF4-FFF2-40B4-BE49-F238E27FC236}">
                        <a16:creationId xmlns:a16="http://schemas.microsoft.com/office/drawing/2014/main" id="{D6A6AF63-7BBD-78A8-C355-2AFFA17BFA98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5230083" y="2407619"/>
                    <a:ext cx="133356" cy="3362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3">
                <p14:nvContentPartPr>
                  <p14:cNvPr id="488" name="墨迹 487">
                    <a:extLst>
                      <a:ext uri="{FF2B5EF4-FFF2-40B4-BE49-F238E27FC236}">
                        <a16:creationId xmlns:a16="http://schemas.microsoft.com/office/drawing/2014/main" id="{88C52482-7999-87CC-53B1-3ED17B17DB61}"/>
                      </a:ext>
                    </a:extLst>
                  </p14:cNvPr>
                  <p14:cNvContentPartPr/>
                  <p14:nvPr/>
                </p14:nvContentPartPr>
                <p14:xfrm>
                  <a:off x="5286640" y="2433880"/>
                  <a:ext cx="64440" cy="71640"/>
                </p14:xfrm>
              </p:contentPart>
            </mc:Choice>
            <mc:Fallback xmlns="">
              <p:pic>
                <p:nvPicPr>
                  <p:cNvPr id="488" name="墨迹 487">
                    <a:extLst>
                      <a:ext uri="{FF2B5EF4-FFF2-40B4-BE49-F238E27FC236}">
                        <a16:creationId xmlns:a16="http://schemas.microsoft.com/office/drawing/2014/main" id="{88C52482-7999-87CC-53B1-3ED17B17DB61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5264864" y="2394258"/>
                    <a:ext cx="108437" cy="1512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5">
                <p14:nvContentPartPr>
                  <p14:cNvPr id="489" name="墨迹 488">
                    <a:extLst>
                      <a:ext uri="{FF2B5EF4-FFF2-40B4-BE49-F238E27FC236}">
                        <a16:creationId xmlns:a16="http://schemas.microsoft.com/office/drawing/2014/main" id="{6D5FF0AD-C334-271F-C68E-2AB97E31264C}"/>
                      </a:ext>
                    </a:extLst>
                  </p14:cNvPr>
                  <p14:cNvContentPartPr/>
                  <p14:nvPr/>
                </p14:nvContentPartPr>
                <p14:xfrm>
                  <a:off x="5212840" y="2675800"/>
                  <a:ext cx="145800" cy="204120"/>
                </p14:xfrm>
              </p:contentPart>
            </mc:Choice>
            <mc:Fallback xmlns="">
              <p:pic>
                <p:nvPicPr>
                  <p:cNvPr id="489" name="墨迹 488">
                    <a:extLst>
                      <a:ext uri="{FF2B5EF4-FFF2-40B4-BE49-F238E27FC236}">
                        <a16:creationId xmlns:a16="http://schemas.microsoft.com/office/drawing/2014/main" id="{6D5FF0AD-C334-271F-C68E-2AB97E31264C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5190682" y="2635855"/>
                    <a:ext cx="189673" cy="2836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490" name="墨迹 489">
                    <a:extLst>
                      <a:ext uri="{FF2B5EF4-FFF2-40B4-BE49-F238E27FC236}">
                        <a16:creationId xmlns:a16="http://schemas.microsoft.com/office/drawing/2014/main" id="{31BAEAA6-893E-77DA-845B-FD4A3C73D878}"/>
                      </a:ext>
                    </a:extLst>
                  </p14:cNvPr>
                  <p14:cNvContentPartPr/>
                  <p14:nvPr/>
                </p14:nvContentPartPr>
                <p14:xfrm>
                  <a:off x="5353960" y="2398240"/>
                  <a:ext cx="10800" cy="27360"/>
                </p14:xfrm>
              </p:contentPart>
            </mc:Choice>
            <mc:Fallback xmlns="">
              <p:pic>
                <p:nvPicPr>
                  <p:cNvPr id="490" name="墨迹 489">
                    <a:extLst>
                      <a:ext uri="{FF2B5EF4-FFF2-40B4-BE49-F238E27FC236}">
                        <a16:creationId xmlns:a16="http://schemas.microsoft.com/office/drawing/2014/main" id="{31BAEAA6-893E-77DA-845B-FD4A3C73D878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5332792" y="2358005"/>
                    <a:ext cx="53568" cy="1074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491" name="墨迹 490">
                    <a:extLst>
                      <a:ext uri="{FF2B5EF4-FFF2-40B4-BE49-F238E27FC236}">
                        <a16:creationId xmlns:a16="http://schemas.microsoft.com/office/drawing/2014/main" id="{923881AE-F308-257F-973C-E494CD5A2488}"/>
                      </a:ext>
                    </a:extLst>
                  </p14:cNvPr>
                  <p14:cNvContentPartPr/>
                  <p14:nvPr/>
                </p14:nvContentPartPr>
                <p14:xfrm>
                  <a:off x="5369800" y="2387440"/>
                  <a:ext cx="360" cy="360"/>
                </p14:xfrm>
              </p:contentPart>
            </mc:Choice>
            <mc:Fallback xmlns="">
              <p:pic>
                <p:nvPicPr>
                  <p:cNvPr id="491" name="墨迹 490">
                    <a:extLst>
                      <a:ext uri="{FF2B5EF4-FFF2-40B4-BE49-F238E27FC236}">
                        <a16:creationId xmlns:a16="http://schemas.microsoft.com/office/drawing/2014/main" id="{923881AE-F308-257F-973C-E494CD5A2488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5351800" y="2351440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492" name="墨迹 491">
                    <a:extLst>
                      <a:ext uri="{FF2B5EF4-FFF2-40B4-BE49-F238E27FC236}">
                        <a16:creationId xmlns:a16="http://schemas.microsoft.com/office/drawing/2014/main" id="{9F49FC30-5555-7796-063D-C83ABD88AE4C}"/>
                      </a:ext>
                    </a:extLst>
                  </p14:cNvPr>
                  <p14:cNvContentPartPr/>
                  <p14:nvPr/>
                </p14:nvContentPartPr>
                <p14:xfrm>
                  <a:off x="2930880" y="2148640"/>
                  <a:ext cx="524160" cy="330120"/>
                </p14:xfrm>
              </p:contentPart>
            </mc:Choice>
            <mc:Fallback xmlns="">
              <p:pic>
                <p:nvPicPr>
                  <p:cNvPr id="492" name="墨迹 491">
                    <a:extLst>
                      <a:ext uri="{FF2B5EF4-FFF2-40B4-BE49-F238E27FC236}">
                        <a16:creationId xmlns:a16="http://schemas.microsoft.com/office/drawing/2014/main" id="{9F49FC30-5555-7796-063D-C83ABD88AE4C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2909169" y="2108625"/>
                    <a:ext cx="568025" cy="409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493" name="墨迹 492">
                    <a:extLst>
                      <a:ext uri="{FF2B5EF4-FFF2-40B4-BE49-F238E27FC236}">
                        <a16:creationId xmlns:a16="http://schemas.microsoft.com/office/drawing/2014/main" id="{8F66B1A6-8F3F-F44C-293E-218C3482978E}"/>
                      </a:ext>
                    </a:extLst>
                  </p14:cNvPr>
                  <p14:cNvContentPartPr/>
                  <p14:nvPr/>
                </p14:nvContentPartPr>
                <p14:xfrm>
                  <a:off x="2997105" y="2308150"/>
                  <a:ext cx="360" cy="360"/>
                </p14:xfrm>
              </p:contentPart>
            </mc:Choice>
            <mc:Fallback xmlns="">
              <p:pic>
                <p:nvPicPr>
                  <p:cNvPr id="493" name="墨迹 492">
                    <a:extLst>
                      <a:ext uri="{FF2B5EF4-FFF2-40B4-BE49-F238E27FC236}">
                        <a16:creationId xmlns:a16="http://schemas.microsoft.com/office/drawing/2014/main" id="{8F66B1A6-8F3F-F44C-293E-218C3482978E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2943105" y="2200150"/>
                    <a:ext cx="1080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494" name="墨迹 493">
                    <a:extLst>
                      <a:ext uri="{FF2B5EF4-FFF2-40B4-BE49-F238E27FC236}">
                        <a16:creationId xmlns:a16="http://schemas.microsoft.com/office/drawing/2014/main" id="{FA23AC44-0934-558E-2B2B-5491A6106DA2}"/>
                      </a:ext>
                    </a:extLst>
                  </p14:cNvPr>
                  <p14:cNvContentPartPr/>
                  <p14:nvPr/>
                </p14:nvContentPartPr>
                <p14:xfrm>
                  <a:off x="2873265" y="2228590"/>
                  <a:ext cx="1740600" cy="1092240"/>
                </p14:xfrm>
              </p:contentPart>
            </mc:Choice>
            <mc:Fallback xmlns="">
              <p:pic>
                <p:nvPicPr>
                  <p:cNvPr id="494" name="墨迹 493">
                    <a:extLst>
                      <a:ext uri="{FF2B5EF4-FFF2-40B4-BE49-F238E27FC236}">
                        <a16:creationId xmlns:a16="http://schemas.microsoft.com/office/drawing/2014/main" id="{FA23AC44-0934-558E-2B2B-5491A6106DA2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2806779" y="2108608"/>
                    <a:ext cx="1873128" cy="13318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495" name="墨迹 494">
                    <a:extLst>
                      <a:ext uri="{FF2B5EF4-FFF2-40B4-BE49-F238E27FC236}">
                        <a16:creationId xmlns:a16="http://schemas.microsoft.com/office/drawing/2014/main" id="{CF902697-A450-BA34-8343-D23E021BDD6D}"/>
                      </a:ext>
                    </a:extLst>
                  </p14:cNvPr>
                  <p14:cNvContentPartPr/>
                  <p14:nvPr/>
                </p14:nvContentPartPr>
                <p14:xfrm>
                  <a:off x="4527465" y="3260710"/>
                  <a:ext cx="19440" cy="199440"/>
                </p14:xfrm>
              </p:contentPart>
            </mc:Choice>
            <mc:Fallback xmlns="">
              <p:pic>
                <p:nvPicPr>
                  <p:cNvPr id="495" name="墨迹 494">
                    <a:extLst>
                      <a:ext uri="{FF2B5EF4-FFF2-40B4-BE49-F238E27FC236}">
                        <a16:creationId xmlns:a16="http://schemas.microsoft.com/office/drawing/2014/main" id="{CF902697-A450-BA34-8343-D23E021BDD6D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4461192" y="3140565"/>
                    <a:ext cx="151544" cy="439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496" name="墨迹 495">
                    <a:extLst>
                      <a:ext uri="{FF2B5EF4-FFF2-40B4-BE49-F238E27FC236}">
                        <a16:creationId xmlns:a16="http://schemas.microsoft.com/office/drawing/2014/main" id="{D41F7594-6048-FB66-C8A1-CDB49E5038E7}"/>
                      </a:ext>
                    </a:extLst>
                  </p14:cNvPr>
                  <p14:cNvContentPartPr/>
                  <p14:nvPr/>
                </p14:nvContentPartPr>
                <p14:xfrm>
                  <a:off x="4600185" y="3282670"/>
                  <a:ext cx="18000" cy="168120"/>
                </p14:xfrm>
              </p:contentPart>
            </mc:Choice>
            <mc:Fallback xmlns="">
              <p:pic>
                <p:nvPicPr>
                  <p:cNvPr id="496" name="墨迹 495">
                    <a:extLst>
                      <a:ext uri="{FF2B5EF4-FFF2-40B4-BE49-F238E27FC236}">
                        <a16:creationId xmlns:a16="http://schemas.microsoft.com/office/drawing/2014/main" id="{D41F7594-6048-FB66-C8A1-CDB49E5038E7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4534331" y="3162985"/>
                    <a:ext cx="149268" cy="4078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497" name="墨迹 496">
                    <a:extLst>
                      <a:ext uri="{FF2B5EF4-FFF2-40B4-BE49-F238E27FC236}">
                        <a16:creationId xmlns:a16="http://schemas.microsoft.com/office/drawing/2014/main" id="{62DBF216-1AD1-90B9-7FC0-01B3C7474E45}"/>
                      </a:ext>
                    </a:extLst>
                  </p14:cNvPr>
                  <p14:cNvContentPartPr/>
                  <p14:nvPr/>
                </p14:nvContentPartPr>
                <p14:xfrm>
                  <a:off x="3789825" y="2775790"/>
                  <a:ext cx="725400" cy="488520"/>
                </p14:xfrm>
              </p:contentPart>
            </mc:Choice>
            <mc:Fallback xmlns="">
              <p:pic>
                <p:nvPicPr>
                  <p:cNvPr id="497" name="墨迹 496">
                    <a:extLst>
                      <a:ext uri="{FF2B5EF4-FFF2-40B4-BE49-F238E27FC236}">
                        <a16:creationId xmlns:a16="http://schemas.microsoft.com/office/drawing/2014/main" id="{62DBF216-1AD1-90B9-7FC0-01B3C7474E45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3723315" y="2655761"/>
                    <a:ext cx="857976" cy="7281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498" name="墨迹 497">
                    <a:extLst>
                      <a:ext uri="{FF2B5EF4-FFF2-40B4-BE49-F238E27FC236}">
                        <a16:creationId xmlns:a16="http://schemas.microsoft.com/office/drawing/2014/main" id="{35D40707-99C4-0E7C-F4CC-5FAB49D5A81A}"/>
                      </a:ext>
                    </a:extLst>
                  </p14:cNvPr>
                  <p14:cNvContentPartPr/>
                  <p14:nvPr/>
                </p14:nvContentPartPr>
                <p14:xfrm>
                  <a:off x="2838345" y="2257390"/>
                  <a:ext cx="1073520" cy="587520"/>
                </p14:xfrm>
              </p:contentPart>
            </mc:Choice>
            <mc:Fallback xmlns="">
              <p:pic>
                <p:nvPicPr>
                  <p:cNvPr id="498" name="墨迹 497">
                    <a:extLst>
                      <a:ext uri="{FF2B5EF4-FFF2-40B4-BE49-F238E27FC236}">
                        <a16:creationId xmlns:a16="http://schemas.microsoft.com/office/drawing/2014/main" id="{35D40707-99C4-0E7C-F4CC-5FAB49D5A81A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2771859" y="2137406"/>
                    <a:ext cx="1206048" cy="8270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499" name="墨迹 498">
                    <a:extLst>
                      <a:ext uri="{FF2B5EF4-FFF2-40B4-BE49-F238E27FC236}">
                        <a16:creationId xmlns:a16="http://schemas.microsoft.com/office/drawing/2014/main" id="{CED269E8-D596-45E0-C25B-28EE178D6B91}"/>
                      </a:ext>
                    </a:extLst>
                  </p14:cNvPr>
                  <p14:cNvContentPartPr/>
                  <p14:nvPr/>
                </p14:nvContentPartPr>
                <p14:xfrm>
                  <a:off x="2908185" y="2187190"/>
                  <a:ext cx="659880" cy="391680"/>
                </p14:xfrm>
              </p:contentPart>
            </mc:Choice>
            <mc:Fallback xmlns="">
              <p:pic>
                <p:nvPicPr>
                  <p:cNvPr id="499" name="墨迹 498">
                    <a:extLst>
                      <a:ext uri="{FF2B5EF4-FFF2-40B4-BE49-F238E27FC236}">
                        <a16:creationId xmlns:a16="http://schemas.microsoft.com/office/drawing/2014/main" id="{CED269E8-D596-45E0-C25B-28EE178D6B91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2841710" y="2067566"/>
                    <a:ext cx="792388" cy="631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500" name="墨迹 499">
                    <a:extLst>
                      <a:ext uri="{FF2B5EF4-FFF2-40B4-BE49-F238E27FC236}">
                        <a16:creationId xmlns:a16="http://schemas.microsoft.com/office/drawing/2014/main" id="{F0EF5934-CCA0-95F0-CAF9-DA097F0DABF7}"/>
                      </a:ext>
                    </a:extLst>
                  </p14:cNvPr>
                  <p14:cNvContentPartPr/>
                  <p14:nvPr/>
                </p14:nvContentPartPr>
                <p14:xfrm>
                  <a:off x="4361467" y="3441613"/>
                  <a:ext cx="151200" cy="158040"/>
                </p14:xfrm>
              </p:contentPart>
            </mc:Choice>
            <mc:Fallback xmlns="">
              <p:pic>
                <p:nvPicPr>
                  <p:cNvPr id="500" name="墨迹 499">
                    <a:extLst>
                      <a:ext uri="{FF2B5EF4-FFF2-40B4-BE49-F238E27FC236}">
                        <a16:creationId xmlns:a16="http://schemas.microsoft.com/office/drawing/2014/main" id="{F0EF5934-CCA0-95F0-CAF9-DA097F0DABF7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4295593" y="3321583"/>
                    <a:ext cx="283389" cy="3977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501" name="墨迹 500">
                    <a:extLst>
                      <a:ext uri="{FF2B5EF4-FFF2-40B4-BE49-F238E27FC236}">
                        <a16:creationId xmlns:a16="http://schemas.microsoft.com/office/drawing/2014/main" id="{CBE9C14E-FAA5-9650-1F80-444A3E4BC8B9}"/>
                      </a:ext>
                    </a:extLst>
                  </p14:cNvPr>
                  <p14:cNvContentPartPr/>
                  <p14:nvPr/>
                </p14:nvContentPartPr>
                <p14:xfrm>
                  <a:off x="4469107" y="3474373"/>
                  <a:ext cx="35280" cy="50040"/>
                </p14:xfrm>
              </p:contentPart>
            </mc:Choice>
            <mc:Fallback xmlns="">
              <p:pic>
                <p:nvPicPr>
                  <p:cNvPr id="501" name="墨迹 500">
                    <a:extLst>
                      <a:ext uri="{FF2B5EF4-FFF2-40B4-BE49-F238E27FC236}">
                        <a16:creationId xmlns:a16="http://schemas.microsoft.com/office/drawing/2014/main" id="{CBE9C14E-FAA5-9650-1F80-444A3E4BC8B9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4403398" y="3354677"/>
                    <a:ext cx="167139" cy="289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0">
                <p14:nvContentPartPr>
                  <p14:cNvPr id="502" name="墨迹 501">
                    <a:extLst>
                      <a:ext uri="{FF2B5EF4-FFF2-40B4-BE49-F238E27FC236}">
                        <a16:creationId xmlns:a16="http://schemas.microsoft.com/office/drawing/2014/main" id="{BC132DDE-522F-7D5B-0FC4-6EE7BAE3A9A1}"/>
                      </a:ext>
                    </a:extLst>
                  </p14:cNvPr>
                  <p14:cNvContentPartPr/>
                  <p14:nvPr/>
                </p14:nvContentPartPr>
                <p14:xfrm>
                  <a:off x="2556787" y="2599213"/>
                  <a:ext cx="1752840" cy="973800"/>
                </p14:xfrm>
              </p:contentPart>
            </mc:Choice>
            <mc:Fallback xmlns="">
              <p:pic>
                <p:nvPicPr>
                  <p:cNvPr id="502" name="墨迹 501">
                    <a:extLst>
                      <a:ext uri="{FF2B5EF4-FFF2-40B4-BE49-F238E27FC236}">
                        <a16:creationId xmlns:a16="http://schemas.microsoft.com/office/drawing/2014/main" id="{BC132DDE-522F-7D5B-0FC4-6EE7BAE3A9A1}"/>
                      </a:ext>
                    </a:extLst>
                  </p:cNvPr>
                  <p:cNvPicPr/>
                  <p:nvPr/>
                </p:nvPicPr>
                <p:blipFill>
                  <a:blip r:embed="rId151"/>
                  <a:stretch>
                    <a:fillRect/>
                  </a:stretch>
                </p:blipFill>
                <p:spPr>
                  <a:xfrm>
                    <a:off x="2490291" y="2479238"/>
                    <a:ext cx="1885389" cy="12133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2">
                <p14:nvContentPartPr>
                  <p14:cNvPr id="503" name="墨迹 502">
                    <a:extLst>
                      <a:ext uri="{FF2B5EF4-FFF2-40B4-BE49-F238E27FC236}">
                        <a16:creationId xmlns:a16="http://schemas.microsoft.com/office/drawing/2014/main" id="{0259B1BB-752B-3C10-E590-354510DB687E}"/>
                      </a:ext>
                    </a:extLst>
                  </p14:cNvPr>
                  <p14:cNvContentPartPr/>
                  <p14:nvPr/>
                </p14:nvContentPartPr>
                <p14:xfrm>
                  <a:off x="4438147" y="3462853"/>
                  <a:ext cx="146880" cy="136800"/>
                </p14:xfrm>
              </p:contentPart>
            </mc:Choice>
            <mc:Fallback xmlns="">
              <p:pic>
                <p:nvPicPr>
                  <p:cNvPr id="503" name="墨迹 502">
                    <a:extLst>
                      <a:ext uri="{FF2B5EF4-FFF2-40B4-BE49-F238E27FC236}">
                        <a16:creationId xmlns:a16="http://schemas.microsoft.com/office/drawing/2014/main" id="{0259B1BB-752B-3C10-E590-354510DB687E}"/>
                      </a:ext>
                    </a:extLst>
                  </p:cNvPr>
                  <p:cNvPicPr/>
                  <p:nvPr/>
                </p:nvPicPr>
                <p:blipFill>
                  <a:blip r:embed="rId153"/>
                  <a:stretch>
                    <a:fillRect/>
                  </a:stretch>
                </p:blipFill>
                <p:spPr>
                  <a:xfrm>
                    <a:off x="4371786" y="3342853"/>
                    <a:ext cx="279160" cy="37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4">
                <p14:nvContentPartPr>
                  <p14:cNvPr id="504" name="墨迹 503">
                    <a:extLst>
                      <a:ext uri="{FF2B5EF4-FFF2-40B4-BE49-F238E27FC236}">
                        <a16:creationId xmlns:a16="http://schemas.microsoft.com/office/drawing/2014/main" id="{3C6B4ABC-9BFF-F18D-66EC-8D8A88CE8CA7}"/>
                      </a:ext>
                    </a:extLst>
                  </p14:cNvPr>
                  <p14:cNvContentPartPr/>
                  <p14:nvPr/>
                </p14:nvContentPartPr>
                <p14:xfrm>
                  <a:off x="2513947" y="2646013"/>
                  <a:ext cx="2079360" cy="1080000"/>
                </p14:xfrm>
              </p:contentPart>
            </mc:Choice>
            <mc:Fallback xmlns="">
              <p:pic>
                <p:nvPicPr>
                  <p:cNvPr id="504" name="墨迹 503">
                    <a:extLst>
                      <a:ext uri="{FF2B5EF4-FFF2-40B4-BE49-F238E27FC236}">
                        <a16:creationId xmlns:a16="http://schemas.microsoft.com/office/drawing/2014/main" id="{3C6B4ABC-9BFF-F18D-66EC-8D8A88CE8CA7}"/>
                      </a:ext>
                    </a:extLst>
                  </p:cNvPr>
                  <p:cNvPicPr/>
                  <p:nvPr/>
                </p:nvPicPr>
                <p:blipFill>
                  <a:blip r:embed="rId155"/>
                  <a:stretch>
                    <a:fillRect/>
                  </a:stretch>
                </p:blipFill>
                <p:spPr>
                  <a:xfrm>
                    <a:off x="2447457" y="2526413"/>
                    <a:ext cx="2211896" cy="131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505" name="墨迹 504">
                    <a:extLst>
                      <a:ext uri="{FF2B5EF4-FFF2-40B4-BE49-F238E27FC236}">
                        <a16:creationId xmlns:a16="http://schemas.microsoft.com/office/drawing/2014/main" id="{B231BA20-71A1-7AD1-4CB7-51A3EFE5D927}"/>
                      </a:ext>
                    </a:extLst>
                  </p14:cNvPr>
                  <p14:cNvContentPartPr/>
                  <p14:nvPr/>
                </p14:nvContentPartPr>
                <p14:xfrm>
                  <a:off x="2497387" y="2489053"/>
                  <a:ext cx="360" cy="148320"/>
                </p14:xfrm>
              </p:contentPart>
            </mc:Choice>
            <mc:Fallback xmlns="">
              <p:pic>
                <p:nvPicPr>
                  <p:cNvPr id="505" name="墨迹 504">
                    <a:extLst>
                      <a:ext uri="{FF2B5EF4-FFF2-40B4-BE49-F238E27FC236}">
                        <a16:creationId xmlns:a16="http://schemas.microsoft.com/office/drawing/2014/main" id="{B231BA20-71A1-7AD1-4CB7-51A3EFE5D927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2443747" y="2369118"/>
                    <a:ext cx="108000" cy="3877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506" name="墨迹 505">
                    <a:extLst>
                      <a:ext uri="{FF2B5EF4-FFF2-40B4-BE49-F238E27FC236}">
                        <a16:creationId xmlns:a16="http://schemas.microsoft.com/office/drawing/2014/main" id="{4FFDE890-8DAE-3A55-3723-0C352B563E28}"/>
                      </a:ext>
                    </a:extLst>
                  </p14:cNvPr>
                  <p14:cNvContentPartPr/>
                  <p14:nvPr/>
                </p14:nvContentPartPr>
                <p14:xfrm>
                  <a:off x="2518627" y="2493373"/>
                  <a:ext cx="360" cy="1800"/>
                </p14:xfrm>
              </p:contentPart>
            </mc:Choice>
            <mc:Fallback xmlns="">
              <p:pic>
                <p:nvPicPr>
                  <p:cNvPr id="506" name="墨迹 505">
                    <a:extLst>
                      <a:ext uri="{FF2B5EF4-FFF2-40B4-BE49-F238E27FC236}">
                        <a16:creationId xmlns:a16="http://schemas.microsoft.com/office/drawing/2014/main" id="{4FFDE890-8DAE-3A55-3723-0C352B563E28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2464627" y="2385373"/>
                    <a:ext cx="108000" cy="21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9">
                <p14:nvContentPartPr>
                  <p14:cNvPr id="507" name="墨迹 506">
                    <a:extLst>
                      <a:ext uri="{FF2B5EF4-FFF2-40B4-BE49-F238E27FC236}">
                        <a16:creationId xmlns:a16="http://schemas.microsoft.com/office/drawing/2014/main" id="{413A0A8C-7A8C-F852-D301-A5FF74342BDF}"/>
                      </a:ext>
                    </a:extLst>
                  </p14:cNvPr>
                  <p14:cNvContentPartPr/>
                  <p14:nvPr/>
                </p14:nvContentPartPr>
                <p14:xfrm>
                  <a:off x="2522947" y="2510293"/>
                  <a:ext cx="594000" cy="338040"/>
                </p14:xfrm>
              </p:contentPart>
            </mc:Choice>
            <mc:Fallback xmlns="">
              <p:pic>
                <p:nvPicPr>
                  <p:cNvPr id="507" name="墨迹 506">
                    <a:extLst>
                      <a:ext uri="{FF2B5EF4-FFF2-40B4-BE49-F238E27FC236}">
                        <a16:creationId xmlns:a16="http://schemas.microsoft.com/office/drawing/2014/main" id="{413A0A8C-7A8C-F852-D301-A5FF74342BDF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2456454" y="2390279"/>
                    <a:ext cx="726542" cy="5776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1">
                <p14:nvContentPartPr>
                  <p14:cNvPr id="508" name="墨迹 507">
                    <a:extLst>
                      <a:ext uri="{FF2B5EF4-FFF2-40B4-BE49-F238E27FC236}">
                        <a16:creationId xmlns:a16="http://schemas.microsoft.com/office/drawing/2014/main" id="{5C00D850-7B1D-612B-99A6-11691B96DA15}"/>
                      </a:ext>
                    </a:extLst>
                  </p14:cNvPr>
                  <p14:cNvContentPartPr/>
                  <p14:nvPr/>
                </p14:nvContentPartPr>
                <p14:xfrm>
                  <a:off x="3111547" y="2848693"/>
                  <a:ext cx="1210680" cy="721440"/>
                </p14:xfrm>
              </p:contentPart>
            </mc:Choice>
            <mc:Fallback xmlns="">
              <p:pic>
                <p:nvPicPr>
                  <p:cNvPr id="508" name="墨迹 507">
                    <a:extLst>
                      <a:ext uri="{FF2B5EF4-FFF2-40B4-BE49-F238E27FC236}">
                        <a16:creationId xmlns:a16="http://schemas.microsoft.com/office/drawing/2014/main" id="{5C00D850-7B1D-612B-99A6-11691B96DA15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3045050" y="2729053"/>
                    <a:ext cx="1343230" cy="96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3">
                <p14:nvContentPartPr>
                  <p14:cNvPr id="509" name="墨迹 508">
                    <a:extLst>
                      <a:ext uri="{FF2B5EF4-FFF2-40B4-BE49-F238E27FC236}">
                        <a16:creationId xmlns:a16="http://schemas.microsoft.com/office/drawing/2014/main" id="{3313C772-3DFB-E601-090E-CC21C3993724}"/>
                      </a:ext>
                    </a:extLst>
                  </p14:cNvPr>
                  <p14:cNvContentPartPr/>
                  <p14:nvPr/>
                </p14:nvContentPartPr>
                <p14:xfrm>
                  <a:off x="3555787" y="1477093"/>
                  <a:ext cx="1558080" cy="920160"/>
                </p14:xfrm>
              </p:contentPart>
            </mc:Choice>
            <mc:Fallback xmlns="">
              <p:pic>
                <p:nvPicPr>
                  <p:cNvPr id="509" name="墨迹 508">
                    <a:extLst>
                      <a:ext uri="{FF2B5EF4-FFF2-40B4-BE49-F238E27FC236}">
                        <a16:creationId xmlns:a16="http://schemas.microsoft.com/office/drawing/2014/main" id="{3313C772-3DFB-E601-090E-CC21C3993724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3489740" y="1357472"/>
                    <a:ext cx="1690617" cy="11598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5">
                <p14:nvContentPartPr>
                  <p14:cNvPr id="510" name="墨迹 509">
                    <a:extLst>
                      <a:ext uri="{FF2B5EF4-FFF2-40B4-BE49-F238E27FC236}">
                        <a16:creationId xmlns:a16="http://schemas.microsoft.com/office/drawing/2014/main" id="{F076BBB2-2F86-FF46-E73B-54FC8A024B1A}"/>
                      </a:ext>
                    </a:extLst>
                  </p14:cNvPr>
                  <p14:cNvContentPartPr/>
                  <p14:nvPr/>
                </p14:nvContentPartPr>
                <p14:xfrm>
                  <a:off x="4284067" y="694093"/>
                  <a:ext cx="1599840" cy="951480"/>
                </p14:xfrm>
              </p:contentPart>
            </mc:Choice>
            <mc:Fallback xmlns="">
              <p:pic>
                <p:nvPicPr>
                  <p:cNvPr id="510" name="墨迹 509">
                    <a:extLst>
                      <a:ext uri="{FF2B5EF4-FFF2-40B4-BE49-F238E27FC236}">
                        <a16:creationId xmlns:a16="http://schemas.microsoft.com/office/drawing/2014/main" id="{F076BBB2-2F86-FF46-E73B-54FC8A024B1A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4217573" y="574108"/>
                    <a:ext cx="1732384" cy="1191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511" name="墨迹 510">
                    <a:extLst>
                      <a:ext uri="{FF2B5EF4-FFF2-40B4-BE49-F238E27FC236}">
                        <a16:creationId xmlns:a16="http://schemas.microsoft.com/office/drawing/2014/main" id="{28BE5222-2798-1F00-F1DB-A986BADE21AB}"/>
                      </a:ext>
                    </a:extLst>
                  </p14:cNvPr>
                  <p14:cNvContentPartPr/>
                  <p14:nvPr/>
                </p14:nvContentPartPr>
                <p14:xfrm>
                  <a:off x="3493507" y="977053"/>
                  <a:ext cx="410040" cy="299880"/>
                </p14:xfrm>
              </p:contentPart>
            </mc:Choice>
            <mc:Fallback xmlns="">
              <p:pic>
                <p:nvPicPr>
                  <p:cNvPr id="511" name="墨迹 510">
                    <a:extLst>
                      <a:ext uri="{FF2B5EF4-FFF2-40B4-BE49-F238E27FC236}">
                        <a16:creationId xmlns:a16="http://schemas.microsoft.com/office/drawing/2014/main" id="{28BE5222-2798-1F00-F1DB-A986BADE21AB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3427457" y="857501"/>
                    <a:ext cx="542583" cy="5393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512" name="墨迹 511">
                    <a:extLst>
                      <a:ext uri="{FF2B5EF4-FFF2-40B4-BE49-F238E27FC236}">
                        <a16:creationId xmlns:a16="http://schemas.microsoft.com/office/drawing/2014/main" id="{568A40B6-154D-47AE-1B5B-DC6DB3720E19}"/>
                      </a:ext>
                    </a:extLst>
                  </p14:cNvPr>
                  <p14:cNvContentPartPr/>
                  <p14:nvPr/>
                </p14:nvContentPartPr>
                <p14:xfrm>
                  <a:off x="3796987" y="964813"/>
                  <a:ext cx="1864080" cy="1175760"/>
                </p14:xfrm>
              </p:contentPart>
            </mc:Choice>
            <mc:Fallback xmlns="">
              <p:pic>
                <p:nvPicPr>
                  <p:cNvPr id="512" name="墨迹 511">
                    <a:extLst>
                      <a:ext uri="{FF2B5EF4-FFF2-40B4-BE49-F238E27FC236}">
                        <a16:creationId xmlns:a16="http://schemas.microsoft.com/office/drawing/2014/main" id="{568A40B6-154D-47AE-1B5B-DC6DB3720E19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3730935" y="845237"/>
                    <a:ext cx="1996627" cy="14153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1">
                <p14:nvContentPartPr>
                  <p14:cNvPr id="513" name="墨迹 512">
                    <a:extLst>
                      <a:ext uri="{FF2B5EF4-FFF2-40B4-BE49-F238E27FC236}">
                        <a16:creationId xmlns:a16="http://schemas.microsoft.com/office/drawing/2014/main" id="{713DD460-EE18-0EB4-CA2A-D05EC1A67564}"/>
                      </a:ext>
                    </a:extLst>
                  </p14:cNvPr>
                  <p14:cNvContentPartPr/>
                  <p14:nvPr/>
                </p14:nvContentPartPr>
                <p14:xfrm>
                  <a:off x="5519947" y="1981093"/>
                  <a:ext cx="190800" cy="106200"/>
                </p14:xfrm>
              </p:contentPart>
            </mc:Choice>
            <mc:Fallback xmlns="">
              <p:pic>
                <p:nvPicPr>
                  <p:cNvPr id="513" name="墨迹 512">
                    <a:extLst>
                      <a:ext uri="{FF2B5EF4-FFF2-40B4-BE49-F238E27FC236}">
                        <a16:creationId xmlns:a16="http://schemas.microsoft.com/office/drawing/2014/main" id="{713DD460-EE18-0EB4-CA2A-D05EC1A67564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5453543" y="1861319"/>
                    <a:ext cx="323165" cy="3453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514" name="墨迹 513">
                    <a:extLst>
                      <a:ext uri="{FF2B5EF4-FFF2-40B4-BE49-F238E27FC236}">
                        <a16:creationId xmlns:a16="http://schemas.microsoft.com/office/drawing/2014/main" id="{B12FB780-4107-AE2C-C6DF-36F4D3FCA610}"/>
                      </a:ext>
                    </a:extLst>
                  </p14:cNvPr>
                  <p14:cNvContentPartPr/>
                  <p14:nvPr/>
                </p14:nvContentPartPr>
                <p14:xfrm>
                  <a:off x="5401507" y="1913413"/>
                  <a:ext cx="142560" cy="82440"/>
                </p14:xfrm>
              </p:contentPart>
            </mc:Choice>
            <mc:Fallback xmlns="">
              <p:pic>
                <p:nvPicPr>
                  <p:cNvPr id="514" name="墨迹 513">
                    <a:extLst>
                      <a:ext uri="{FF2B5EF4-FFF2-40B4-BE49-F238E27FC236}">
                        <a16:creationId xmlns:a16="http://schemas.microsoft.com/office/drawing/2014/main" id="{B12FB780-4107-AE2C-C6DF-36F4D3FCA610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5335097" y="1793355"/>
                    <a:ext cx="274937" cy="3221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515" name="墨迹 514">
                    <a:extLst>
                      <a:ext uri="{FF2B5EF4-FFF2-40B4-BE49-F238E27FC236}">
                        <a16:creationId xmlns:a16="http://schemas.microsoft.com/office/drawing/2014/main" id="{562F279F-3678-9DD8-3B75-8E3217508DC6}"/>
                      </a:ext>
                    </a:extLst>
                  </p14:cNvPr>
                  <p14:cNvContentPartPr/>
                  <p14:nvPr/>
                </p14:nvContentPartPr>
                <p14:xfrm>
                  <a:off x="5738107" y="1798933"/>
                  <a:ext cx="248040" cy="271440"/>
                </p14:xfrm>
              </p:contentPart>
            </mc:Choice>
            <mc:Fallback xmlns="">
              <p:pic>
                <p:nvPicPr>
                  <p:cNvPr id="515" name="墨迹 514">
                    <a:extLst>
                      <a:ext uri="{FF2B5EF4-FFF2-40B4-BE49-F238E27FC236}">
                        <a16:creationId xmlns:a16="http://schemas.microsoft.com/office/drawing/2014/main" id="{562F279F-3678-9DD8-3B75-8E3217508DC6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5671993" y="1679403"/>
                    <a:ext cx="380713" cy="5108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516" name="墨迹 515">
                    <a:extLst>
                      <a:ext uri="{FF2B5EF4-FFF2-40B4-BE49-F238E27FC236}">
                        <a16:creationId xmlns:a16="http://schemas.microsoft.com/office/drawing/2014/main" id="{A877303E-0FD8-1F63-77E3-665931650213}"/>
                      </a:ext>
                    </a:extLst>
                  </p14:cNvPr>
                  <p14:cNvContentPartPr/>
                  <p14:nvPr/>
                </p14:nvContentPartPr>
                <p14:xfrm>
                  <a:off x="5676907" y="1909093"/>
                  <a:ext cx="309240" cy="326520"/>
                </p14:xfrm>
              </p:contentPart>
            </mc:Choice>
            <mc:Fallback xmlns="">
              <p:pic>
                <p:nvPicPr>
                  <p:cNvPr id="516" name="墨迹 515">
                    <a:extLst>
                      <a:ext uri="{FF2B5EF4-FFF2-40B4-BE49-F238E27FC236}">
                        <a16:creationId xmlns:a16="http://schemas.microsoft.com/office/drawing/2014/main" id="{A877303E-0FD8-1F63-77E3-665931650213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5610451" y="1789049"/>
                    <a:ext cx="441708" cy="5662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9">
                <p14:nvContentPartPr>
                  <p14:cNvPr id="517" name="墨迹 516">
                    <a:extLst>
                      <a:ext uri="{FF2B5EF4-FFF2-40B4-BE49-F238E27FC236}">
                        <a16:creationId xmlns:a16="http://schemas.microsoft.com/office/drawing/2014/main" id="{A3FB962E-A6F8-D6C6-383E-6D477B9562F1}"/>
                      </a:ext>
                    </a:extLst>
                  </p14:cNvPr>
                  <p14:cNvContentPartPr/>
                  <p14:nvPr/>
                </p14:nvContentPartPr>
                <p14:xfrm>
                  <a:off x="3852067" y="1176853"/>
                  <a:ext cx="1812240" cy="1041840"/>
                </p14:xfrm>
              </p:contentPart>
            </mc:Choice>
            <mc:Fallback xmlns="">
              <p:pic>
                <p:nvPicPr>
                  <p:cNvPr id="517" name="墨迹 516">
                    <a:extLst>
                      <a:ext uri="{FF2B5EF4-FFF2-40B4-BE49-F238E27FC236}">
                        <a16:creationId xmlns:a16="http://schemas.microsoft.com/office/drawing/2014/main" id="{A3FB962E-A6F8-D6C6-383E-6D477B9562F1}"/>
                      </a:ext>
                    </a:extLst>
                  </p:cNvPr>
                  <p:cNvPicPr/>
                  <p:nvPr/>
                </p:nvPicPr>
                <p:blipFill>
                  <a:blip r:embed="rId180"/>
                  <a:stretch>
                    <a:fillRect/>
                  </a:stretch>
                </p:blipFill>
                <p:spPr>
                  <a:xfrm>
                    <a:off x="3785571" y="1056825"/>
                    <a:ext cx="1944789" cy="12814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1">
                <p14:nvContentPartPr>
                  <p14:cNvPr id="518" name="墨迹 517">
                    <a:extLst>
                      <a:ext uri="{FF2B5EF4-FFF2-40B4-BE49-F238E27FC236}">
                        <a16:creationId xmlns:a16="http://schemas.microsoft.com/office/drawing/2014/main" id="{607B281D-4A3A-3C13-F0C9-CD3D87225C67}"/>
                      </a:ext>
                    </a:extLst>
                  </p14:cNvPr>
                  <p14:cNvContentPartPr/>
                  <p14:nvPr/>
                </p14:nvContentPartPr>
                <p14:xfrm>
                  <a:off x="3490267" y="1375573"/>
                  <a:ext cx="15480" cy="153360"/>
                </p14:xfrm>
              </p:contentPart>
            </mc:Choice>
            <mc:Fallback xmlns="">
              <p:pic>
                <p:nvPicPr>
                  <p:cNvPr id="518" name="墨迹 517">
                    <a:extLst>
                      <a:ext uri="{FF2B5EF4-FFF2-40B4-BE49-F238E27FC236}">
                        <a16:creationId xmlns:a16="http://schemas.microsoft.com/office/drawing/2014/main" id="{607B281D-4A3A-3C13-F0C9-CD3D87225C67}"/>
                      </a:ext>
                    </a:extLst>
                  </p:cNvPr>
                  <p:cNvPicPr/>
                  <p:nvPr/>
                </p:nvPicPr>
                <p:blipFill>
                  <a:blip r:embed="rId182"/>
                  <a:stretch>
                    <a:fillRect/>
                  </a:stretch>
                </p:blipFill>
                <p:spPr>
                  <a:xfrm>
                    <a:off x="3423924" y="1255848"/>
                    <a:ext cx="147723" cy="3932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3">
                <p14:nvContentPartPr>
                  <p14:cNvPr id="519" name="墨迹 518">
                    <a:extLst>
                      <a:ext uri="{FF2B5EF4-FFF2-40B4-BE49-F238E27FC236}">
                        <a16:creationId xmlns:a16="http://schemas.microsoft.com/office/drawing/2014/main" id="{12A4528A-E732-7EC3-2418-11532B4DA952}"/>
                      </a:ext>
                    </a:extLst>
                  </p14:cNvPr>
                  <p14:cNvContentPartPr/>
                  <p14:nvPr/>
                </p14:nvContentPartPr>
                <p14:xfrm>
                  <a:off x="3564427" y="1384213"/>
                  <a:ext cx="1625760" cy="999360"/>
                </p14:xfrm>
              </p:contentPart>
            </mc:Choice>
            <mc:Fallback xmlns="">
              <p:pic>
                <p:nvPicPr>
                  <p:cNvPr id="519" name="墨迹 518">
                    <a:extLst>
                      <a:ext uri="{FF2B5EF4-FFF2-40B4-BE49-F238E27FC236}">
                        <a16:creationId xmlns:a16="http://schemas.microsoft.com/office/drawing/2014/main" id="{12A4528A-E732-7EC3-2418-11532B4DA952}"/>
                      </a:ext>
                    </a:extLst>
                  </p:cNvPr>
                  <p:cNvPicPr/>
                  <p:nvPr/>
                </p:nvPicPr>
                <p:blipFill>
                  <a:blip r:embed="rId184"/>
                  <a:stretch>
                    <a:fillRect/>
                  </a:stretch>
                </p:blipFill>
                <p:spPr>
                  <a:xfrm>
                    <a:off x="3497943" y="1264242"/>
                    <a:ext cx="1758285" cy="12389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5">
                <p14:nvContentPartPr>
                  <p14:cNvPr id="520" name="墨迹 519">
                    <a:extLst>
                      <a:ext uri="{FF2B5EF4-FFF2-40B4-BE49-F238E27FC236}">
                        <a16:creationId xmlns:a16="http://schemas.microsoft.com/office/drawing/2014/main" id="{0A93FB8D-6124-562C-985E-9041DB876B60}"/>
                      </a:ext>
                    </a:extLst>
                  </p14:cNvPr>
                  <p14:cNvContentPartPr/>
                  <p14:nvPr/>
                </p14:nvContentPartPr>
                <p14:xfrm>
                  <a:off x="5078227" y="2391493"/>
                  <a:ext cx="95040" cy="90000"/>
                </p14:xfrm>
              </p:contentPart>
            </mc:Choice>
            <mc:Fallback xmlns="">
              <p:pic>
                <p:nvPicPr>
                  <p:cNvPr id="520" name="墨迹 519">
                    <a:extLst>
                      <a:ext uri="{FF2B5EF4-FFF2-40B4-BE49-F238E27FC236}">
                        <a16:creationId xmlns:a16="http://schemas.microsoft.com/office/drawing/2014/main" id="{0A93FB8D-6124-562C-985E-9041DB876B60}"/>
                      </a:ext>
                    </a:extLst>
                  </p:cNvPr>
                  <p:cNvPicPr/>
                  <p:nvPr/>
                </p:nvPicPr>
                <p:blipFill>
                  <a:blip r:embed="rId186"/>
                  <a:stretch>
                    <a:fillRect/>
                  </a:stretch>
                </p:blipFill>
                <p:spPr>
                  <a:xfrm>
                    <a:off x="5012362" y="2271893"/>
                    <a:ext cx="227212" cy="32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7">
                <p14:nvContentPartPr>
                  <p14:cNvPr id="521" name="墨迹 520">
                    <a:extLst>
                      <a:ext uri="{FF2B5EF4-FFF2-40B4-BE49-F238E27FC236}">
                        <a16:creationId xmlns:a16="http://schemas.microsoft.com/office/drawing/2014/main" id="{3B1175DF-1137-1C86-1FF2-928E7BD08488}"/>
                      </a:ext>
                    </a:extLst>
                  </p14:cNvPr>
                  <p14:cNvContentPartPr/>
                  <p14:nvPr/>
                </p14:nvContentPartPr>
                <p14:xfrm>
                  <a:off x="3528787" y="1533613"/>
                  <a:ext cx="1555560" cy="921600"/>
                </p14:xfrm>
              </p:contentPart>
            </mc:Choice>
            <mc:Fallback xmlns="">
              <p:pic>
                <p:nvPicPr>
                  <p:cNvPr id="521" name="墨迹 520">
                    <a:extLst>
                      <a:ext uri="{FF2B5EF4-FFF2-40B4-BE49-F238E27FC236}">
                        <a16:creationId xmlns:a16="http://schemas.microsoft.com/office/drawing/2014/main" id="{3B1175DF-1137-1C86-1FF2-928E7BD08488}"/>
                      </a:ext>
                    </a:extLst>
                  </p:cNvPr>
                  <p:cNvPicPr/>
                  <p:nvPr/>
                </p:nvPicPr>
                <p:blipFill>
                  <a:blip r:embed="rId188"/>
                  <a:stretch>
                    <a:fillRect/>
                  </a:stretch>
                </p:blipFill>
                <p:spPr>
                  <a:xfrm>
                    <a:off x="3462291" y="1414013"/>
                    <a:ext cx="1688108" cy="116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9">
                <p14:nvContentPartPr>
                  <p14:cNvPr id="522" name="墨迹 521">
                    <a:extLst>
                      <a:ext uri="{FF2B5EF4-FFF2-40B4-BE49-F238E27FC236}">
                        <a16:creationId xmlns:a16="http://schemas.microsoft.com/office/drawing/2014/main" id="{F01B932E-C65D-1A14-973E-E4AC2C8EB31D}"/>
                      </a:ext>
                    </a:extLst>
                  </p14:cNvPr>
                  <p14:cNvContentPartPr/>
                  <p14:nvPr/>
                </p14:nvContentPartPr>
                <p14:xfrm>
                  <a:off x="3890227" y="1011613"/>
                  <a:ext cx="566280" cy="349200"/>
                </p14:xfrm>
              </p:contentPart>
            </mc:Choice>
            <mc:Fallback xmlns="">
              <p:pic>
                <p:nvPicPr>
                  <p:cNvPr id="522" name="墨迹 521">
                    <a:extLst>
                      <a:ext uri="{FF2B5EF4-FFF2-40B4-BE49-F238E27FC236}">
                        <a16:creationId xmlns:a16="http://schemas.microsoft.com/office/drawing/2014/main" id="{F01B932E-C65D-1A14-973E-E4AC2C8EB31D}"/>
                      </a:ext>
                    </a:extLst>
                  </p:cNvPr>
                  <p:cNvPicPr/>
                  <p:nvPr/>
                </p:nvPicPr>
                <p:blipFill>
                  <a:blip r:embed="rId190"/>
                  <a:stretch>
                    <a:fillRect/>
                  </a:stretch>
                </p:blipFill>
                <p:spPr>
                  <a:xfrm>
                    <a:off x="3823710" y="891613"/>
                    <a:ext cx="698870" cy="58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1">
                <p14:nvContentPartPr>
                  <p14:cNvPr id="523" name="墨迹 522">
                    <a:extLst>
                      <a:ext uri="{FF2B5EF4-FFF2-40B4-BE49-F238E27FC236}">
                        <a16:creationId xmlns:a16="http://schemas.microsoft.com/office/drawing/2014/main" id="{B0178ACF-748A-E71C-44BD-5374401979D0}"/>
                      </a:ext>
                    </a:extLst>
                  </p14:cNvPr>
                  <p14:cNvContentPartPr/>
                  <p14:nvPr/>
                </p14:nvContentPartPr>
                <p14:xfrm>
                  <a:off x="4203427" y="727573"/>
                  <a:ext cx="1634400" cy="978480"/>
                </p14:xfrm>
              </p:contentPart>
            </mc:Choice>
            <mc:Fallback xmlns="">
              <p:pic>
                <p:nvPicPr>
                  <p:cNvPr id="523" name="墨迹 522">
                    <a:extLst>
                      <a:ext uri="{FF2B5EF4-FFF2-40B4-BE49-F238E27FC236}">
                        <a16:creationId xmlns:a16="http://schemas.microsoft.com/office/drawing/2014/main" id="{B0178ACF-748A-E71C-44BD-5374401979D0}"/>
                      </a:ext>
                    </a:extLst>
                  </p:cNvPr>
                  <p:cNvPicPr/>
                  <p:nvPr/>
                </p:nvPicPr>
                <p:blipFill>
                  <a:blip r:embed="rId192"/>
                  <a:stretch>
                    <a:fillRect/>
                  </a:stretch>
                </p:blipFill>
                <p:spPr>
                  <a:xfrm>
                    <a:off x="4136934" y="608012"/>
                    <a:ext cx="1766943" cy="12180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3">
                <p14:nvContentPartPr>
                  <p14:cNvPr id="524" name="墨迹 523">
                    <a:extLst>
                      <a:ext uri="{FF2B5EF4-FFF2-40B4-BE49-F238E27FC236}">
                        <a16:creationId xmlns:a16="http://schemas.microsoft.com/office/drawing/2014/main" id="{5B5C265D-0E20-E559-187D-2E87E8B0F734}"/>
                      </a:ext>
                    </a:extLst>
                  </p14:cNvPr>
                  <p14:cNvContentPartPr/>
                  <p14:nvPr/>
                </p14:nvContentPartPr>
                <p14:xfrm>
                  <a:off x="4204147" y="598093"/>
                  <a:ext cx="727920" cy="416880"/>
                </p14:xfrm>
              </p:contentPart>
            </mc:Choice>
            <mc:Fallback xmlns="">
              <p:pic>
                <p:nvPicPr>
                  <p:cNvPr id="524" name="墨迹 523">
                    <a:extLst>
                      <a:ext uri="{FF2B5EF4-FFF2-40B4-BE49-F238E27FC236}">
                        <a16:creationId xmlns:a16="http://schemas.microsoft.com/office/drawing/2014/main" id="{5B5C265D-0E20-E559-187D-2E87E8B0F734}"/>
                      </a:ext>
                    </a:extLst>
                  </p:cNvPr>
                  <p:cNvPicPr/>
                  <p:nvPr/>
                </p:nvPicPr>
                <p:blipFill>
                  <a:blip r:embed="rId194"/>
                  <a:stretch>
                    <a:fillRect/>
                  </a:stretch>
                </p:blipFill>
                <p:spPr>
                  <a:xfrm>
                    <a:off x="4137650" y="478070"/>
                    <a:ext cx="860471" cy="6565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5">
                <p14:nvContentPartPr>
                  <p14:cNvPr id="525" name="墨迹 524">
                    <a:extLst>
                      <a:ext uri="{FF2B5EF4-FFF2-40B4-BE49-F238E27FC236}">
                        <a16:creationId xmlns:a16="http://schemas.microsoft.com/office/drawing/2014/main" id="{F6D51A5A-CE2A-C19D-87B0-CA14830070B4}"/>
                      </a:ext>
                    </a:extLst>
                  </p14:cNvPr>
                  <p14:cNvContentPartPr/>
                  <p14:nvPr/>
                </p14:nvContentPartPr>
                <p14:xfrm>
                  <a:off x="6002707" y="1663333"/>
                  <a:ext cx="720" cy="220680"/>
                </p14:xfrm>
              </p:contentPart>
            </mc:Choice>
            <mc:Fallback xmlns="">
              <p:pic>
                <p:nvPicPr>
                  <p:cNvPr id="525" name="墨迹 524">
                    <a:extLst>
                      <a:ext uri="{FF2B5EF4-FFF2-40B4-BE49-F238E27FC236}">
                        <a16:creationId xmlns:a16="http://schemas.microsoft.com/office/drawing/2014/main" id="{F6D51A5A-CE2A-C19D-87B0-CA14830070B4}"/>
                      </a:ext>
                    </a:extLst>
                  </p:cNvPr>
                  <p:cNvPicPr/>
                  <p:nvPr/>
                </p:nvPicPr>
                <p:blipFill>
                  <a:blip r:embed="rId196"/>
                  <a:stretch>
                    <a:fillRect/>
                  </a:stretch>
                </p:blipFill>
                <p:spPr>
                  <a:xfrm>
                    <a:off x="5894707" y="1543798"/>
                    <a:ext cx="216000" cy="4601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7">
                <p14:nvContentPartPr>
                  <p14:cNvPr id="526" name="墨迹 525">
                    <a:extLst>
                      <a:ext uri="{FF2B5EF4-FFF2-40B4-BE49-F238E27FC236}">
                        <a16:creationId xmlns:a16="http://schemas.microsoft.com/office/drawing/2014/main" id="{442DABB8-68F4-FB1A-9629-148890193164}"/>
                      </a:ext>
                    </a:extLst>
                  </p14:cNvPr>
                  <p14:cNvContentPartPr/>
                  <p14:nvPr/>
                </p14:nvContentPartPr>
                <p14:xfrm>
                  <a:off x="5998387" y="1769893"/>
                  <a:ext cx="8640" cy="135360"/>
                </p14:xfrm>
              </p:contentPart>
            </mc:Choice>
            <mc:Fallback xmlns="">
              <p:pic>
                <p:nvPicPr>
                  <p:cNvPr id="526" name="墨迹 525">
                    <a:extLst>
                      <a:ext uri="{FF2B5EF4-FFF2-40B4-BE49-F238E27FC236}">
                        <a16:creationId xmlns:a16="http://schemas.microsoft.com/office/drawing/2014/main" id="{442DABB8-68F4-FB1A-9629-148890193164}"/>
                      </a:ext>
                    </a:extLst>
                  </p:cNvPr>
                  <p:cNvPicPr/>
                  <p:nvPr/>
                </p:nvPicPr>
                <p:blipFill>
                  <a:blip r:embed="rId198"/>
                  <a:stretch>
                    <a:fillRect/>
                  </a:stretch>
                </p:blipFill>
                <p:spPr>
                  <a:xfrm>
                    <a:off x="5933587" y="1650105"/>
                    <a:ext cx="137808" cy="3745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9">
                <p14:nvContentPartPr>
                  <p14:cNvPr id="527" name="墨迹 526">
                    <a:extLst>
                      <a:ext uri="{FF2B5EF4-FFF2-40B4-BE49-F238E27FC236}">
                        <a16:creationId xmlns:a16="http://schemas.microsoft.com/office/drawing/2014/main" id="{FC72BAA7-96F8-BDE3-C541-9C368CC74EFC}"/>
                      </a:ext>
                    </a:extLst>
                  </p14:cNvPr>
                  <p14:cNvContentPartPr/>
                  <p14:nvPr/>
                </p14:nvContentPartPr>
                <p14:xfrm>
                  <a:off x="5988667" y="1649293"/>
                  <a:ext cx="22680" cy="111960"/>
                </p14:xfrm>
              </p:contentPart>
            </mc:Choice>
            <mc:Fallback xmlns="">
              <p:pic>
                <p:nvPicPr>
                  <p:cNvPr id="527" name="墨迹 526">
                    <a:extLst>
                      <a:ext uri="{FF2B5EF4-FFF2-40B4-BE49-F238E27FC236}">
                        <a16:creationId xmlns:a16="http://schemas.microsoft.com/office/drawing/2014/main" id="{FC72BAA7-96F8-BDE3-C541-9C368CC74EFC}"/>
                      </a:ext>
                    </a:extLst>
                  </p:cNvPr>
                  <p:cNvPicPr/>
                  <p:nvPr/>
                </p:nvPicPr>
                <p:blipFill>
                  <a:blip r:embed="rId200"/>
                  <a:stretch>
                    <a:fillRect/>
                  </a:stretch>
                </p:blipFill>
                <p:spPr>
                  <a:xfrm>
                    <a:off x="5922406" y="1529736"/>
                    <a:ext cx="155647" cy="3514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1">
                <p14:nvContentPartPr>
                  <p14:cNvPr id="528" name="墨迹 527">
                    <a:extLst>
                      <a:ext uri="{FF2B5EF4-FFF2-40B4-BE49-F238E27FC236}">
                        <a16:creationId xmlns:a16="http://schemas.microsoft.com/office/drawing/2014/main" id="{313842DF-97D1-3261-FC5A-2AD6C3BBDF21}"/>
                      </a:ext>
                    </a:extLst>
                  </p14:cNvPr>
                  <p14:cNvContentPartPr/>
                  <p14:nvPr/>
                </p14:nvContentPartPr>
                <p14:xfrm>
                  <a:off x="5922427" y="1638133"/>
                  <a:ext cx="71280" cy="15480"/>
                </p14:xfrm>
              </p:contentPart>
            </mc:Choice>
            <mc:Fallback xmlns="">
              <p:pic>
                <p:nvPicPr>
                  <p:cNvPr id="528" name="墨迹 527">
                    <a:extLst>
                      <a:ext uri="{FF2B5EF4-FFF2-40B4-BE49-F238E27FC236}">
                        <a16:creationId xmlns:a16="http://schemas.microsoft.com/office/drawing/2014/main" id="{313842DF-97D1-3261-FC5A-2AD6C3BBDF21}"/>
                      </a:ext>
                    </a:extLst>
                  </p:cNvPr>
                  <p:cNvPicPr/>
                  <p:nvPr/>
                </p:nvPicPr>
                <p:blipFill>
                  <a:blip r:embed="rId202"/>
                  <a:stretch>
                    <a:fillRect/>
                  </a:stretch>
                </p:blipFill>
                <p:spPr>
                  <a:xfrm>
                    <a:off x="5856017" y="1519453"/>
                    <a:ext cx="203657" cy="2532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3">
                <p14:nvContentPartPr>
                  <p14:cNvPr id="529" name="墨迹 528">
                    <a:extLst>
                      <a:ext uri="{FF2B5EF4-FFF2-40B4-BE49-F238E27FC236}">
                        <a16:creationId xmlns:a16="http://schemas.microsoft.com/office/drawing/2014/main" id="{70BDC80E-560E-6086-CA43-21E9646676B9}"/>
                      </a:ext>
                    </a:extLst>
                  </p14:cNvPr>
                  <p14:cNvContentPartPr/>
                  <p14:nvPr/>
                </p14:nvContentPartPr>
                <p14:xfrm>
                  <a:off x="5980387" y="1688893"/>
                  <a:ext cx="35280" cy="12960"/>
                </p14:xfrm>
              </p:contentPart>
            </mc:Choice>
            <mc:Fallback xmlns="">
              <p:pic>
                <p:nvPicPr>
                  <p:cNvPr id="529" name="墨迹 528">
                    <a:extLst>
                      <a:ext uri="{FF2B5EF4-FFF2-40B4-BE49-F238E27FC236}">
                        <a16:creationId xmlns:a16="http://schemas.microsoft.com/office/drawing/2014/main" id="{70BDC80E-560E-6086-CA43-21E9646676B9}"/>
                      </a:ext>
                    </a:extLst>
                  </p:cNvPr>
                  <p:cNvPicPr/>
                  <p:nvPr/>
                </p:nvPicPr>
                <p:blipFill>
                  <a:blip r:embed="rId204"/>
                  <a:stretch>
                    <a:fillRect/>
                  </a:stretch>
                </p:blipFill>
                <p:spPr>
                  <a:xfrm>
                    <a:off x="5914237" y="1567393"/>
                    <a:ext cx="167139" cy="2555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5">
                <p14:nvContentPartPr>
                  <p14:cNvPr id="530" name="墨迹 529">
                    <a:extLst>
                      <a:ext uri="{FF2B5EF4-FFF2-40B4-BE49-F238E27FC236}">
                        <a16:creationId xmlns:a16="http://schemas.microsoft.com/office/drawing/2014/main" id="{D9BF70D8-67AB-21FB-CE7A-E6774121DD1E}"/>
                      </a:ext>
                    </a:extLst>
                  </p14:cNvPr>
                  <p14:cNvContentPartPr/>
                  <p14:nvPr/>
                </p14:nvContentPartPr>
                <p14:xfrm>
                  <a:off x="5875627" y="1773493"/>
                  <a:ext cx="360" cy="360"/>
                </p14:xfrm>
              </p:contentPart>
            </mc:Choice>
            <mc:Fallback xmlns="">
              <p:pic>
                <p:nvPicPr>
                  <p:cNvPr id="530" name="墨迹 529">
                    <a:extLst>
                      <a:ext uri="{FF2B5EF4-FFF2-40B4-BE49-F238E27FC236}">
                        <a16:creationId xmlns:a16="http://schemas.microsoft.com/office/drawing/2014/main" id="{D9BF70D8-67AB-21FB-CE7A-E6774121DD1E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5821987" y="1665853"/>
                    <a:ext cx="1080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6">
                <p14:nvContentPartPr>
                  <p14:cNvPr id="531" name="墨迹 530">
                    <a:extLst>
                      <a:ext uri="{FF2B5EF4-FFF2-40B4-BE49-F238E27FC236}">
                        <a16:creationId xmlns:a16="http://schemas.microsoft.com/office/drawing/2014/main" id="{1DD66FED-9B6D-7EAB-B76B-F930CCC7C0EF}"/>
                      </a:ext>
                    </a:extLst>
                  </p14:cNvPr>
                  <p14:cNvContentPartPr/>
                  <p14:nvPr/>
                </p14:nvContentPartPr>
                <p14:xfrm>
                  <a:off x="5846107" y="1710133"/>
                  <a:ext cx="360" cy="360"/>
                </p14:xfrm>
              </p:contentPart>
            </mc:Choice>
            <mc:Fallback xmlns="">
              <p:pic>
                <p:nvPicPr>
                  <p:cNvPr id="531" name="墨迹 530">
                    <a:extLst>
                      <a:ext uri="{FF2B5EF4-FFF2-40B4-BE49-F238E27FC236}">
                        <a16:creationId xmlns:a16="http://schemas.microsoft.com/office/drawing/2014/main" id="{1DD66FED-9B6D-7EAB-B76B-F930CCC7C0EF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5792107" y="1602133"/>
                    <a:ext cx="108000" cy="21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7">
                <p14:nvContentPartPr>
                  <p14:cNvPr id="532" name="墨迹 531">
                    <a:extLst>
                      <a:ext uri="{FF2B5EF4-FFF2-40B4-BE49-F238E27FC236}">
                        <a16:creationId xmlns:a16="http://schemas.microsoft.com/office/drawing/2014/main" id="{C718D810-BB63-8BFE-99F8-67913D93F4D2}"/>
                      </a:ext>
                    </a:extLst>
                  </p14:cNvPr>
                  <p14:cNvContentPartPr/>
                  <p14:nvPr/>
                </p14:nvContentPartPr>
                <p14:xfrm>
                  <a:off x="4959787" y="1052413"/>
                  <a:ext cx="1005120" cy="560880"/>
                </p14:xfrm>
              </p:contentPart>
            </mc:Choice>
            <mc:Fallback xmlns="">
              <p:pic>
                <p:nvPicPr>
                  <p:cNvPr id="532" name="墨迹 531">
                    <a:extLst>
                      <a:ext uri="{FF2B5EF4-FFF2-40B4-BE49-F238E27FC236}">
                        <a16:creationId xmlns:a16="http://schemas.microsoft.com/office/drawing/2014/main" id="{C718D810-BB63-8BFE-99F8-67913D93F4D2}"/>
                      </a:ext>
                    </a:extLst>
                  </p:cNvPr>
                  <p:cNvPicPr/>
                  <p:nvPr/>
                </p:nvPicPr>
                <p:blipFill>
                  <a:blip r:embed="rId208"/>
                  <a:stretch>
                    <a:fillRect/>
                  </a:stretch>
                </p:blipFill>
                <p:spPr>
                  <a:xfrm>
                    <a:off x="4893311" y="932796"/>
                    <a:ext cx="1137629" cy="8005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9">
                <p14:nvContentPartPr>
                  <p14:cNvPr id="533" name="墨迹 532">
                    <a:extLst>
                      <a:ext uri="{FF2B5EF4-FFF2-40B4-BE49-F238E27FC236}">
                        <a16:creationId xmlns:a16="http://schemas.microsoft.com/office/drawing/2014/main" id="{038AC2A1-A72F-60FF-C55C-9A94AC10E097}"/>
                      </a:ext>
                    </a:extLst>
                  </p14:cNvPr>
                  <p14:cNvContentPartPr/>
                  <p14:nvPr/>
                </p14:nvContentPartPr>
                <p14:xfrm>
                  <a:off x="4897507" y="2190733"/>
                  <a:ext cx="410040" cy="261000"/>
                </p14:xfrm>
              </p:contentPart>
            </mc:Choice>
            <mc:Fallback xmlns="">
              <p:pic>
                <p:nvPicPr>
                  <p:cNvPr id="533" name="墨迹 532">
                    <a:extLst>
                      <a:ext uri="{FF2B5EF4-FFF2-40B4-BE49-F238E27FC236}">
                        <a16:creationId xmlns:a16="http://schemas.microsoft.com/office/drawing/2014/main" id="{038AC2A1-A72F-60FF-C55C-9A94AC10E097}"/>
                      </a:ext>
                    </a:extLst>
                  </p:cNvPr>
                  <p:cNvPicPr/>
                  <p:nvPr/>
                </p:nvPicPr>
                <p:blipFill>
                  <a:blip r:embed="rId210"/>
                  <a:stretch>
                    <a:fillRect/>
                  </a:stretch>
                </p:blipFill>
                <p:spPr>
                  <a:xfrm>
                    <a:off x="4831014" y="2070825"/>
                    <a:ext cx="542583" cy="50041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1">
                <p14:nvContentPartPr>
                  <p14:cNvPr id="534" name="墨迹 533">
                    <a:extLst>
                      <a:ext uri="{FF2B5EF4-FFF2-40B4-BE49-F238E27FC236}">
                        <a16:creationId xmlns:a16="http://schemas.microsoft.com/office/drawing/2014/main" id="{4A89A1A7-B56D-A62D-AA70-8A9A2FD00A0E}"/>
                      </a:ext>
                    </a:extLst>
                  </p14:cNvPr>
                  <p14:cNvContentPartPr/>
                  <p14:nvPr/>
                </p14:nvContentPartPr>
                <p14:xfrm>
                  <a:off x="4855387" y="2323933"/>
                  <a:ext cx="313560" cy="186480"/>
                </p14:xfrm>
              </p:contentPart>
            </mc:Choice>
            <mc:Fallback xmlns="">
              <p:pic>
                <p:nvPicPr>
                  <p:cNvPr id="534" name="墨迹 533">
                    <a:extLst>
                      <a:ext uri="{FF2B5EF4-FFF2-40B4-BE49-F238E27FC236}">
                        <a16:creationId xmlns:a16="http://schemas.microsoft.com/office/drawing/2014/main" id="{4A89A1A7-B56D-A62D-AA70-8A9A2FD00A0E}"/>
                      </a:ext>
                    </a:extLst>
                  </p:cNvPr>
                  <p:cNvPicPr/>
                  <p:nvPr/>
                </p:nvPicPr>
                <p:blipFill>
                  <a:blip r:embed="rId212"/>
                  <a:stretch>
                    <a:fillRect/>
                  </a:stretch>
                </p:blipFill>
                <p:spPr>
                  <a:xfrm>
                    <a:off x="4789398" y="2204139"/>
                    <a:ext cx="445982" cy="4256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3">
                <p14:nvContentPartPr>
                  <p14:cNvPr id="535" name="墨迹 534">
                    <a:extLst>
                      <a:ext uri="{FF2B5EF4-FFF2-40B4-BE49-F238E27FC236}">
                        <a16:creationId xmlns:a16="http://schemas.microsoft.com/office/drawing/2014/main" id="{C636CAE9-0920-0C3C-C6A4-FAD41F972C1E}"/>
                      </a:ext>
                    </a:extLst>
                  </p14:cNvPr>
                  <p14:cNvContentPartPr/>
                  <p14:nvPr/>
                </p14:nvContentPartPr>
                <p14:xfrm>
                  <a:off x="4923067" y="2899693"/>
                  <a:ext cx="360" cy="360"/>
                </p14:xfrm>
              </p:contentPart>
            </mc:Choice>
            <mc:Fallback xmlns="">
              <p:pic>
                <p:nvPicPr>
                  <p:cNvPr id="535" name="墨迹 534">
                    <a:extLst>
                      <a:ext uri="{FF2B5EF4-FFF2-40B4-BE49-F238E27FC236}">
                        <a16:creationId xmlns:a16="http://schemas.microsoft.com/office/drawing/2014/main" id="{C636CAE9-0920-0C3C-C6A4-FAD41F972C1E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905427" y="2863693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4">
                <p14:nvContentPartPr>
                  <p14:cNvPr id="536" name="墨迹 535">
                    <a:extLst>
                      <a:ext uri="{FF2B5EF4-FFF2-40B4-BE49-F238E27FC236}">
                        <a16:creationId xmlns:a16="http://schemas.microsoft.com/office/drawing/2014/main" id="{A123CAC3-29A9-4577-3745-6B5B88D58772}"/>
                      </a:ext>
                    </a:extLst>
                  </p14:cNvPr>
                  <p14:cNvContentPartPr/>
                  <p14:nvPr/>
                </p14:nvContentPartPr>
                <p14:xfrm>
                  <a:off x="4370268" y="3336783"/>
                  <a:ext cx="92160" cy="147600"/>
                </p14:xfrm>
              </p:contentPart>
            </mc:Choice>
            <mc:Fallback xmlns="">
              <p:pic>
                <p:nvPicPr>
                  <p:cNvPr id="536" name="墨迹 535">
                    <a:extLst>
                      <a:ext uri="{FF2B5EF4-FFF2-40B4-BE49-F238E27FC236}">
                        <a16:creationId xmlns:a16="http://schemas.microsoft.com/office/drawing/2014/main" id="{A123CAC3-29A9-4577-3745-6B5B88D58772}"/>
                      </a:ext>
                    </a:extLst>
                  </p:cNvPr>
                  <p:cNvPicPr/>
                  <p:nvPr/>
                </p:nvPicPr>
                <p:blipFill>
                  <a:blip r:embed="rId215"/>
                  <a:stretch>
                    <a:fillRect/>
                  </a:stretch>
                </p:blipFill>
                <p:spPr>
                  <a:xfrm>
                    <a:off x="4348557" y="3296783"/>
                    <a:ext cx="136025" cy="22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6">
                <p14:nvContentPartPr>
                  <p14:cNvPr id="537" name="墨迹 536">
                    <a:extLst>
                      <a:ext uri="{FF2B5EF4-FFF2-40B4-BE49-F238E27FC236}">
                        <a16:creationId xmlns:a16="http://schemas.microsoft.com/office/drawing/2014/main" id="{5209E51A-3EFE-EDBF-8E52-4AD4832AB513}"/>
                      </a:ext>
                    </a:extLst>
                  </p14:cNvPr>
                  <p14:cNvContentPartPr/>
                  <p14:nvPr/>
                </p14:nvContentPartPr>
                <p14:xfrm>
                  <a:off x="4579068" y="3509583"/>
                  <a:ext cx="75960" cy="81720"/>
                </p14:xfrm>
              </p:contentPart>
            </mc:Choice>
            <mc:Fallback xmlns="">
              <p:pic>
                <p:nvPicPr>
                  <p:cNvPr id="537" name="墨迹 536">
                    <a:extLst>
                      <a:ext uri="{FF2B5EF4-FFF2-40B4-BE49-F238E27FC236}">
                        <a16:creationId xmlns:a16="http://schemas.microsoft.com/office/drawing/2014/main" id="{5209E51A-3EFE-EDBF-8E52-4AD4832AB513}"/>
                      </a:ext>
                    </a:extLst>
                  </p:cNvPr>
                  <p:cNvPicPr/>
                  <p:nvPr/>
                </p:nvPicPr>
                <p:blipFill>
                  <a:blip r:embed="rId217"/>
                  <a:stretch>
                    <a:fillRect/>
                  </a:stretch>
                </p:blipFill>
                <p:spPr>
                  <a:xfrm>
                    <a:off x="4557302" y="3469720"/>
                    <a:ext cx="119937" cy="1610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8">
                <p14:nvContentPartPr>
                  <p14:cNvPr id="538" name="墨迹 537">
                    <a:extLst>
                      <a:ext uri="{FF2B5EF4-FFF2-40B4-BE49-F238E27FC236}">
                        <a16:creationId xmlns:a16="http://schemas.microsoft.com/office/drawing/2014/main" id="{0A28D796-E672-7360-A339-329C46EFF9F7}"/>
                      </a:ext>
                    </a:extLst>
                  </p14:cNvPr>
                  <p14:cNvContentPartPr/>
                  <p14:nvPr/>
                </p14:nvContentPartPr>
                <p14:xfrm>
                  <a:off x="4377468" y="3673383"/>
                  <a:ext cx="118440" cy="145440"/>
                </p14:xfrm>
              </p:contentPart>
            </mc:Choice>
            <mc:Fallback xmlns="">
              <p:pic>
                <p:nvPicPr>
                  <p:cNvPr id="538" name="墨迹 537">
                    <a:extLst>
                      <a:ext uri="{FF2B5EF4-FFF2-40B4-BE49-F238E27FC236}">
                        <a16:creationId xmlns:a16="http://schemas.microsoft.com/office/drawing/2014/main" id="{0A28D796-E672-7360-A339-329C46EFF9F7}"/>
                      </a:ext>
                    </a:extLst>
                  </p:cNvPr>
                  <p:cNvPicPr/>
                  <p:nvPr/>
                </p:nvPicPr>
                <p:blipFill>
                  <a:blip r:embed="rId219"/>
                  <a:stretch>
                    <a:fillRect/>
                  </a:stretch>
                </p:blipFill>
                <p:spPr>
                  <a:xfrm>
                    <a:off x="4355732" y="3633427"/>
                    <a:ext cx="162356" cy="224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0">
                <p14:nvContentPartPr>
                  <p14:cNvPr id="539" name="墨迹 538">
                    <a:extLst>
                      <a:ext uri="{FF2B5EF4-FFF2-40B4-BE49-F238E27FC236}">
                        <a16:creationId xmlns:a16="http://schemas.microsoft.com/office/drawing/2014/main" id="{3959AEDC-D123-6266-2CB5-8A99A856C616}"/>
                      </a:ext>
                    </a:extLst>
                  </p14:cNvPr>
                  <p14:cNvContentPartPr/>
                  <p14:nvPr/>
                </p14:nvContentPartPr>
                <p14:xfrm>
                  <a:off x="3875988" y="3553593"/>
                  <a:ext cx="502560" cy="302400"/>
                </p14:xfrm>
              </p:contentPart>
            </mc:Choice>
            <mc:Fallback xmlns="">
              <p:pic>
                <p:nvPicPr>
                  <p:cNvPr id="539" name="墨迹 538">
                    <a:extLst>
                      <a:ext uri="{FF2B5EF4-FFF2-40B4-BE49-F238E27FC236}">
                        <a16:creationId xmlns:a16="http://schemas.microsoft.com/office/drawing/2014/main" id="{3959AEDC-D123-6266-2CB5-8A99A856C616}"/>
                      </a:ext>
                    </a:extLst>
                  </p:cNvPr>
                  <p:cNvPicPr/>
                  <p:nvPr/>
                </p:nvPicPr>
                <p:blipFill>
                  <a:blip r:embed="rId221"/>
                  <a:stretch>
                    <a:fillRect/>
                  </a:stretch>
                </p:blipFill>
                <p:spPr>
                  <a:xfrm>
                    <a:off x="3854272" y="3513593"/>
                    <a:ext cx="546434" cy="38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2">
                <p14:nvContentPartPr>
                  <p14:cNvPr id="540" name="墨迹 539">
                    <a:extLst>
                      <a:ext uri="{FF2B5EF4-FFF2-40B4-BE49-F238E27FC236}">
                        <a16:creationId xmlns:a16="http://schemas.microsoft.com/office/drawing/2014/main" id="{335234FF-5CB7-60C4-E13B-50CDC3847550}"/>
                      </a:ext>
                    </a:extLst>
                  </p14:cNvPr>
                  <p14:cNvContentPartPr/>
                  <p14:nvPr/>
                </p14:nvContentPartPr>
                <p14:xfrm>
                  <a:off x="4047348" y="3660513"/>
                  <a:ext cx="78840" cy="49680"/>
                </p14:xfrm>
              </p:contentPart>
            </mc:Choice>
            <mc:Fallback xmlns="">
              <p:pic>
                <p:nvPicPr>
                  <p:cNvPr id="540" name="墨迹 539">
                    <a:extLst>
                      <a:ext uri="{FF2B5EF4-FFF2-40B4-BE49-F238E27FC236}">
                        <a16:creationId xmlns:a16="http://schemas.microsoft.com/office/drawing/2014/main" id="{335234FF-5CB7-60C4-E13B-50CDC3847550}"/>
                      </a:ext>
                    </a:extLst>
                  </p:cNvPr>
                  <p:cNvPicPr/>
                  <p:nvPr/>
                </p:nvPicPr>
                <p:blipFill>
                  <a:blip r:embed="rId223"/>
                  <a:stretch>
                    <a:fillRect/>
                  </a:stretch>
                </p:blipFill>
                <p:spPr>
                  <a:xfrm>
                    <a:off x="4025645" y="3620448"/>
                    <a:ext cx="122689" cy="1294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4">
                <p14:nvContentPartPr>
                  <p14:cNvPr id="541" name="墨迹 540">
                    <a:extLst>
                      <a:ext uri="{FF2B5EF4-FFF2-40B4-BE49-F238E27FC236}">
                        <a16:creationId xmlns:a16="http://schemas.microsoft.com/office/drawing/2014/main" id="{78916B5F-FE66-1FCA-D82F-3890A9ED98CD}"/>
                      </a:ext>
                    </a:extLst>
                  </p14:cNvPr>
                  <p14:cNvContentPartPr/>
                  <p14:nvPr/>
                </p14:nvContentPartPr>
                <p14:xfrm>
                  <a:off x="3796068" y="3522633"/>
                  <a:ext cx="150480" cy="86040"/>
                </p14:xfrm>
              </p:contentPart>
            </mc:Choice>
            <mc:Fallback xmlns="">
              <p:pic>
                <p:nvPicPr>
                  <p:cNvPr id="541" name="墨迹 540">
                    <a:extLst>
                      <a:ext uri="{FF2B5EF4-FFF2-40B4-BE49-F238E27FC236}">
                        <a16:creationId xmlns:a16="http://schemas.microsoft.com/office/drawing/2014/main" id="{78916B5F-FE66-1FCA-D82F-3890A9ED98CD}"/>
                      </a:ext>
                    </a:extLst>
                  </p:cNvPr>
                  <p:cNvPicPr/>
                  <p:nvPr/>
                </p:nvPicPr>
                <p:blipFill>
                  <a:blip r:embed="rId225"/>
                  <a:stretch>
                    <a:fillRect/>
                  </a:stretch>
                </p:blipFill>
                <p:spPr>
                  <a:xfrm>
                    <a:off x="3774381" y="3482614"/>
                    <a:ext cx="194296" cy="1656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6">
                <p14:nvContentPartPr>
                  <p14:cNvPr id="542" name="墨迹 541">
                    <a:extLst>
                      <a:ext uri="{FF2B5EF4-FFF2-40B4-BE49-F238E27FC236}">
                        <a16:creationId xmlns:a16="http://schemas.microsoft.com/office/drawing/2014/main" id="{4AAF7D09-513C-046D-2291-CBE0FE8A7142}"/>
                      </a:ext>
                    </a:extLst>
                  </p14:cNvPr>
                  <p14:cNvContentPartPr/>
                  <p14:nvPr/>
                </p14:nvContentPartPr>
                <p14:xfrm>
                  <a:off x="3477470" y="3322057"/>
                  <a:ext cx="324000" cy="191880"/>
                </p14:xfrm>
              </p:contentPart>
            </mc:Choice>
            <mc:Fallback xmlns="">
              <p:pic>
                <p:nvPicPr>
                  <p:cNvPr id="542" name="墨迹 541">
                    <a:extLst>
                      <a:ext uri="{FF2B5EF4-FFF2-40B4-BE49-F238E27FC236}">
                        <a16:creationId xmlns:a16="http://schemas.microsoft.com/office/drawing/2014/main" id="{4AAF7D09-513C-046D-2291-CBE0FE8A7142}"/>
                      </a:ext>
                    </a:extLst>
                  </p:cNvPr>
                  <p:cNvPicPr/>
                  <p:nvPr/>
                </p:nvPicPr>
                <p:blipFill>
                  <a:blip r:embed="rId227"/>
                  <a:stretch>
                    <a:fillRect/>
                  </a:stretch>
                </p:blipFill>
                <p:spPr>
                  <a:xfrm>
                    <a:off x="3455752" y="3282482"/>
                    <a:ext cx="367880" cy="2714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8">
                <p14:nvContentPartPr>
                  <p14:cNvPr id="543" name="墨迹 542">
                    <a:extLst>
                      <a:ext uri="{FF2B5EF4-FFF2-40B4-BE49-F238E27FC236}">
                        <a16:creationId xmlns:a16="http://schemas.microsoft.com/office/drawing/2014/main" id="{4C484A80-0D07-7DB1-3C2F-4DBCC31E947C}"/>
                      </a:ext>
                    </a:extLst>
                  </p14:cNvPr>
                  <p14:cNvContentPartPr/>
                  <p14:nvPr/>
                </p14:nvContentPartPr>
                <p14:xfrm>
                  <a:off x="2453718" y="2357288"/>
                  <a:ext cx="582120" cy="347040"/>
                </p14:xfrm>
              </p:contentPart>
            </mc:Choice>
            <mc:Fallback xmlns="">
              <p:pic>
                <p:nvPicPr>
                  <p:cNvPr id="543" name="墨迹 542">
                    <a:extLst>
                      <a:ext uri="{FF2B5EF4-FFF2-40B4-BE49-F238E27FC236}">
                        <a16:creationId xmlns:a16="http://schemas.microsoft.com/office/drawing/2014/main" id="{4C484A80-0D07-7DB1-3C2F-4DBCC31E947C}"/>
                      </a:ext>
                    </a:extLst>
                  </p:cNvPr>
                  <p:cNvPicPr/>
                  <p:nvPr/>
                </p:nvPicPr>
                <p:blipFill>
                  <a:blip r:embed="rId229"/>
                  <a:stretch>
                    <a:fillRect/>
                  </a:stretch>
                </p:blipFill>
                <p:spPr>
                  <a:xfrm>
                    <a:off x="2431550" y="2317706"/>
                    <a:ext cx="626012" cy="4266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0">
                <p14:nvContentPartPr>
                  <p14:cNvPr id="544" name="墨迹 543">
                    <a:extLst>
                      <a:ext uri="{FF2B5EF4-FFF2-40B4-BE49-F238E27FC236}">
                        <a16:creationId xmlns:a16="http://schemas.microsoft.com/office/drawing/2014/main" id="{B0E42F3B-714B-9AC9-CA30-A478E143651F}"/>
                      </a:ext>
                    </a:extLst>
                  </p14:cNvPr>
                  <p14:cNvContentPartPr/>
                  <p14:nvPr/>
                </p14:nvContentPartPr>
                <p14:xfrm>
                  <a:off x="2721558" y="2525048"/>
                  <a:ext cx="72720" cy="34200"/>
                </p14:xfrm>
              </p:contentPart>
            </mc:Choice>
            <mc:Fallback xmlns="">
              <p:pic>
                <p:nvPicPr>
                  <p:cNvPr id="544" name="墨迹 543">
                    <a:extLst>
                      <a:ext uri="{FF2B5EF4-FFF2-40B4-BE49-F238E27FC236}">
                        <a16:creationId xmlns:a16="http://schemas.microsoft.com/office/drawing/2014/main" id="{B0E42F3B-714B-9AC9-CA30-A478E143651F}"/>
                      </a:ext>
                    </a:extLst>
                  </p:cNvPr>
                  <p:cNvPicPr/>
                  <p:nvPr/>
                </p:nvPicPr>
                <p:blipFill>
                  <a:blip r:embed="rId231"/>
                  <a:stretch>
                    <a:fillRect/>
                  </a:stretch>
                </p:blipFill>
                <p:spPr>
                  <a:xfrm>
                    <a:off x="2699831" y="2485281"/>
                    <a:ext cx="116618" cy="1133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2">
                <p14:nvContentPartPr>
                  <p14:cNvPr id="545" name="墨迹 544">
                    <a:extLst>
                      <a:ext uri="{FF2B5EF4-FFF2-40B4-BE49-F238E27FC236}">
                        <a16:creationId xmlns:a16="http://schemas.microsoft.com/office/drawing/2014/main" id="{EE45DE5E-60CB-30F1-78B5-10887839A065}"/>
                      </a:ext>
                    </a:extLst>
                  </p14:cNvPr>
                  <p14:cNvContentPartPr/>
                  <p14:nvPr/>
                </p14:nvContentPartPr>
                <p14:xfrm>
                  <a:off x="2450838" y="2460248"/>
                  <a:ext cx="720" cy="263880"/>
                </p14:xfrm>
              </p:contentPart>
            </mc:Choice>
            <mc:Fallback xmlns="">
              <p:pic>
                <p:nvPicPr>
                  <p:cNvPr id="545" name="墨迹 544">
                    <a:extLst>
                      <a:ext uri="{FF2B5EF4-FFF2-40B4-BE49-F238E27FC236}">
                        <a16:creationId xmlns:a16="http://schemas.microsoft.com/office/drawing/2014/main" id="{EE45DE5E-60CB-30F1-78B5-10887839A065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2414838" y="2420666"/>
                    <a:ext cx="72000" cy="3434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4">
                <p14:nvContentPartPr>
                  <p14:cNvPr id="546" name="墨迹 545">
                    <a:extLst>
                      <a:ext uri="{FF2B5EF4-FFF2-40B4-BE49-F238E27FC236}">
                        <a16:creationId xmlns:a16="http://schemas.microsoft.com/office/drawing/2014/main" id="{3FF28612-9E8B-3423-2B6A-931A6316F2E8}"/>
                      </a:ext>
                    </a:extLst>
                  </p14:cNvPr>
                  <p14:cNvContentPartPr/>
                  <p14:nvPr/>
                </p14:nvContentPartPr>
                <p14:xfrm>
                  <a:off x="2520678" y="2678768"/>
                  <a:ext cx="360" cy="1080"/>
                </p14:xfrm>
              </p:contentPart>
            </mc:Choice>
            <mc:Fallback xmlns="">
              <p:pic>
                <p:nvPicPr>
                  <p:cNvPr id="546" name="墨迹 545">
                    <a:extLst>
                      <a:ext uri="{FF2B5EF4-FFF2-40B4-BE49-F238E27FC236}">
                        <a16:creationId xmlns:a16="http://schemas.microsoft.com/office/drawing/2014/main" id="{3FF28612-9E8B-3423-2B6A-931A6316F2E8}"/>
                      </a:ext>
                    </a:extLst>
                  </p:cNvPr>
                  <p:cNvPicPr/>
                  <p:nvPr/>
                </p:nvPicPr>
                <p:blipFill>
                  <a:blip r:embed="rId235"/>
                  <a:stretch>
                    <a:fillRect/>
                  </a:stretch>
                </p:blipFill>
                <p:spPr>
                  <a:xfrm>
                    <a:off x="2503038" y="2643128"/>
                    <a:ext cx="36000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6">
                <p14:nvContentPartPr>
                  <p14:cNvPr id="547" name="墨迹 546">
                    <a:extLst>
                      <a:ext uri="{FF2B5EF4-FFF2-40B4-BE49-F238E27FC236}">
                        <a16:creationId xmlns:a16="http://schemas.microsoft.com/office/drawing/2014/main" id="{05F9E66F-DF58-EC6C-C964-92B62A27AAB3}"/>
                      </a:ext>
                    </a:extLst>
                  </p14:cNvPr>
                  <p14:cNvContentPartPr/>
                  <p14:nvPr/>
                </p14:nvContentPartPr>
                <p14:xfrm>
                  <a:off x="2460198" y="2741408"/>
                  <a:ext cx="549720" cy="297360"/>
                </p14:xfrm>
              </p:contentPart>
            </mc:Choice>
            <mc:Fallback xmlns="">
              <p:pic>
                <p:nvPicPr>
                  <p:cNvPr id="547" name="墨迹 546">
                    <a:extLst>
                      <a:ext uri="{FF2B5EF4-FFF2-40B4-BE49-F238E27FC236}">
                        <a16:creationId xmlns:a16="http://schemas.microsoft.com/office/drawing/2014/main" id="{05F9E66F-DF58-EC6C-C964-92B62A27AAB3}"/>
                      </a:ext>
                    </a:extLst>
                  </p:cNvPr>
                  <p:cNvPicPr/>
                  <p:nvPr/>
                </p:nvPicPr>
                <p:blipFill>
                  <a:blip r:embed="rId237"/>
                  <a:stretch>
                    <a:fillRect/>
                  </a:stretch>
                </p:blipFill>
                <p:spPr>
                  <a:xfrm>
                    <a:off x="2438475" y="2701386"/>
                    <a:ext cx="593609" cy="3770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8">
                <p14:nvContentPartPr>
                  <p14:cNvPr id="548" name="墨迹 547">
                    <a:extLst>
                      <a:ext uri="{FF2B5EF4-FFF2-40B4-BE49-F238E27FC236}">
                        <a16:creationId xmlns:a16="http://schemas.microsoft.com/office/drawing/2014/main" id="{79E5E262-77F6-9D25-48ED-D2969C138553}"/>
                      </a:ext>
                    </a:extLst>
                  </p14:cNvPr>
                  <p14:cNvContentPartPr/>
                  <p14:nvPr/>
                </p14:nvContentPartPr>
                <p14:xfrm>
                  <a:off x="2962038" y="3028688"/>
                  <a:ext cx="362880" cy="205920"/>
                </p14:xfrm>
              </p:contentPart>
            </mc:Choice>
            <mc:Fallback xmlns="">
              <p:pic>
                <p:nvPicPr>
                  <p:cNvPr id="548" name="墨迹 547">
                    <a:extLst>
                      <a:ext uri="{FF2B5EF4-FFF2-40B4-BE49-F238E27FC236}">
                        <a16:creationId xmlns:a16="http://schemas.microsoft.com/office/drawing/2014/main" id="{79E5E262-77F6-9D25-48ED-D2969C138553}"/>
                      </a:ext>
                    </a:extLst>
                  </p:cNvPr>
                  <p:cNvPicPr/>
                  <p:nvPr/>
                </p:nvPicPr>
                <p:blipFill>
                  <a:blip r:embed="rId239"/>
                  <a:stretch>
                    <a:fillRect/>
                  </a:stretch>
                </p:blipFill>
                <p:spPr>
                  <a:xfrm>
                    <a:off x="2939884" y="2989103"/>
                    <a:ext cx="406745" cy="2854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0">
                <p14:nvContentPartPr>
                  <p14:cNvPr id="549" name="墨迹 548">
                    <a:extLst>
                      <a:ext uri="{FF2B5EF4-FFF2-40B4-BE49-F238E27FC236}">
                        <a16:creationId xmlns:a16="http://schemas.microsoft.com/office/drawing/2014/main" id="{6520924E-81A0-A209-C078-6D63783BC08D}"/>
                      </a:ext>
                    </a:extLst>
                  </p14:cNvPr>
                  <p14:cNvContentPartPr/>
                  <p14:nvPr/>
                </p14:nvContentPartPr>
                <p14:xfrm>
                  <a:off x="3330260" y="3241575"/>
                  <a:ext cx="168120" cy="88560"/>
                </p14:xfrm>
              </p:contentPart>
            </mc:Choice>
            <mc:Fallback xmlns="">
              <p:pic>
                <p:nvPicPr>
                  <p:cNvPr id="549" name="墨迹 548">
                    <a:extLst>
                      <a:ext uri="{FF2B5EF4-FFF2-40B4-BE49-F238E27FC236}">
                        <a16:creationId xmlns:a16="http://schemas.microsoft.com/office/drawing/2014/main" id="{6520924E-81A0-A209-C078-6D63783BC08D}"/>
                      </a:ext>
                    </a:extLst>
                  </p:cNvPr>
                  <p:cNvPicPr/>
                  <p:nvPr/>
                </p:nvPicPr>
                <p:blipFill>
                  <a:blip r:embed="rId241"/>
                  <a:stretch>
                    <a:fillRect/>
                  </a:stretch>
                </p:blipFill>
                <p:spPr>
                  <a:xfrm>
                    <a:off x="3308581" y="3201503"/>
                    <a:ext cx="211920" cy="168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2">
                <p14:nvContentPartPr>
                  <p14:cNvPr id="550" name="墨迹 549">
                    <a:extLst>
                      <a:ext uri="{FF2B5EF4-FFF2-40B4-BE49-F238E27FC236}">
                        <a16:creationId xmlns:a16="http://schemas.microsoft.com/office/drawing/2014/main" id="{A0417867-2AA2-5082-958C-8CC75A61E50E}"/>
                      </a:ext>
                    </a:extLst>
                  </p14:cNvPr>
                  <p14:cNvContentPartPr/>
                  <p14:nvPr/>
                </p14:nvContentPartPr>
                <p14:xfrm>
                  <a:off x="2776940" y="2329695"/>
                  <a:ext cx="1268280" cy="756720"/>
                </p14:xfrm>
              </p:contentPart>
            </mc:Choice>
            <mc:Fallback xmlns="">
              <p:pic>
                <p:nvPicPr>
                  <p:cNvPr id="550" name="墨迹 549">
                    <a:extLst>
                      <a:ext uri="{FF2B5EF4-FFF2-40B4-BE49-F238E27FC236}">
                        <a16:creationId xmlns:a16="http://schemas.microsoft.com/office/drawing/2014/main" id="{A0417867-2AA2-5082-958C-8CC75A61E50E}"/>
                      </a:ext>
                    </a:extLst>
                  </p:cNvPr>
                  <p:cNvPicPr/>
                  <p:nvPr/>
                </p:nvPicPr>
                <p:blipFill>
                  <a:blip r:embed="rId243"/>
                  <a:stretch>
                    <a:fillRect/>
                  </a:stretch>
                </p:blipFill>
                <p:spPr>
                  <a:xfrm>
                    <a:off x="2754775" y="2289699"/>
                    <a:ext cx="1312167" cy="8363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4">
                <p14:nvContentPartPr>
                  <p14:cNvPr id="551" name="墨迹 550">
                    <a:extLst>
                      <a:ext uri="{FF2B5EF4-FFF2-40B4-BE49-F238E27FC236}">
                        <a16:creationId xmlns:a16="http://schemas.microsoft.com/office/drawing/2014/main" id="{F93807D1-6011-332C-8EB9-E5DB88FDA69F}"/>
                      </a:ext>
                    </a:extLst>
                  </p14:cNvPr>
                  <p14:cNvContentPartPr/>
                  <p14:nvPr/>
                </p14:nvContentPartPr>
                <p14:xfrm>
                  <a:off x="3806540" y="2936655"/>
                  <a:ext cx="433080" cy="265680"/>
                </p14:xfrm>
              </p:contentPart>
            </mc:Choice>
            <mc:Fallback xmlns="">
              <p:pic>
                <p:nvPicPr>
                  <p:cNvPr id="551" name="墨迹 550">
                    <a:extLst>
                      <a:ext uri="{FF2B5EF4-FFF2-40B4-BE49-F238E27FC236}">
                        <a16:creationId xmlns:a16="http://schemas.microsoft.com/office/drawing/2014/main" id="{F93807D1-6011-332C-8EB9-E5DB88FDA69F}"/>
                      </a:ext>
                    </a:extLst>
                  </p:cNvPr>
                  <p:cNvPicPr/>
                  <p:nvPr/>
                </p:nvPicPr>
                <p:blipFill>
                  <a:blip r:embed="rId245"/>
                  <a:stretch>
                    <a:fillRect/>
                  </a:stretch>
                </p:blipFill>
                <p:spPr>
                  <a:xfrm>
                    <a:off x="3784820" y="2897043"/>
                    <a:ext cx="476964" cy="345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6">
                <p14:nvContentPartPr>
                  <p14:cNvPr id="552" name="墨迹 551">
                    <a:extLst>
                      <a:ext uri="{FF2B5EF4-FFF2-40B4-BE49-F238E27FC236}">
                        <a16:creationId xmlns:a16="http://schemas.microsoft.com/office/drawing/2014/main" id="{8FE9F6B8-7ECE-77F2-E366-170D74749C3C}"/>
                      </a:ext>
                    </a:extLst>
                  </p14:cNvPr>
                  <p14:cNvContentPartPr/>
                  <p14:nvPr/>
                </p14:nvContentPartPr>
                <p14:xfrm>
                  <a:off x="3146300" y="2769255"/>
                  <a:ext cx="292320" cy="177480"/>
                </p14:xfrm>
              </p:contentPart>
            </mc:Choice>
            <mc:Fallback xmlns="">
              <p:pic>
                <p:nvPicPr>
                  <p:cNvPr id="552" name="墨迹 551">
                    <a:extLst>
                      <a:ext uri="{FF2B5EF4-FFF2-40B4-BE49-F238E27FC236}">
                        <a16:creationId xmlns:a16="http://schemas.microsoft.com/office/drawing/2014/main" id="{8FE9F6B8-7ECE-77F2-E366-170D74749C3C}"/>
                      </a:ext>
                    </a:extLst>
                  </p:cNvPr>
                  <p:cNvPicPr/>
                  <p:nvPr/>
                </p:nvPicPr>
                <p:blipFill>
                  <a:blip r:embed="rId247"/>
                  <a:stretch>
                    <a:fillRect/>
                  </a:stretch>
                </p:blipFill>
                <p:spPr>
                  <a:xfrm>
                    <a:off x="3124155" y="2729282"/>
                    <a:ext cx="336168" cy="2570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8">
                <p14:nvContentPartPr>
                  <p14:cNvPr id="553" name="墨迹 552">
                    <a:extLst>
                      <a:ext uri="{FF2B5EF4-FFF2-40B4-BE49-F238E27FC236}">
                        <a16:creationId xmlns:a16="http://schemas.microsoft.com/office/drawing/2014/main" id="{ABA27BCB-5572-92CC-0C63-166E78D0898A}"/>
                      </a:ext>
                    </a:extLst>
                  </p14:cNvPr>
                  <p14:cNvContentPartPr/>
                  <p14:nvPr/>
                </p14:nvContentPartPr>
                <p14:xfrm>
                  <a:off x="4247400" y="3196800"/>
                  <a:ext cx="172440" cy="105480"/>
                </p14:xfrm>
              </p:contentPart>
            </mc:Choice>
            <mc:Fallback xmlns="">
              <p:pic>
                <p:nvPicPr>
                  <p:cNvPr id="553" name="墨迹 552">
                    <a:extLst>
                      <a:ext uri="{FF2B5EF4-FFF2-40B4-BE49-F238E27FC236}">
                        <a16:creationId xmlns:a16="http://schemas.microsoft.com/office/drawing/2014/main" id="{ABA27BCB-5572-92CC-0C63-166E78D0898A}"/>
                      </a:ext>
                    </a:extLst>
                  </p:cNvPr>
                  <p:cNvPicPr/>
                  <p:nvPr/>
                </p:nvPicPr>
                <p:blipFill>
                  <a:blip r:embed="rId249"/>
                  <a:stretch>
                    <a:fillRect/>
                  </a:stretch>
                </p:blipFill>
                <p:spPr>
                  <a:xfrm>
                    <a:off x="4225679" y="3156694"/>
                    <a:ext cx="216326" cy="1852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0">
                <p14:nvContentPartPr>
                  <p14:cNvPr id="554" name="墨迹 553">
                    <a:extLst>
                      <a:ext uri="{FF2B5EF4-FFF2-40B4-BE49-F238E27FC236}">
                        <a16:creationId xmlns:a16="http://schemas.microsoft.com/office/drawing/2014/main" id="{1757A8DC-7A69-CB89-D831-D41F5460D55F}"/>
                      </a:ext>
                    </a:extLst>
                  </p14:cNvPr>
                  <p14:cNvContentPartPr/>
                  <p14:nvPr/>
                </p14:nvContentPartPr>
                <p14:xfrm>
                  <a:off x="3144360" y="2219760"/>
                  <a:ext cx="1082160" cy="624960"/>
                </p14:xfrm>
              </p:contentPart>
            </mc:Choice>
            <mc:Fallback xmlns="">
              <p:pic>
                <p:nvPicPr>
                  <p:cNvPr id="554" name="墨迹 553">
                    <a:extLst>
                      <a:ext uri="{FF2B5EF4-FFF2-40B4-BE49-F238E27FC236}">
                        <a16:creationId xmlns:a16="http://schemas.microsoft.com/office/drawing/2014/main" id="{1757A8DC-7A69-CB89-D831-D41F5460D55F}"/>
                      </a:ext>
                    </a:extLst>
                  </p:cNvPr>
                  <p:cNvPicPr/>
                  <p:nvPr/>
                </p:nvPicPr>
                <p:blipFill>
                  <a:blip r:embed="rId251"/>
                  <a:stretch>
                    <a:fillRect/>
                  </a:stretch>
                </p:blipFill>
                <p:spPr>
                  <a:xfrm>
                    <a:off x="3122646" y="2179775"/>
                    <a:ext cx="1126031" cy="7045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2">
                <p14:nvContentPartPr>
                  <p14:cNvPr id="555" name="墨迹 554">
                    <a:extLst>
                      <a:ext uri="{FF2B5EF4-FFF2-40B4-BE49-F238E27FC236}">
                        <a16:creationId xmlns:a16="http://schemas.microsoft.com/office/drawing/2014/main" id="{A836C421-2B3B-4AED-AF6C-137D060130D0}"/>
                      </a:ext>
                    </a:extLst>
                  </p14:cNvPr>
                  <p14:cNvContentPartPr/>
                  <p14:nvPr/>
                </p14:nvContentPartPr>
                <p14:xfrm>
                  <a:off x="3003240" y="2126160"/>
                  <a:ext cx="136440" cy="83880"/>
                </p14:xfrm>
              </p:contentPart>
            </mc:Choice>
            <mc:Fallback xmlns="">
              <p:pic>
                <p:nvPicPr>
                  <p:cNvPr id="555" name="墨迹 554">
                    <a:extLst>
                      <a:ext uri="{FF2B5EF4-FFF2-40B4-BE49-F238E27FC236}">
                        <a16:creationId xmlns:a16="http://schemas.microsoft.com/office/drawing/2014/main" id="{A836C421-2B3B-4AED-AF6C-137D060130D0}"/>
                      </a:ext>
                    </a:extLst>
                  </p:cNvPr>
                  <p:cNvPicPr/>
                  <p:nvPr/>
                </p:nvPicPr>
                <p:blipFill>
                  <a:blip r:embed="rId253"/>
                  <a:stretch>
                    <a:fillRect/>
                  </a:stretch>
                </p:blipFill>
                <p:spPr>
                  <a:xfrm>
                    <a:off x="2981091" y="2086217"/>
                    <a:ext cx="180296" cy="1633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4">
                <p14:nvContentPartPr>
                  <p14:cNvPr id="556" name="墨迹 555">
                    <a:extLst>
                      <a:ext uri="{FF2B5EF4-FFF2-40B4-BE49-F238E27FC236}">
                        <a16:creationId xmlns:a16="http://schemas.microsoft.com/office/drawing/2014/main" id="{0A73860E-9FC5-E05D-4950-419EAF9B92EC}"/>
                      </a:ext>
                    </a:extLst>
                  </p14:cNvPr>
                  <p14:cNvContentPartPr/>
                  <p14:nvPr/>
                </p14:nvContentPartPr>
                <p14:xfrm>
                  <a:off x="3718200" y="1731960"/>
                  <a:ext cx="412200" cy="254520"/>
                </p14:xfrm>
              </p:contentPart>
            </mc:Choice>
            <mc:Fallback xmlns="">
              <p:pic>
                <p:nvPicPr>
                  <p:cNvPr id="556" name="墨迹 555">
                    <a:extLst>
                      <a:ext uri="{FF2B5EF4-FFF2-40B4-BE49-F238E27FC236}">
                        <a16:creationId xmlns:a16="http://schemas.microsoft.com/office/drawing/2014/main" id="{0A73860E-9FC5-E05D-4950-419EAF9B92EC}"/>
                      </a:ext>
                    </a:extLst>
                  </p:cNvPr>
                  <p:cNvPicPr/>
                  <p:nvPr/>
                </p:nvPicPr>
                <p:blipFill>
                  <a:blip r:embed="rId255"/>
                  <a:stretch>
                    <a:fillRect/>
                  </a:stretch>
                </p:blipFill>
                <p:spPr>
                  <a:xfrm>
                    <a:off x="3696482" y="1692341"/>
                    <a:ext cx="456079" cy="3341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6">
                <p14:nvContentPartPr>
                  <p14:cNvPr id="557" name="墨迹 556">
                    <a:extLst>
                      <a:ext uri="{FF2B5EF4-FFF2-40B4-BE49-F238E27FC236}">
                        <a16:creationId xmlns:a16="http://schemas.microsoft.com/office/drawing/2014/main" id="{CA317590-5541-A8C8-F6A9-B241E7734F2F}"/>
                      </a:ext>
                    </a:extLst>
                  </p14:cNvPr>
                  <p14:cNvContentPartPr/>
                  <p14:nvPr/>
                </p14:nvContentPartPr>
                <p14:xfrm>
                  <a:off x="2986263" y="1929327"/>
                  <a:ext cx="11160" cy="1080"/>
                </p14:xfrm>
              </p:contentPart>
            </mc:Choice>
            <mc:Fallback xmlns="">
              <p:pic>
                <p:nvPicPr>
                  <p:cNvPr id="557" name="墨迹 556">
                    <a:extLst>
                      <a:ext uri="{FF2B5EF4-FFF2-40B4-BE49-F238E27FC236}">
                        <a16:creationId xmlns:a16="http://schemas.microsoft.com/office/drawing/2014/main" id="{CA317590-5541-A8C8-F6A9-B241E7734F2F}"/>
                      </a:ext>
                    </a:extLst>
                  </p:cNvPr>
                  <p:cNvPicPr/>
                  <p:nvPr/>
                </p:nvPicPr>
                <p:blipFill>
                  <a:blip r:embed="rId257"/>
                  <a:stretch>
                    <a:fillRect/>
                  </a:stretch>
                </p:blipFill>
                <p:spPr>
                  <a:xfrm>
                    <a:off x="2964801" y="1893687"/>
                    <a:ext cx="53654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8">
                <p14:nvContentPartPr>
                  <p14:cNvPr id="558" name="墨迹 557">
                    <a:extLst>
                      <a:ext uri="{FF2B5EF4-FFF2-40B4-BE49-F238E27FC236}">
                        <a16:creationId xmlns:a16="http://schemas.microsoft.com/office/drawing/2014/main" id="{C7C2D8C4-61C6-2B47-2ADC-EA27B5875DBF}"/>
                      </a:ext>
                    </a:extLst>
                  </p14:cNvPr>
                  <p14:cNvContentPartPr/>
                  <p14:nvPr/>
                </p14:nvContentPartPr>
                <p14:xfrm>
                  <a:off x="3481623" y="1600047"/>
                  <a:ext cx="360" cy="360"/>
                </p14:xfrm>
              </p:contentPart>
            </mc:Choice>
            <mc:Fallback xmlns="">
              <p:pic>
                <p:nvPicPr>
                  <p:cNvPr id="558" name="墨迹 557">
                    <a:extLst>
                      <a:ext uri="{FF2B5EF4-FFF2-40B4-BE49-F238E27FC236}">
                        <a16:creationId xmlns:a16="http://schemas.microsoft.com/office/drawing/2014/main" id="{C7C2D8C4-61C6-2B47-2ADC-EA27B5875DBF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463983" y="156404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9">
                <p14:nvContentPartPr>
                  <p14:cNvPr id="559" name="墨迹 558">
                    <a:extLst>
                      <a:ext uri="{FF2B5EF4-FFF2-40B4-BE49-F238E27FC236}">
                        <a16:creationId xmlns:a16="http://schemas.microsoft.com/office/drawing/2014/main" id="{96F5C666-3AB6-3961-67E3-4CD3B0BF7C3B}"/>
                      </a:ext>
                    </a:extLst>
                  </p14:cNvPr>
                  <p14:cNvContentPartPr/>
                  <p14:nvPr/>
                </p14:nvContentPartPr>
                <p14:xfrm>
                  <a:off x="3708063" y="1735407"/>
                  <a:ext cx="473400" cy="282600"/>
                </p14:xfrm>
              </p:contentPart>
            </mc:Choice>
            <mc:Fallback xmlns="">
              <p:pic>
                <p:nvPicPr>
                  <p:cNvPr id="559" name="墨迹 558">
                    <a:extLst>
                      <a:ext uri="{FF2B5EF4-FFF2-40B4-BE49-F238E27FC236}">
                        <a16:creationId xmlns:a16="http://schemas.microsoft.com/office/drawing/2014/main" id="{96F5C666-3AB6-3961-67E3-4CD3B0BF7C3B}"/>
                      </a:ext>
                    </a:extLst>
                  </p:cNvPr>
                  <p:cNvPicPr/>
                  <p:nvPr/>
                </p:nvPicPr>
                <p:blipFill>
                  <a:blip r:embed="rId260"/>
                  <a:stretch>
                    <a:fillRect/>
                  </a:stretch>
                </p:blipFill>
                <p:spPr>
                  <a:xfrm>
                    <a:off x="3686343" y="1695835"/>
                    <a:ext cx="517283" cy="3621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1">
                <p14:nvContentPartPr>
                  <p14:cNvPr id="560" name="墨迹 559">
                    <a:extLst>
                      <a:ext uri="{FF2B5EF4-FFF2-40B4-BE49-F238E27FC236}">
                        <a16:creationId xmlns:a16="http://schemas.microsoft.com/office/drawing/2014/main" id="{62B05C0C-55F2-44B1-EA36-B5BC5E7B3576}"/>
                      </a:ext>
                    </a:extLst>
                  </p14:cNvPr>
                  <p14:cNvContentPartPr/>
                  <p14:nvPr/>
                </p14:nvContentPartPr>
                <p14:xfrm>
                  <a:off x="3658023" y="1191567"/>
                  <a:ext cx="127800" cy="106560"/>
                </p14:xfrm>
              </p:contentPart>
            </mc:Choice>
            <mc:Fallback xmlns="">
              <p:pic>
                <p:nvPicPr>
                  <p:cNvPr id="560" name="墨迹 559">
                    <a:extLst>
                      <a:ext uri="{FF2B5EF4-FFF2-40B4-BE49-F238E27FC236}">
                        <a16:creationId xmlns:a16="http://schemas.microsoft.com/office/drawing/2014/main" id="{62B05C0C-55F2-44B1-EA36-B5BC5E7B3576}"/>
                      </a:ext>
                    </a:extLst>
                  </p:cNvPr>
                  <p:cNvPicPr/>
                  <p:nvPr/>
                </p:nvPicPr>
                <p:blipFill>
                  <a:blip r:embed="rId262"/>
                  <a:stretch>
                    <a:fillRect/>
                  </a:stretch>
                </p:blipFill>
                <p:spPr>
                  <a:xfrm>
                    <a:off x="3636354" y="1151507"/>
                    <a:ext cx="171579" cy="18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3">
                <p14:nvContentPartPr>
                  <p14:cNvPr id="561" name="墨迹 560">
                    <a:extLst>
                      <a:ext uri="{FF2B5EF4-FFF2-40B4-BE49-F238E27FC236}">
                        <a16:creationId xmlns:a16="http://schemas.microsoft.com/office/drawing/2014/main" id="{B20CB044-C0D0-3C1C-7E72-30EE1829EAAF}"/>
                      </a:ext>
                    </a:extLst>
                  </p14:cNvPr>
                  <p14:cNvContentPartPr/>
                  <p14:nvPr/>
                </p14:nvContentPartPr>
                <p14:xfrm>
                  <a:off x="3748383" y="857247"/>
                  <a:ext cx="423360" cy="241200"/>
                </p14:xfrm>
              </p:contentPart>
            </mc:Choice>
            <mc:Fallback xmlns="">
              <p:pic>
                <p:nvPicPr>
                  <p:cNvPr id="561" name="墨迹 560">
                    <a:extLst>
                      <a:ext uri="{FF2B5EF4-FFF2-40B4-BE49-F238E27FC236}">
                        <a16:creationId xmlns:a16="http://schemas.microsoft.com/office/drawing/2014/main" id="{B20CB044-C0D0-3C1C-7E72-30EE1829EAAF}"/>
                      </a:ext>
                    </a:extLst>
                  </p:cNvPr>
                  <p:cNvPicPr/>
                  <p:nvPr/>
                </p:nvPicPr>
                <p:blipFill>
                  <a:blip r:embed="rId264"/>
                  <a:stretch>
                    <a:fillRect/>
                  </a:stretch>
                </p:blipFill>
                <p:spPr>
                  <a:xfrm>
                    <a:off x="3726218" y="817247"/>
                    <a:ext cx="467248" cy="320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5">
                <p14:nvContentPartPr>
                  <p14:cNvPr id="562" name="墨迹 561">
                    <a:extLst>
                      <a:ext uri="{FF2B5EF4-FFF2-40B4-BE49-F238E27FC236}">
                        <a16:creationId xmlns:a16="http://schemas.microsoft.com/office/drawing/2014/main" id="{D8D5F446-FB42-DCE7-EDBE-7BAEA01D93C2}"/>
                      </a:ext>
                    </a:extLst>
                  </p14:cNvPr>
                  <p14:cNvContentPartPr/>
                  <p14:nvPr/>
                </p14:nvContentPartPr>
                <p14:xfrm>
                  <a:off x="3966410" y="960877"/>
                  <a:ext cx="1208160" cy="708480"/>
                </p14:xfrm>
              </p:contentPart>
            </mc:Choice>
            <mc:Fallback xmlns="">
              <p:pic>
                <p:nvPicPr>
                  <p:cNvPr id="562" name="墨迹 561">
                    <a:extLst>
                      <a:ext uri="{FF2B5EF4-FFF2-40B4-BE49-F238E27FC236}">
                        <a16:creationId xmlns:a16="http://schemas.microsoft.com/office/drawing/2014/main" id="{D8D5F446-FB42-DCE7-EDBE-7BAEA01D93C2}"/>
                      </a:ext>
                    </a:extLst>
                  </p:cNvPr>
                  <p:cNvPicPr/>
                  <p:nvPr/>
                </p:nvPicPr>
                <p:blipFill>
                  <a:blip r:embed="rId266"/>
                  <a:stretch>
                    <a:fillRect/>
                  </a:stretch>
                </p:blipFill>
                <p:spPr>
                  <a:xfrm>
                    <a:off x="3944693" y="920895"/>
                    <a:ext cx="1252037" cy="7880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7">
                <p14:nvContentPartPr>
                  <p14:cNvPr id="563" name="墨迹 562">
                    <a:extLst>
                      <a:ext uri="{FF2B5EF4-FFF2-40B4-BE49-F238E27FC236}">
                        <a16:creationId xmlns:a16="http://schemas.microsoft.com/office/drawing/2014/main" id="{CC2FEADD-4B90-244B-0065-1643F37FB1AC}"/>
                      </a:ext>
                    </a:extLst>
                  </p14:cNvPr>
                  <p14:cNvContentPartPr/>
                  <p14:nvPr/>
                </p14:nvContentPartPr>
                <p14:xfrm>
                  <a:off x="4670930" y="1962517"/>
                  <a:ext cx="673920" cy="423000"/>
                </p14:xfrm>
              </p:contentPart>
            </mc:Choice>
            <mc:Fallback xmlns="">
              <p:pic>
                <p:nvPicPr>
                  <p:cNvPr id="563" name="墨迹 562">
                    <a:extLst>
                      <a:ext uri="{FF2B5EF4-FFF2-40B4-BE49-F238E27FC236}">
                        <a16:creationId xmlns:a16="http://schemas.microsoft.com/office/drawing/2014/main" id="{CC2FEADD-4B90-244B-0065-1643F37FB1AC}"/>
                      </a:ext>
                    </a:extLst>
                  </p:cNvPr>
                  <p:cNvPicPr/>
                  <p:nvPr/>
                </p:nvPicPr>
                <p:blipFill>
                  <a:blip r:embed="rId268"/>
                  <a:stretch>
                    <a:fillRect/>
                  </a:stretch>
                </p:blipFill>
                <p:spPr>
                  <a:xfrm>
                    <a:off x="4648762" y="1922936"/>
                    <a:ext cx="717813" cy="5025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9">
                <p14:nvContentPartPr>
                  <p14:cNvPr id="564" name="墨迹 563">
                    <a:extLst>
                      <a:ext uri="{FF2B5EF4-FFF2-40B4-BE49-F238E27FC236}">
                        <a16:creationId xmlns:a16="http://schemas.microsoft.com/office/drawing/2014/main" id="{ECE9C54B-9D71-E145-DDA4-F3AC07E278D7}"/>
                      </a:ext>
                    </a:extLst>
                  </p14:cNvPr>
                  <p14:cNvContentPartPr/>
                  <p14:nvPr/>
                </p14:nvContentPartPr>
                <p14:xfrm>
                  <a:off x="5343050" y="2367877"/>
                  <a:ext cx="7920" cy="24120"/>
                </p14:xfrm>
              </p:contentPart>
            </mc:Choice>
            <mc:Fallback xmlns="">
              <p:pic>
                <p:nvPicPr>
                  <p:cNvPr id="564" name="墨迹 563">
                    <a:extLst>
                      <a:ext uri="{FF2B5EF4-FFF2-40B4-BE49-F238E27FC236}">
                        <a16:creationId xmlns:a16="http://schemas.microsoft.com/office/drawing/2014/main" id="{ECE9C54B-9D71-E145-DDA4-F3AC07E278D7}"/>
                      </a:ext>
                    </a:extLst>
                  </p:cNvPr>
                  <p:cNvPicPr/>
                  <p:nvPr/>
                </p:nvPicPr>
                <p:blipFill>
                  <a:blip r:embed="rId270"/>
                  <a:stretch>
                    <a:fillRect/>
                  </a:stretch>
                </p:blipFill>
                <p:spPr>
                  <a:xfrm>
                    <a:off x="5321490" y="2328336"/>
                    <a:ext cx="51480" cy="1028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1">
                <p14:nvContentPartPr>
                  <p14:cNvPr id="565" name="墨迹 564">
                    <a:extLst>
                      <a:ext uri="{FF2B5EF4-FFF2-40B4-BE49-F238E27FC236}">
                        <a16:creationId xmlns:a16="http://schemas.microsoft.com/office/drawing/2014/main" id="{0AA4FEE9-056E-F3E8-B4DF-74EB3D6D0283}"/>
                      </a:ext>
                    </a:extLst>
                  </p14:cNvPr>
                  <p14:cNvContentPartPr/>
                  <p14:nvPr/>
                </p14:nvContentPartPr>
                <p14:xfrm>
                  <a:off x="5418290" y="2192917"/>
                  <a:ext cx="205200" cy="110520"/>
                </p14:xfrm>
              </p:contentPart>
            </mc:Choice>
            <mc:Fallback xmlns="">
              <p:pic>
                <p:nvPicPr>
                  <p:cNvPr id="565" name="墨迹 564">
                    <a:extLst>
                      <a:ext uri="{FF2B5EF4-FFF2-40B4-BE49-F238E27FC236}">
                        <a16:creationId xmlns:a16="http://schemas.microsoft.com/office/drawing/2014/main" id="{0AA4FEE9-056E-F3E8-B4DF-74EB3D6D0283}"/>
                      </a:ext>
                    </a:extLst>
                  </p:cNvPr>
                  <p:cNvPicPr/>
                  <p:nvPr/>
                </p:nvPicPr>
                <p:blipFill>
                  <a:blip r:embed="rId272"/>
                  <a:stretch>
                    <a:fillRect/>
                  </a:stretch>
                </p:blipFill>
                <p:spPr>
                  <a:xfrm>
                    <a:off x="5396573" y="2153274"/>
                    <a:ext cx="249076" cy="1902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3">
                <p14:nvContentPartPr>
                  <p14:cNvPr id="566" name="墨迹 565">
                    <a:extLst>
                      <a:ext uri="{FF2B5EF4-FFF2-40B4-BE49-F238E27FC236}">
                        <a16:creationId xmlns:a16="http://schemas.microsoft.com/office/drawing/2014/main" id="{B5635FE8-DF59-53DC-0046-898C7085E6C0}"/>
                      </a:ext>
                    </a:extLst>
                  </p14:cNvPr>
                  <p14:cNvContentPartPr/>
                  <p14:nvPr/>
                </p14:nvContentPartPr>
                <p14:xfrm>
                  <a:off x="5748050" y="2118397"/>
                  <a:ext cx="163800" cy="142920"/>
                </p14:xfrm>
              </p:contentPart>
            </mc:Choice>
            <mc:Fallback xmlns="">
              <p:pic>
                <p:nvPicPr>
                  <p:cNvPr id="566" name="墨迹 565">
                    <a:extLst>
                      <a:ext uri="{FF2B5EF4-FFF2-40B4-BE49-F238E27FC236}">
                        <a16:creationId xmlns:a16="http://schemas.microsoft.com/office/drawing/2014/main" id="{B5635FE8-DF59-53DC-0046-898C7085E6C0}"/>
                      </a:ext>
                    </a:extLst>
                  </p:cNvPr>
                  <p:cNvPicPr/>
                  <p:nvPr/>
                </p:nvPicPr>
                <p:blipFill>
                  <a:blip r:embed="rId274"/>
                  <a:stretch>
                    <a:fillRect/>
                  </a:stretch>
                </p:blipFill>
                <p:spPr>
                  <a:xfrm>
                    <a:off x="5726358" y="2078764"/>
                    <a:ext cx="207628" cy="2225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5">
                <p14:nvContentPartPr>
                  <p14:cNvPr id="567" name="墨迹 566">
                    <a:extLst>
                      <a:ext uri="{FF2B5EF4-FFF2-40B4-BE49-F238E27FC236}">
                        <a16:creationId xmlns:a16="http://schemas.microsoft.com/office/drawing/2014/main" id="{0C430B22-70D0-5DDB-A71F-94318341F137}"/>
                      </a:ext>
                    </a:extLst>
                  </p14:cNvPr>
                  <p14:cNvContentPartPr/>
                  <p14:nvPr/>
                </p14:nvContentPartPr>
                <p14:xfrm>
                  <a:off x="5637890" y="2203357"/>
                  <a:ext cx="191520" cy="144720"/>
                </p14:xfrm>
              </p:contentPart>
            </mc:Choice>
            <mc:Fallback xmlns="">
              <p:pic>
                <p:nvPicPr>
                  <p:cNvPr id="567" name="墨迹 566">
                    <a:extLst>
                      <a:ext uri="{FF2B5EF4-FFF2-40B4-BE49-F238E27FC236}">
                        <a16:creationId xmlns:a16="http://schemas.microsoft.com/office/drawing/2014/main" id="{0C430B22-70D0-5DDB-A71F-94318341F137}"/>
                      </a:ext>
                    </a:extLst>
                  </p:cNvPr>
                  <p:cNvPicPr/>
                  <p:nvPr/>
                </p:nvPicPr>
                <p:blipFill>
                  <a:blip r:embed="rId276"/>
                  <a:stretch>
                    <a:fillRect/>
                  </a:stretch>
                </p:blipFill>
                <p:spPr>
                  <a:xfrm>
                    <a:off x="5615723" y="2163379"/>
                    <a:ext cx="235410" cy="2242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7">
                <p14:nvContentPartPr>
                  <p14:cNvPr id="568" name="墨迹 567">
                    <a:extLst>
                      <a:ext uri="{FF2B5EF4-FFF2-40B4-BE49-F238E27FC236}">
                        <a16:creationId xmlns:a16="http://schemas.microsoft.com/office/drawing/2014/main" id="{A1134A6E-611B-1AA8-BCD5-4DCD6E3E6437}"/>
                      </a:ext>
                    </a:extLst>
                  </p14:cNvPr>
                  <p14:cNvContentPartPr/>
                  <p14:nvPr/>
                </p14:nvContentPartPr>
                <p14:xfrm>
                  <a:off x="5760650" y="2241517"/>
                  <a:ext cx="41040" cy="34200"/>
                </p14:xfrm>
              </p:contentPart>
            </mc:Choice>
            <mc:Fallback xmlns="">
              <p:pic>
                <p:nvPicPr>
                  <p:cNvPr id="568" name="墨迹 567">
                    <a:extLst>
                      <a:ext uri="{FF2B5EF4-FFF2-40B4-BE49-F238E27FC236}">
                        <a16:creationId xmlns:a16="http://schemas.microsoft.com/office/drawing/2014/main" id="{A1134A6E-611B-1AA8-BCD5-4DCD6E3E6437}"/>
                      </a:ext>
                    </a:extLst>
                  </p:cNvPr>
                  <p:cNvPicPr/>
                  <p:nvPr/>
                </p:nvPicPr>
                <p:blipFill>
                  <a:blip r:embed="rId278"/>
                  <a:stretch>
                    <a:fillRect/>
                  </a:stretch>
                </p:blipFill>
                <p:spPr>
                  <a:xfrm>
                    <a:off x="5739027" y="2201750"/>
                    <a:ext cx="84728" cy="1133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9">
                <p14:nvContentPartPr>
                  <p14:cNvPr id="569" name="墨迹 568">
                    <a:extLst>
                      <a:ext uri="{FF2B5EF4-FFF2-40B4-BE49-F238E27FC236}">
                        <a16:creationId xmlns:a16="http://schemas.microsoft.com/office/drawing/2014/main" id="{474FA4B9-7846-0257-C11C-FA628E03FF7A}"/>
                      </a:ext>
                    </a:extLst>
                  </p14:cNvPr>
                  <p14:cNvContentPartPr/>
                  <p14:nvPr/>
                </p14:nvContentPartPr>
                <p14:xfrm>
                  <a:off x="5000330" y="966637"/>
                  <a:ext cx="90360" cy="51840"/>
                </p14:xfrm>
              </p:contentPart>
            </mc:Choice>
            <mc:Fallback xmlns="">
              <p:pic>
                <p:nvPicPr>
                  <p:cNvPr id="569" name="墨迹 568">
                    <a:extLst>
                      <a:ext uri="{FF2B5EF4-FFF2-40B4-BE49-F238E27FC236}">
                        <a16:creationId xmlns:a16="http://schemas.microsoft.com/office/drawing/2014/main" id="{474FA4B9-7846-0257-C11C-FA628E03FF7A}"/>
                      </a:ext>
                    </a:extLst>
                  </p:cNvPr>
                  <p:cNvPicPr/>
                  <p:nvPr/>
                </p:nvPicPr>
                <p:blipFill>
                  <a:blip r:embed="rId280"/>
                  <a:stretch>
                    <a:fillRect/>
                  </a:stretch>
                </p:blipFill>
                <p:spPr>
                  <a:xfrm>
                    <a:off x="4978183" y="926451"/>
                    <a:ext cx="134211" cy="1318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1">
                <p14:nvContentPartPr>
                  <p14:cNvPr id="570" name="墨迹 569">
                    <a:extLst>
                      <a:ext uri="{FF2B5EF4-FFF2-40B4-BE49-F238E27FC236}">
                        <a16:creationId xmlns:a16="http://schemas.microsoft.com/office/drawing/2014/main" id="{FF1EF499-A786-0AC9-E91F-5A62F42DE841}"/>
                      </a:ext>
                    </a:extLst>
                  </p14:cNvPr>
                  <p14:cNvContentPartPr/>
                  <p14:nvPr/>
                </p14:nvContentPartPr>
                <p14:xfrm>
                  <a:off x="4184570" y="477997"/>
                  <a:ext cx="372600" cy="231120"/>
                </p14:xfrm>
              </p:contentPart>
            </mc:Choice>
            <mc:Fallback xmlns="">
              <p:pic>
                <p:nvPicPr>
                  <p:cNvPr id="570" name="墨迹 569">
                    <a:extLst>
                      <a:ext uri="{FF2B5EF4-FFF2-40B4-BE49-F238E27FC236}">
                        <a16:creationId xmlns:a16="http://schemas.microsoft.com/office/drawing/2014/main" id="{FF1EF499-A786-0AC9-E91F-5A62F42DE841}"/>
                      </a:ext>
                    </a:extLst>
                  </p:cNvPr>
                  <p:cNvPicPr/>
                  <p:nvPr/>
                </p:nvPicPr>
                <p:blipFill>
                  <a:blip r:embed="rId282"/>
                  <a:stretch>
                    <a:fillRect/>
                  </a:stretch>
                </p:blipFill>
                <p:spPr>
                  <a:xfrm>
                    <a:off x="4162418" y="438011"/>
                    <a:ext cx="416461" cy="3106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3">
                <p14:nvContentPartPr>
                  <p14:cNvPr id="571" name="墨迹 570">
                    <a:extLst>
                      <a:ext uri="{FF2B5EF4-FFF2-40B4-BE49-F238E27FC236}">
                        <a16:creationId xmlns:a16="http://schemas.microsoft.com/office/drawing/2014/main" id="{11252162-5FCE-97AF-80C8-06B0600686E1}"/>
                      </a:ext>
                    </a:extLst>
                  </p14:cNvPr>
                  <p14:cNvContentPartPr/>
                  <p14:nvPr/>
                </p14:nvContentPartPr>
                <p14:xfrm>
                  <a:off x="4159370" y="460357"/>
                  <a:ext cx="10800" cy="34920"/>
                </p14:xfrm>
              </p:contentPart>
            </mc:Choice>
            <mc:Fallback xmlns="">
              <p:pic>
                <p:nvPicPr>
                  <p:cNvPr id="571" name="墨迹 570">
                    <a:extLst>
                      <a:ext uri="{FF2B5EF4-FFF2-40B4-BE49-F238E27FC236}">
                        <a16:creationId xmlns:a16="http://schemas.microsoft.com/office/drawing/2014/main" id="{11252162-5FCE-97AF-80C8-06B0600686E1}"/>
                      </a:ext>
                    </a:extLst>
                  </p:cNvPr>
                  <p:cNvPicPr/>
                  <p:nvPr/>
                </p:nvPicPr>
                <p:blipFill>
                  <a:blip r:embed="rId284"/>
                  <a:stretch>
                    <a:fillRect/>
                  </a:stretch>
                </p:blipFill>
                <p:spPr>
                  <a:xfrm>
                    <a:off x="4136870" y="420620"/>
                    <a:ext cx="55350" cy="11479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572" name="箭头: 下 571">
                <a:extLst>
                  <a:ext uri="{FF2B5EF4-FFF2-40B4-BE49-F238E27FC236}">
                    <a16:creationId xmlns:a16="http://schemas.microsoft.com/office/drawing/2014/main" id="{FDB8C7BD-39EE-132F-8B1E-83DA0F021753}"/>
                  </a:ext>
                </a:extLst>
              </p:cNvPr>
              <p:cNvSpPr/>
              <p:nvPr/>
            </p:nvSpPr>
            <p:spPr>
              <a:xfrm rot="18136935">
                <a:off x="5455761" y="2389276"/>
                <a:ext cx="344063" cy="363977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箭头: 下 572">
                <a:extLst>
                  <a:ext uri="{FF2B5EF4-FFF2-40B4-BE49-F238E27FC236}">
                    <a16:creationId xmlns:a16="http://schemas.microsoft.com/office/drawing/2014/main" id="{D3497522-308E-937A-877F-0FF4B425AE54}"/>
                  </a:ext>
                </a:extLst>
              </p:cNvPr>
              <p:cNvSpPr/>
              <p:nvPr/>
            </p:nvSpPr>
            <p:spPr>
              <a:xfrm rot="18136935">
                <a:off x="4745809" y="3155975"/>
                <a:ext cx="344063" cy="363977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箭头: 下 573">
                <a:extLst>
                  <a:ext uri="{FF2B5EF4-FFF2-40B4-BE49-F238E27FC236}">
                    <a16:creationId xmlns:a16="http://schemas.microsoft.com/office/drawing/2014/main" id="{A457165B-E4AA-D124-B02C-EF07E8134614}"/>
                  </a:ext>
                </a:extLst>
              </p:cNvPr>
              <p:cNvSpPr/>
              <p:nvPr/>
            </p:nvSpPr>
            <p:spPr>
              <a:xfrm rot="18136935">
                <a:off x="3852755" y="488483"/>
                <a:ext cx="344063" cy="363977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5" name="箭头: 下 574">
                <a:extLst>
                  <a:ext uri="{FF2B5EF4-FFF2-40B4-BE49-F238E27FC236}">
                    <a16:creationId xmlns:a16="http://schemas.microsoft.com/office/drawing/2014/main" id="{5FCA1854-FA86-69D4-DC6F-61B0462C6E3F}"/>
                  </a:ext>
                </a:extLst>
              </p:cNvPr>
              <p:cNvSpPr/>
              <p:nvPr/>
            </p:nvSpPr>
            <p:spPr>
              <a:xfrm rot="18136935">
                <a:off x="3150392" y="1271784"/>
                <a:ext cx="344063" cy="363977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6" name="箭头: 下 575">
                <a:extLst>
                  <a:ext uri="{FF2B5EF4-FFF2-40B4-BE49-F238E27FC236}">
                    <a16:creationId xmlns:a16="http://schemas.microsoft.com/office/drawing/2014/main" id="{6790C891-671A-2596-EB09-7EDE8D993AAC}"/>
                  </a:ext>
                </a:extLst>
              </p:cNvPr>
              <p:cNvSpPr/>
              <p:nvPr/>
            </p:nvSpPr>
            <p:spPr>
              <a:xfrm rot="18136935">
                <a:off x="2496684" y="2033818"/>
                <a:ext cx="344063" cy="363977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7" name="箭头: 下 576">
                <a:extLst>
                  <a:ext uri="{FF2B5EF4-FFF2-40B4-BE49-F238E27FC236}">
                    <a16:creationId xmlns:a16="http://schemas.microsoft.com/office/drawing/2014/main" id="{C6CF9194-A24F-23C7-3282-A79DD93204D7}"/>
                  </a:ext>
                </a:extLst>
              </p:cNvPr>
              <p:cNvSpPr/>
              <p:nvPr/>
            </p:nvSpPr>
            <p:spPr>
              <a:xfrm>
                <a:off x="4226538" y="689462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8" name="箭头: 下 577">
                <a:extLst>
                  <a:ext uri="{FF2B5EF4-FFF2-40B4-BE49-F238E27FC236}">
                    <a16:creationId xmlns:a16="http://schemas.microsoft.com/office/drawing/2014/main" id="{6448D650-C6A2-C4D1-F859-0A2BBFA8B44C}"/>
                  </a:ext>
                </a:extLst>
              </p:cNvPr>
              <p:cNvSpPr/>
              <p:nvPr/>
            </p:nvSpPr>
            <p:spPr>
              <a:xfrm>
                <a:off x="4465849" y="836616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9" name="箭头: 下 578">
                <a:extLst>
                  <a:ext uri="{FF2B5EF4-FFF2-40B4-BE49-F238E27FC236}">
                    <a16:creationId xmlns:a16="http://schemas.microsoft.com/office/drawing/2014/main" id="{45AE183C-B657-F92C-B648-E1E42D8701F1}"/>
                  </a:ext>
                </a:extLst>
              </p:cNvPr>
              <p:cNvSpPr/>
              <p:nvPr/>
            </p:nvSpPr>
            <p:spPr>
              <a:xfrm>
                <a:off x="4721453" y="983532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0" name="箭头: 下 579">
                <a:extLst>
                  <a:ext uri="{FF2B5EF4-FFF2-40B4-BE49-F238E27FC236}">
                    <a16:creationId xmlns:a16="http://schemas.microsoft.com/office/drawing/2014/main" id="{5EA92D22-434C-50C3-C604-932F0412462A}"/>
                  </a:ext>
                </a:extLst>
              </p:cNvPr>
              <p:cNvSpPr/>
              <p:nvPr/>
            </p:nvSpPr>
            <p:spPr>
              <a:xfrm>
                <a:off x="4984694" y="1124425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1" name="箭头: 下 580">
                <a:extLst>
                  <a:ext uri="{FF2B5EF4-FFF2-40B4-BE49-F238E27FC236}">
                    <a16:creationId xmlns:a16="http://schemas.microsoft.com/office/drawing/2014/main" id="{EF90DD36-D2F2-6031-8D9E-F63E36056179}"/>
                  </a:ext>
                </a:extLst>
              </p:cNvPr>
              <p:cNvSpPr/>
              <p:nvPr/>
            </p:nvSpPr>
            <p:spPr>
              <a:xfrm>
                <a:off x="5241255" y="1298751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2" name="箭头: 下 581">
                <a:extLst>
                  <a:ext uri="{FF2B5EF4-FFF2-40B4-BE49-F238E27FC236}">
                    <a16:creationId xmlns:a16="http://schemas.microsoft.com/office/drawing/2014/main" id="{9EDD4DC8-7CFC-E386-4AD5-C195BE1447CC}"/>
                  </a:ext>
                </a:extLst>
              </p:cNvPr>
              <p:cNvSpPr/>
              <p:nvPr/>
            </p:nvSpPr>
            <p:spPr>
              <a:xfrm>
                <a:off x="5492043" y="1439704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3" name="箭头: 下 582">
                <a:extLst>
                  <a:ext uri="{FF2B5EF4-FFF2-40B4-BE49-F238E27FC236}">
                    <a16:creationId xmlns:a16="http://schemas.microsoft.com/office/drawing/2014/main" id="{3F622A52-1F8C-7A0C-F23C-8B4DA50F9EBB}"/>
                  </a:ext>
                </a:extLst>
              </p:cNvPr>
              <p:cNvSpPr/>
              <p:nvPr/>
            </p:nvSpPr>
            <p:spPr>
              <a:xfrm rot="10800000">
                <a:off x="3877487" y="1096924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4" name="箭头: 下 583">
                <a:extLst>
                  <a:ext uri="{FF2B5EF4-FFF2-40B4-BE49-F238E27FC236}">
                    <a16:creationId xmlns:a16="http://schemas.microsoft.com/office/drawing/2014/main" id="{5F09B23F-D548-AA2D-57C9-917F9C9B8394}"/>
                  </a:ext>
                </a:extLst>
              </p:cNvPr>
              <p:cNvSpPr/>
              <p:nvPr/>
            </p:nvSpPr>
            <p:spPr>
              <a:xfrm rot="10800000">
                <a:off x="4131276" y="1239169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箭头: 下 584">
                <a:extLst>
                  <a:ext uri="{FF2B5EF4-FFF2-40B4-BE49-F238E27FC236}">
                    <a16:creationId xmlns:a16="http://schemas.microsoft.com/office/drawing/2014/main" id="{4AB60580-C539-5AC6-9FB3-543B6CDE6E2A}"/>
                  </a:ext>
                </a:extLst>
              </p:cNvPr>
              <p:cNvSpPr/>
              <p:nvPr/>
            </p:nvSpPr>
            <p:spPr>
              <a:xfrm rot="10800000">
                <a:off x="4416162" y="1382591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箭头: 下 585">
                <a:extLst>
                  <a:ext uri="{FF2B5EF4-FFF2-40B4-BE49-F238E27FC236}">
                    <a16:creationId xmlns:a16="http://schemas.microsoft.com/office/drawing/2014/main" id="{8CBFDB3F-0D36-BE97-0634-639B12AABA9A}"/>
                  </a:ext>
                </a:extLst>
              </p:cNvPr>
              <p:cNvSpPr/>
              <p:nvPr/>
            </p:nvSpPr>
            <p:spPr>
              <a:xfrm rot="10800000">
                <a:off x="4687211" y="1553078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7" name="箭头: 下 586">
                <a:extLst>
                  <a:ext uri="{FF2B5EF4-FFF2-40B4-BE49-F238E27FC236}">
                    <a16:creationId xmlns:a16="http://schemas.microsoft.com/office/drawing/2014/main" id="{23ACA96C-7082-72D5-AB5A-7A4533DD0D10}"/>
                  </a:ext>
                </a:extLst>
              </p:cNvPr>
              <p:cNvSpPr/>
              <p:nvPr/>
            </p:nvSpPr>
            <p:spPr>
              <a:xfrm rot="10800000">
                <a:off x="4950480" y="1725386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箭头: 下 587">
                <a:extLst>
                  <a:ext uri="{FF2B5EF4-FFF2-40B4-BE49-F238E27FC236}">
                    <a16:creationId xmlns:a16="http://schemas.microsoft.com/office/drawing/2014/main" id="{D6527254-9AE8-5C06-6CB9-C5690DB95FFC}"/>
                  </a:ext>
                </a:extLst>
              </p:cNvPr>
              <p:cNvSpPr/>
              <p:nvPr/>
            </p:nvSpPr>
            <p:spPr>
              <a:xfrm rot="10800000">
                <a:off x="5230574" y="1876817"/>
                <a:ext cx="116536" cy="32427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2" name="组合 601">
              <a:extLst>
                <a:ext uri="{FF2B5EF4-FFF2-40B4-BE49-F238E27FC236}">
                  <a16:creationId xmlns:a16="http://schemas.microsoft.com/office/drawing/2014/main" id="{1EF7EE51-D87E-C8DE-4EC1-CF911B79334F}"/>
                </a:ext>
              </a:extLst>
            </p:cNvPr>
            <p:cNvGrpSpPr/>
            <p:nvPr/>
          </p:nvGrpSpPr>
          <p:grpSpPr>
            <a:xfrm>
              <a:off x="6096000" y="457200"/>
              <a:ext cx="2634989" cy="3167523"/>
              <a:chOff x="7724775" y="1119317"/>
              <a:chExt cx="3220380" cy="4108125"/>
            </a:xfrm>
          </p:grpSpPr>
          <p:grpSp>
            <p:nvGrpSpPr>
              <p:cNvPr id="603" name="组合 602">
                <a:extLst>
                  <a:ext uri="{FF2B5EF4-FFF2-40B4-BE49-F238E27FC236}">
                    <a16:creationId xmlns:a16="http://schemas.microsoft.com/office/drawing/2014/main" id="{C9EA2B54-7EE7-7334-6C4C-C1E3700ECD4F}"/>
                  </a:ext>
                </a:extLst>
              </p:cNvPr>
              <p:cNvGrpSpPr/>
              <p:nvPr/>
            </p:nvGrpSpPr>
            <p:grpSpPr>
              <a:xfrm>
                <a:off x="7724775" y="1119317"/>
                <a:ext cx="3220380" cy="4108125"/>
                <a:chOff x="7724775" y="1119317"/>
                <a:chExt cx="3220380" cy="4108125"/>
              </a:xfrm>
            </p:grpSpPr>
            <p:sp>
              <p:nvSpPr>
                <p:cNvPr id="715" name="矩形 714">
                  <a:extLst>
                    <a:ext uri="{FF2B5EF4-FFF2-40B4-BE49-F238E27FC236}">
                      <a16:creationId xmlns:a16="http://schemas.microsoft.com/office/drawing/2014/main" id="{DA9CD0C1-D0EA-8C58-0880-52A403A9DA7B}"/>
                    </a:ext>
                  </a:extLst>
                </p:cNvPr>
                <p:cNvSpPr/>
                <p:nvPr/>
              </p:nvSpPr>
              <p:spPr>
                <a:xfrm>
                  <a:off x="7734595" y="1119317"/>
                  <a:ext cx="3210560" cy="410812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16" name="直接连接符 715">
                  <a:extLst>
                    <a:ext uri="{FF2B5EF4-FFF2-40B4-BE49-F238E27FC236}">
                      <a16:creationId xmlns:a16="http://schemas.microsoft.com/office/drawing/2014/main" id="{AC91101B-14CA-ADDB-3911-5930026B4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4775" y="1293025"/>
                  <a:ext cx="306514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7" name="直接连接符 716">
                  <a:extLst>
                    <a:ext uri="{FF2B5EF4-FFF2-40B4-BE49-F238E27FC236}">
                      <a16:creationId xmlns:a16="http://schemas.microsoft.com/office/drawing/2014/main" id="{2F88B117-695C-5C62-567C-34BA2E066E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1125" y="1893205"/>
                  <a:ext cx="305879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8" name="直接连接符 717">
                  <a:extLst>
                    <a:ext uri="{FF2B5EF4-FFF2-40B4-BE49-F238E27FC236}">
                      <a16:creationId xmlns:a16="http://schemas.microsoft.com/office/drawing/2014/main" id="{C269B0E8-C61A-80E9-F114-436EAB2A3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7175" y="2057807"/>
                  <a:ext cx="3044826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9" name="直接连接符 718">
                  <a:extLst>
                    <a:ext uri="{FF2B5EF4-FFF2-40B4-BE49-F238E27FC236}">
                      <a16:creationId xmlns:a16="http://schemas.microsoft.com/office/drawing/2014/main" id="{AC47021D-C8C8-79B4-779F-A4D14FF9D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86700" y="2717080"/>
                  <a:ext cx="304482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0" name="直接连接符 719">
                  <a:extLst>
                    <a:ext uri="{FF2B5EF4-FFF2-40B4-BE49-F238E27FC236}">
                      <a16:creationId xmlns:a16="http://schemas.microsoft.com/office/drawing/2014/main" id="{64257734-5DCA-6DBB-C8B3-B62E36815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6129" y="2900560"/>
                  <a:ext cx="304982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1" name="直接连接符 720">
                  <a:extLst>
                    <a:ext uri="{FF2B5EF4-FFF2-40B4-BE49-F238E27FC236}">
                      <a16:creationId xmlns:a16="http://schemas.microsoft.com/office/drawing/2014/main" id="{C5E47AB5-6AAC-2CC7-5BC8-3542A81C42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6128" y="3536393"/>
                  <a:ext cx="305776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2" name="直接连接符 721">
                  <a:extLst>
                    <a:ext uri="{FF2B5EF4-FFF2-40B4-BE49-F238E27FC236}">
                      <a16:creationId xmlns:a16="http://schemas.microsoft.com/office/drawing/2014/main" id="{748B0195-8C78-23DB-1AF3-7B781D162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86700" y="3682824"/>
                  <a:ext cx="303847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3" name="直接连接符 722">
                  <a:extLst>
                    <a:ext uri="{FF2B5EF4-FFF2-40B4-BE49-F238E27FC236}">
                      <a16:creationId xmlns:a16="http://schemas.microsoft.com/office/drawing/2014/main" id="{3B4970DA-F01C-0B48-67ED-4807E497F1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6128" y="5037013"/>
                  <a:ext cx="303712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4" name="直接连接符 723">
                  <a:extLst>
                    <a:ext uri="{FF2B5EF4-FFF2-40B4-BE49-F238E27FC236}">
                      <a16:creationId xmlns:a16="http://schemas.microsoft.com/office/drawing/2014/main" id="{55841947-59EE-376F-2902-D66AAE1449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4595" y="4469747"/>
                  <a:ext cx="302230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5" name="直接连接符 724">
                  <a:extLst>
                    <a:ext uri="{FF2B5EF4-FFF2-40B4-BE49-F238E27FC236}">
                      <a16:creationId xmlns:a16="http://schemas.microsoft.com/office/drawing/2014/main" id="{ECE3C353-B786-9E42-C424-D2FF9607A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80350" y="4275013"/>
                  <a:ext cx="304482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6" name="直接连接符 725">
                  <a:extLst>
                    <a:ext uri="{FF2B5EF4-FFF2-40B4-BE49-F238E27FC236}">
                      <a16:creationId xmlns:a16="http://schemas.microsoft.com/office/drawing/2014/main" id="{7E80A6F3-385C-A9B9-567E-4E84F7D3CB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95000" y="1297036"/>
                  <a:ext cx="0" cy="60361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7" name="直接连接符 726">
                  <a:extLst>
                    <a:ext uri="{FF2B5EF4-FFF2-40B4-BE49-F238E27FC236}">
                      <a16:creationId xmlns:a16="http://schemas.microsoft.com/office/drawing/2014/main" id="{D9F3DBEF-72E2-499E-482C-7F000C864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84160" y="2057807"/>
                  <a:ext cx="0" cy="64501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8" name="直接连接符 727">
                  <a:extLst>
                    <a:ext uri="{FF2B5EF4-FFF2-40B4-BE49-F238E27FC236}">
                      <a16:creationId xmlns:a16="http://schemas.microsoft.com/office/drawing/2014/main" id="{9B20029A-080E-6EDB-470D-08F6BBB6FB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84840" y="2904914"/>
                  <a:ext cx="0" cy="63147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9" name="直接连接符 728">
                  <a:extLst>
                    <a:ext uri="{FF2B5EF4-FFF2-40B4-BE49-F238E27FC236}">
                      <a16:creationId xmlns:a16="http://schemas.microsoft.com/office/drawing/2014/main" id="{18B67973-8CE3-C382-2EFD-C1C053111C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84160" y="3680194"/>
                  <a:ext cx="0" cy="60361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0" name="直接连接符 729">
                  <a:extLst>
                    <a:ext uri="{FF2B5EF4-FFF2-40B4-BE49-F238E27FC236}">
                      <a16:creationId xmlns:a16="http://schemas.microsoft.com/office/drawing/2014/main" id="{DCA51C9E-1950-0C78-8B91-388080D7A2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64520" y="4457618"/>
                  <a:ext cx="0" cy="57158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4" name="直接连接符 603">
                <a:extLst>
                  <a:ext uri="{FF2B5EF4-FFF2-40B4-BE49-F238E27FC236}">
                    <a16:creationId xmlns:a16="http://schemas.microsoft.com/office/drawing/2014/main" id="{C8724AE0-9EA3-C842-9505-297CB6155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0013" y="1292713"/>
                <a:ext cx="0" cy="375457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EAB92D2F-A883-82AC-92D8-434A3400AB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9087" y="1302518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6" name="直接连接符 605">
                <a:extLst>
                  <a:ext uri="{FF2B5EF4-FFF2-40B4-BE49-F238E27FC236}">
                    <a16:creationId xmlns:a16="http://schemas.microsoft.com/office/drawing/2014/main" id="{D31537EA-949C-2B53-C493-F04E030193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1701" y="1302518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7" name="直接连接符 606">
                <a:extLst>
                  <a:ext uri="{FF2B5EF4-FFF2-40B4-BE49-F238E27FC236}">
                    <a16:creationId xmlns:a16="http://schemas.microsoft.com/office/drawing/2014/main" id="{182D4D55-4BB1-4856-86BA-16B295315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8305" y="1302518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7F8CB545-4BFF-A713-31C7-5A0AF5AE56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61276" y="1332785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9" name="直接连接符 608">
                <a:extLst>
                  <a:ext uri="{FF2B5EF4-FFF2-40B4-BE49-F238E27FC236}">
                    <a16:creationId xmlns:a16="http://schemas.microsoft.com/office/drawing/2014/main" id="{0485B19C-F7FA-AB0F-6004-17126E5D1A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76258" y="1288369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10" name="直接连接符 609">
                <a:extLst>
                  <a:ext uri="{FF2B5EF4-FFF2-40B4-BE49-F238E27FC236}">
                    <a16:creationId xmlns:a16="http://schemas.microsoft.com/office/drawing/2014/main" id="{1714DF5C-1BAD-5053-7D27-02B2C9E8E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43026" y="1332785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11" name="直接连接符 610">
                <a:extLst>
                  <a:ext uri="{FF2B5EF4-FFF2-40B4-BE49-F238E27FC236}">
                    <a16:creationId xmlns:a16="http://schemas.microsoft.com/office/drawing/2014/main" id="{62D16F2B-098A-8ECA-E8C6-D57CEDFA16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47824" y="1332785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12" name="直接连接符 611">
                <a:extLst>
                  <a:ext uri="{FF2B5EF4-FFF2-40B4-BE49-F238E27FC236}">
                    <a16:creationId xmlns:a16="http://schemas.microsoft.com/office/drawing/2014/main" id="{82C6C745-FAD5-CC5F-D63F-A8971A7ABE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4546" y="1332785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13" name="直接连接符 612">
                <a:extLst>
                  <a:ext uri="{FF2B5EF4-FFF2-40B4-BE49-F238E27FC236}">
                    <a16:creationId xmlns:a16="http://schemas.microsoft.com/office/drawing/2014/main" id="{17C6C4D7-B17C-3AE4-BDC4-A3CCBCCB0A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34631" y="1272252"/>
                <a:ext cx="0" cy="3734969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14" name="椭圆 613">
                <a:extLst>
                  <a:ext uri="{FF2B5EF4-FFF2-40B4-BE49-F238E27FC236}">
                    <a16:creationId xmlns:a16="http://schemas.microsoft.com/office/drawing/2014/main" id="{B3E18DCE-5A0D-D80E-B04C-FF7C07DC921C}"/>
                  </a:ext>
                </a:extLst>
              </p:cNvPr>
              <p:cNvSpPr/>
              <p:nvPr/>
            </p:nvSpPr>
            <p:spPr>
              <a:xfrm>
                <a:off x="8142945" y="154942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椭圆 614">
                <a:extLst>
                  <a:ext uri="{FF2B5EF4-FFF2-40B4-BE49-F238E27FC236}">
                    <a16:creationId xmlns:a16="http://schemas.microsoft.com/office/drawing/2014/main" id="{0CDAE72E-921D-A268-8B16-A097852D4BEE}"/>
                  </a:ext>
                </a:extLst>
              </p:cNvPr>
              <p:cNvSpPr/>
              <p:nvPr/>
            </p:nvSpPr>
            <p:spPr>
              <a:xfrm>
                <a:off x="8684345" y="154942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椭圆 615">
                <a:extLst>
                  <a:ext uri="{FF2B5EF4-FFF2-40B4-BE49-F238E27FC236}">
                    <a16:creationId xmlns:a16="http://schemas.microsoft.com/office/drawing/2014/main" id="{44D912DC-3127-98B8-82B2-7379E8F99D7E}"/>
                  </a:ext>
                </a:extLst>
              </p:cNvPr>
              <p:cNvSpPr/>
              <p:nvPr/>
            </p:nvSpPr>
            <p:spPr>
              <a:xfrm>
                <a:off x="9237069" y="157228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椭圆 616">
                <a:extLst>
                  <a:ext uri="{FF2B5EF4-FFF2-40B4-BE49-F238E27FC236}">
                    <a16:creationId xmlns:a16="http://schemas.microsoft.com/office/drawing/2014/main" id="{F06348D7-8FBE-52C2-015D-E2449A1A8DC2}"/>
                  </a:ext>
                </a:extLst>
              </p:cNvPr>
              <p:cNvSpPr/>
              <p:nvPr/>
            </p:nvSpPr>
            <p:spPr>
              <a:xfrm>
                <a:off x="9822676" y="157228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椭圆 617">
                <a:extLst>
                  <a:ext uri="{FF2B5EF4-FFF2-40B4-BE49-F238E27FC236}">
                    <a16:creationId xmlns:a16="http://schemas.microsoft.com/office/drawing/2014/main" id="{41009FC5-B45E-A2B3-C74B-DC64AF7324D5}"/>
                  </a:ext>
                </a:extLst>
              </p:cNvPr>
              <p:cNvSpPr/>
              <p:nvPr/>
            </p:nvSpPr>
            <p:spPr>
              <a:xfrm>
                <a:off x="10406871" y="157228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椭圆 618">
                <a:extLst>
                  <a:ext uri="{FF2B5EF4-FFF2-40B4-BE49-F238E27FC236}">
                    <a16:creationId xmlns:a16="http://schemas.microsoft.com/office/drawing/2014/main" id="{494D0BFB-3BCA-D29A-5A77-216C44921B9D}"/>
                  </a:ext>
                </a:extLst>
              </p:cNvPr>
              <p:cNvSpPr/>
              <p:nvPr/>
            </p:nvSpPr>
            <p:spPr>
              <a:xfrm>
                <a:off x="8128881" y="23527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0" name="椭圆 619">
                <a:extLst>
                  <a:ext uri="{FF2B5EF4-FFF2-40B4-BE49-F238E27FC236}">
                    <a16:creationId xmlns:a16="http://schemas.microsoft.com/office/drawing/2014/main" id="{EE9D7FB3-BC7B-457B-437B-365EF89974C6}"/>
                  </a:ext>
                </a:extLst>
              </p:cNvPr>
              <p:cNvSpPr/>
              <p:nvPr/>
            </p:nvSpPr>
            <p:spPr>
              <a:xfrm>
                <a:off x="8674862" y="23527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1" name="椭圆 620">
                <a:extLst>
                  <a:ext uri="{FF2B5EF4-FFF2-40B4-BE49-F238E27FC236}">
                    <a16:creationId xmlns:a16="http://schemas.microsoft.com/office/drawing/2014/main" id="{7A01B018-FAF6-D485-761B-626D5F619DFD}"/>
                  </a:ext>
                </a:extLst>
              </p:cNvPr>
              <p:cNvSpPr/>
              <p:nvPr/>
            </p:nvSpPr>
            <p:spPr>
              <a:xfrm>
                <a:off x="9247064" y="23527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2" name="椭圆 621">
                <a:extLst>
                  <a:ext uri="{FF2B5EF4-FFF2-40B4-BE49-F238E27FC236}">
                    <a16:creationId xmlns:a16="http://schemas.microsoft.com/office/drawing/2014/main" id="{C3F03FB9-3846-1A63-7D44-21B384FA412B}"/>
                  </a:ext>
                </a:extLst>
              </p:cNvPr>
              <p:cNvSpPr/>
              <p:nvPr/>
            </p:nvSpPr>
            <p:spPr>
              <a:xfrm>
                <a:off x="9823144" y="23527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3" name="椭圆 622">
                <a:extLst>
                  <a:ext uri="{FF2B5EF4-FFF2-40B4-BE49-F238E27FC236}">
                    <a16:creationId xmlns:a16="http://schemas.microsoft.com/office/drawing/2014/main" id="{3EAB5845-EBE3-9604-0B46-D13A1BEAB790}"/>
                  </a:ext>
                </a:extLst>
              </p:cNvPr>
              <p:cNvSpPr/>
              <p:nvPr/>
            </p:nvSpPr>
            <p:spPr>
              <a:xfrm>
                <a:off x="10401815" y="23527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4" name="椭圆 623">
                <a:extLst>
                  <a:ext uri="{FF2B5EF4-FFF2-40B4-BE49-F238E27FC236}">
                    <a16:creationId xmlns:a16="http://schemas.microsoft.com/office/drawing/2014/main" id="{08E2162B-4DB6-0AD7-F33D-0F14A60DBC74}"/>
                  </a:ext>
                </a:extLst>
              </p:cNvPr>
              <p:cNvSpPr/>
              <p:nvPr/>
            </p:nvSpPr>
            <p:spPr>
              <a:xfrm>
                <a:off x="8138604" y="3170003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5" name="椭圆 624">
                <a:extLst>
                  <a:ext uri="{FF2B5EF4-FFF2-40B4-BE49-F238E27FC236}">
                    <a16:creationId xmlns:a16="http://schemas.microsoft.com/office/drawing/2014/main" id="{5D64ED65-7977-08A2-AE88-45655391A589}"/>
                  </a:ext>
                </a:extLst>
              </p:cNvPr>
              <p:cNvSpPr/>
              <p:nvPr/>
            </p:nvSpPr>
            <p:spPr>
              <a:xfrm>
                <a:off x="8694714" y="316381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6" name="椭圆 625">
                <a:extLst>
                  <a:ext uri="{FF2B5EF4-FFF2-40B4-BE49-F238E27FC236}">
                    <a16:creationId xmlns:a16="http://schemas.microsoft.com/office/drawing/2014/main" id="{49270AE5-6866-C14F-A2E9-E748D8C2605E}"/>
                  </a:ext>
                </a:extLst>
              </p:cNvPr>
              <p:cNvSpPr/>
              <p:nvPr/>
            </p:nvSpPr>
            <p:spPr>
              <a:xfrm>
                <a:off x="9248295" y="316154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7" name="椭圆 626">
                <a:extLst>
                  <a:ext uri="{FF2B5EF4-FFF2-40B4-BE49-F238E27FC236}">
                    <a16:creationId xmlns:a16="http://schemas.microsoft.com/office/drawing/2014/main" id="{A7ABA438-A74E-5918-B41B-197117EA0C78}"/>
                  </a:ext>
                </a:extLst>
              </p:cNvPr>
              <p:cNvSpPr/>
              <p:nvPr/>
            </p:nvSpPr>
            <p:spPr>
              <a:xfrm>
                <a:off x="9824077" y="3165653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8" name="椭圆 627">
                <a:extLst>
                  <a:ext uri="{FF2B5EF4-FFF2-40B4-BE49-F238E27FC236}">
                    <a16:creationId xmlns:a16="http://schemas.microsoft.com/office/drawing/2014/main" id="{28F91048-62C9-B0BD-F20C-42B03068F97C}"/>
                  </a:ext>
                </a:extLst>
              </p:cNvPr>
              <p:cNvSpPr/>
              <p:nvPr/>
            </p:nvSpPr>
            <p:spPr>
              <a:xfrm>
                <a:off x="10398568" y="3170003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9" name="椭圆 628">
                <a:extLst>
                  <a:ext uri="{FF2B5EF4-FFF2-40B4-BE49-F238E27FC236}">
                    <a16:creationId xmlns:a16="http://schemas.microsoft.com/office/drawing/2014/main" id="{BBBA8C6E-66BC-29F7-ACD9-30A106FAD7DC}"/>
                  </a:ext>
                </a:extLst>
              </p:cNvPr>
              <p:cNvSpPr/>
              <p:nvPr/>
            </p:nvSpPr>
            <p:spPr>
              <a:xfrm>
                <a:off x="8127396" y="391524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0" name="椭圆 629">
                <a:extLst>
                  <a:ext uri="{FF2B5EF4-FFF2-40B4-BE49-F238E27FC236}">
                    <a16:creationId xmlns:a16="http://schemas.microsoft.com/office/drawing/2014/main" id="{E61706F1-55CD-7E8D-0E53-DF52CEF04BEE}"/>
                  </a:ext>
                </a:extLst>
              </p:cNvPr>
              <p:cNvSpPr/>
              <p:nvPr/>
            </p:nvSpPr>
            <p:spPr>
              <a:xfrm>
                <a:off x="8667453" y="391524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1" name="椭圆 630">
                <a:extLst>
                  <a:ext uri="{FF2B5EF4-FFF2-40B4-BE49-F238E27FC236}">
                    <a16:creationId xmlns:a16="http://schemas.microsoft.com/office/drawing/2014/main" id="{B044787B-C594-90D0-2E5E-C18062936EBA}"/>
                  </a:ext>
                </a:extLst>
              </p:cNvPr>
              <p:cNvSpPr/>
              <p:nvPr/>
            </p:nvSpPr>
            <p:spPr>
              <a:xfrm>
                <a:off x="9252472" y="391524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2" name="椭圆 631">
                <a:extLst>
                  <a:ext uri="{FF2B5EF4-FFF2-40B4-BE49-F238E27FC236}">
                    <a16:creationId xmlns:a16="http://schemas.microsoft.com/office/drawing/2014/main" id="{4CD9FCF4-7342-214F-48D2-45866C1F9108}"/>
                  </a:ext>
                </a:extLst>
              </p:cNvPr>
              <p:cNvSpPr/>
              <p:nvPr/>
            </p:nvSpPr>
            <p:spPr>
              <a:xfrm>
                <a:off x="9827592" y="3938104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椭圆 632">
                <a:extLst>
                  <a:ext uri="{FF2B5EF4-FFF2-40B4-BE49-F238E27FC236}">
                    <a16:creationId xmlns:a16="http://schemas.microsoft.com/office/drawing/2014/main" id="{30D8D1AB-6416-9DBB-8A53-2DC9992D42D7}"/>
                  </a:ext>
                </a:extLst>
              </p:cNvPr>
              <p:cNvSpPr/>
              <p:nvPr/>
            </p:nvSpPr>
            <p:spPr>
              <a:xfrm>
                <a:off x="10406873" y="391524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4" name="椭圆 633">
                <a:extLst>
                  <a:ext uri="{FF2B5EF4-FFF2-40B4-BE49-F238E27FC236}">
                    <a16:creationId xmlns:a16="http://schemas.microsoft.com/office/drawing/2014/main" id="{54E0C5D7-1BD2-4039-F0AB-F4B3549D5067}"/>
                  </a:ext>
                </a:extLst>
              </p:cNvPr>
              <p:cNvSpPr/>
              <p:nvPr/>
            </p:nvSpPr>
            <p:spPr>
              <a:xfrm>
                <a:off x="8131351" y="472199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5" name="椭圆 634">
                <a:extLst>
                  <a:ext uri="{FF2B5EF4-FFF2-40B4-BE49-F238E27FC236}">
                    <a16:creationId xmlns:a16="http://schemas.microsoft.com/office/drawing/2014/main" id="{86103904-DEFA-00C2-395D-BD4688A5A7D6}"/>
                  </a:ext>
                </a:extLst>
              </p:cNvPr>
              <p:cNvSpPr/>
              <p:nvPr/>
            </p:nvSpPr>
            <p:spPr>
              <a:xfrm>
                <a:off x="8681680" y="472199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6" name="椭圆 635">
                <a:extLst>
                  <a:ext uri="{FF2B5EF4-FFF2-40B4-BE49-F238E27FC236}">
                    <a16:creationId xmlns:a16="http://schemas.microsoft.com/office/drawing/2014/main" id="{98DBAF5F-B0A6-C866-905A-817B684B3DD9}"/>
                  </a:ext>
                </a:extLst>
              </p:cNvPr>
              <p:cNvSpPr/>
              <p:nvPr/>
            </p:nvSpPr>
            <p:spPr>
              <a:xfrm>
                <a:off x="9266935" y="472199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7" name="椭圆 636">
                <a:extLst>
                  <a:ext uri="{FF2B5EF4-FFF2-40B4-BE49-F238E27FC236}">
                    <a16:creationId xmlns:a16="http://schemas.microsoft.com/office/drawing/2014/main" id="{A812FDDE-CE79-BB62-B9AC-B30F1DC62784}"/>
                  </a:ext>
                </a:extLst>
              </p:cNvPr>
              <p:cNvSpPr/>
              <p:nvPr/>
            </p:nvSpPr>
            <p:spPr>
              <a:xfrm>
                <a:off x="9812328" y="472199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椭圆 637">
                <a:extLst>
                  <a:ext uri="{FF2B5EF4-FFF2-40B4-BE49-F238E27FC236}">
                    <a16:creationId xmlns:a16="http://schemas.microsoft.com/office/drawing/2014/main" id="{8FFA8238-FC2F-822C-A251-25EA17427257}"/>
                  </a:ext>
                </a:extLst>
              </p:cNvPr>
              <p:cNvSpPr/>
              <p:nvPr/>
            </p:nvSpPr>
            <p:spPr>
              <a:xfrm>
                <a:off x="10400169" y="472199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85">
                <p14:nvContentPartPr>
                  <p14:cNvPr id="645" name="墨迹 644">
                    <a:extLst>
                      <a:ext uri="{FF2B5EF4-FFF2-40B4-BE49-F238E27FC236}">
                        <a16:creationId xmlns:a16="http://schemas.microsoft.com/office/drawing/2014/main" id="{4F8A0795-067B-CFA4-E277-9DF346009CDA}"/>
                      </a:ext>
                    </a:extLst>
                  </p14:cNvPr>
                  <p14:cNvContentPartPr/>
                  <p14:nvPr/>
                </p14:nvContentPartPr>
                <p14:xfrm>
                  <a:off x="8784965" y="1187285"/>
                  <a:ext cx="360" cy="360"/>
                </p14:xfrm>
              </p:contentPart>
            </mc:Choice>
            <mc:Fallback xmlns="">
              <p:pic>
                <p:nvPicPr>
                  <p:cNvPr id="645" name="墨迹 644">
                    <a:extLst>
                      <a:ext uri="{FF2B5EF4-FFF2-40B4-BE49-F238E27FC236}">
                        <a16:creationId xmlns:a16="http://schemas.microsoft.com/office/drawing/2014/main" id="{4F8A0795-067B-CFA4-E277-9DF346009CDA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767325" y="1151285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6">
                <p14:nvContentPartPr>
                  <p14:cNvPr id="646" name="墨迹 645">
                    <a:extLst>
                      <a:ext uri="{FF2B5EF4-FFF2-40B4-BE49-F238E27FC236}">
                        <a16:creationId xmlns:a16="http://schemas.microsoft.com/office/drawing/2014/main" id="{E1DED953-508D-68CB-933E-C3446293F3E3}"/>
                      </a:ext>
                    </a:extLst>
                  </p14:cNvPr>
                  <p14:cNvContentPartPr/>
                  <p14:nvPr/>
                </p14:nvContentPartPr>
                <p14:xfrm>
                  <a:off x="8309923" y="1210480"/>
                  <a:ext cx="360" cy="360"/>
                </p14:xfrm>
              </p:contentPart>
            </mc:Choice>
            <mc:Fallback xmlns="">
              <p:pic>
                <p:nvPicPr>
                  <p:cNvPr id="646" name="墨迹 645">
                    <a:extLst>
                      <a:ext uri="{FF2B5EF4-FFF2-40B4-BE49-F238E27FC236}">
                        <a16:creationId xmlns:a16="http://schemas.microsoft.com/office/drawing/2014/main" id="{E1DED953-508D-68CB-933E-C3446293F3E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273923" y="113884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7">
                <p14:nvContentPartPr>
                  <p14:cNvPr id="647" name="墨迹 646">
                    <a:extLst>
                      <a:ext uri="{FF2B5EF4-FFF2-40B4-BE49-F238E27FC236}">
                        <a16:creationId xmlns:a16="http://schemas.microsoft.com/office/drawing/2014/main" id="{89FE93CD-986E-AAA9-AD6E-F28B459DA357}"/>
                      </a:ext>
                    </a:extLst>
                  </p14:cNvPr>
                  <p14:cNvContentPartPr/>
                  <p14:nvPr/>
                </p14:nvContentPartPr>
                <p14:xfrm>
                  <a:off x="7768123" y="1200040"/>
                  <a:ext cx="662760" cy="15120"/>
                </p14:xfrm>
              </p:contentPart>
            </mc:Choice>
            <mc:Fallback xmlns="">
              <p:pic>
                <p:nvPicPr>
                  <p:cNvPr id="647" name="墨迹 646">
                    <a:extLst>
                      <a:ext uri="{FF2B5EF4-FFF2-40B4-BE49-F238E27FC236}">
                        <a16:creationId xmlns:a16="http://schemas.microsoft.com/office/drawing/2014/main" id="{89FE93CD-986E-AAA9-AD6E-F28B459DA357}"/>
                      </a:ext>
                    </a:extLst>
                  </p:cNvPr>
                  <p:cNvPicPr/>
                  <p:nvPr/>
                </p:nvPicPr>
                <p:blipFill>
                  <a:blip r:embed="rId288"/>
                  <a:stretch>
                    <a:fillRect/>
                  </a:stretch>
                </p:blipFill>
                <p:spPr>
                  <a:xfrm>
                    <a:off x="7724115" y="1108404"/>
                    <a:ext cx="750336" cy="1979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9">
                <p14:nvContentPartPr>
                  <p14:cNvPr id="648" name="墨迹 647">
                    <a:extLst>
                      <a:ext uri="{FF2B5EF4-FFF2-40B4-BE49-F238E27FC236}">
                        <a16:creationId xmlns:a16="http://schemas.microsoft.com/office/drawing/2014/main" id="{9939389C-A7D5-791D-135A-C2FC1A480915}"/>
                      </a:ext>
                    </a:extLst>
                  </p14:cNvPr>
                  <p14:cNvContentPartPr/>
                  <p14:nvPr/>
                </p14:nvContentPartPr>
                <p14:xfrm>
                  <a:off x="7774243" y="1206520"/>
                  <a:ext cx="776880" cy="26280"/>
                </p14:xfrm>
              </p:contentPart>
            </mc:Choice>
            <mc:Fallback xmlns="">
              <p:pic>
                <p:nvPicPr>
                  <p:cNvPr id="648" name="墨迹 647">
                    <a:extLst>
                      <a:ext uri="{FF2B5EF4-FFF2-40B4-BE49-F238E27FC236}">
                        <a16:creationId xmlns:a16="http://schemas.microsoft.com/office/drawing/2014/main" id="{9939389C-A7D5-791D-135A-C2FC1A480915}"/>
                      </a:ext>
                    </a:extLst>
                  </p:cNvPr>
                  <p:cNvPicPr/>
                  <p:nvPr/>
                </p:nvPicPr>
                <p:blipFill>
                  <a:blip r:embed="rId290"/>
                  <a:stretch>
                    <a:fillRect/>
                  </a:stretch>
                </p:blipFill>
                <p:spPr>
                  <a:xfrm>
                    <a:off x="7730692" y="1112663"/>
                    <a:ext cx="864422" cy="2135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1">
                <p14:nvContentPartPr>
                  <p14:cNvPr id="649" name="墨迹 648">
                    <a:extLst>
                      <a:ext uri="{FF2B5EF4-FFF2-40B4-BE49-F238E27FC236}">
                        <a16:creationId xmlns:a16="http://schemas.microsoft.com/office/drawing/2014/main" id="{B9C83863-93B2-696D-B0C3-6A2DA5F7AA5A}"/>
                      </a:ext>
                    </a:extLst>
                  </p14:cNvPr>
                  <p14:cNvContentPartPr/>
                  <p14:nvPr/>
                </p14:nvContentPartPr>
                <p14:xfrm>
                  <a:off x="8113003" y="1200040"/>
                  <a:ext cx="768960" cy="6840"/>
                </p14:xfrm>
              </p:contentPart>
            </mc:Choice>
            <mc:Fallback xmlns="">
              <p:pic>
                <p:nvPicPr>
                  <p:cNvPr id="649" name="墨迹 648">
                    <a:extLst>
                      <a:ext uri="{FF2B5EF4-FFF2-40B4-BE49-F238E27FC236}">
                        <a16:creationId xmlns:a16="http://schemas.microsoft.com/office/drawing/2014/main" id="{B9C83863-93B2-696D-B0C3-6A2DA5F7AA5A}"/>
                      </a:ext>
                    </a:extLst>
                  </p:cNvPr>
                  <p:cNvPicPr/>
                  <p:nvPr/>
                </p:nvPicPr>
                <p:blipFill>
                  <a:blip r:embed="rId292"/>
                  <a:stretch>
                    <a:fillRect/>
                  </a:stretch>
                </p:blipFill>
                <p:spPr>
                  <a:xfrm>
                    <a:off x="8069012" y="1108840"/>
                    <a:ext cx="856502" cy="1887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3">
                <p14:nvContentPartPr>
                  <p14:cNvPr id="650" name="墨迹 649">
                    <a:extLst>
                      <a:ext uri="{FF2B5EF4-FFF2-40B4-BE49-F238E27FC236}">
                        <a16:creationId xmlns:a16="http://schemas.microsoft.com/office/drawing/2014/main" id="{0E5D23FD-0468-1991-53B8-CA2B52E32DFE}"/>
                      </a:ext>
                    </a:extLst>
                  </p14:cNvPr>
                  <p14:cNvContentPartPr/>
                  <p14:nvPr/>
                </p14:nvContentPartPr>
                <p14:xfrm>
                  <a:off x="8606203" y="1217320"/>
                  <a:ext cx="457200" cy="8640"/>
                </p14:xfrm>
              </p:contentPart>
            </mc:Choice>
            <mc:Fallback xmlns="">
              <p:pic>
                <p:nvPicPr>
                  <p:cNvPr id="650" name="墨迹 649">
                    <a:extLst>
                      <a:ext uri="{FF2B5EF4-FFF2-40B4-BE49-F238E27FC236}">
                        <a16:creationId xmlns:a16="http://schemas.microsoft.com/office/drawing/2014/main" id="{0E5D23FD-0468-1991-53B8-CA2B52E32DFE}"/>
                      </a:ext>
                    </a:extLst>
                  </p:cNvPr>
                  <p:cNvPicPr/>
                  <p:nvPr/>
                </p:nvPicPr>
                <p:blipFill>
                  <a:blip r:embed="rId294"/>
                  <a:stretch>
                    <a:fillRect/>
                  </a:stretch>
                </p:blipFill>
                <p:spPr>
                  <a:xfrm>
                    <a:off x="8562241" y="1121320"/>
                    <a:ext cx="544683" cy="200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5">
                <p14:nvContentPartPr>
                  <p14:cNvPr id="651" name="墨迹 650">
                    <a:extLst>
                      <a:ext uri="{FF2B5EF4-FFF2-40B4-BE49-F238E27FC236}">
                        <a16:creationId xmlns:a16="http://schemas.microsoft.com/office/drawing/2014/main" id="{FC0B00E7-A32D-E766-9D8A-4F1602D85DD4}"/>
                      </a:ext>
                    </a:extLst>
                  </p14:cNvPr>
                  <p14:cNvContentPartPr/>
                  <p14:nvPr/>
                </p14:nvContentPartPr>
                <p14:xfrm>
                  <a:off x="8724643" y="1193560"/>
                  <a:ext cx="679680" cy="28080"/>
                </p14:xfrm>
              </p:contentPart>
            </mc:Choice>
            <mc:Fallback xmlns="">
              <p:pic>
                <p:nvPicPr>
                  <p:cNvPr id="651" name="墨迹 650">
                    <a:extLst>
                      <a:ext uri="{FF2B5EF4-FFF2-40B4-BE49-F238E27FC236}">
                        <a16:creationId xmlns:a16="http://schemas.microsoft.com/office/drawing/2014/main" id="{FC0B00E7-A32D-E766-9D8A-4F1602D85DD4}"/>
                      </a:ext>
                    </a:extLst>
                  </p:cNvPr>
                  <p:cNvPicPr/>
                  <p:nvPr/>
                </p:nvPicPr>
                <p:blipFill>
                  <a:blip r:embed="rId296"/>
                  <a:stretch>
                    <a:fillRect/>
                  </a:stretch>
                </p:blipFill>
                <p:spPr>
                  <a:xfrm>
                    <a:off x="8681091" y="1099960"/>
                    <a:ext cx="767225" cy="2148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7">
                <p14:nvContentPartPr>
                  <p14:cNvPr id="652" name="墨迹 651">
                    <a:extLst>
                      <a:ext uri="{FF2B5EF4-FFF2-40B4-BE49-F238E27FC236}">
                        <a16:creationId xmlns:a16="http://schemas.microsoft.com/office/drawing/2014/main" id="{A1CC4074-F317-926E-42FF-5CF7DE6BCD27}"/>
                      </a:ext>
                    </a:extLst>
                  </p14:cNvPr>
                  <p14:cNvContentPartPr/>
                  <p14:nvPr/>
                </p14:nvContentPartPr>
                <p14:xfrm>
                  <a:off x="9128923" y="1199320"/>
                  <a:ext cx="350640" cy="18000"/>
                </p14:xfrm>
              </p:contentPart>
            </mc:Choice>
            <mc:Fallback xmlns="">
              <p:pic>
                <p:nvPicPr>
                  <p:cNvPr id="652" name="墨迹 651">
                    <a:extLst>
                      <a:ext uri="{FF2B5EF4-FFF2-40B4-BE49-F238E27FC236}">
                        <a16:creationId xmlns:a16="http://schemas.microsoft.com/office/drawing/2014/main" id="{A1CC4074-F317-926E-42FF-5CF7DE6BCD27}"/>
                      </a:ext>
                    </a:extLst>
                  </p:cNvPr>
                  <p:cNvPicPr/>
                  <p:nvPr/>
                </p:nvPicPr>
                <p:blipFill>
                  <a:blip r:embed="rId298"/>
                  <a:stretch>
                    <a:fillRect/>
                  </a:stretch>
                </p:blipFill>
                <p:spPr>
                  <a:xfrm>
                    <a:off x="9085368" y="1105057"/>
                    <a:ext cx="438190" cy="207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9">
                <p14:nvContentPartPr>
                  <p14:cNvPr id="653" name="墨迹 652">
                    <a:extLst>
                      <a:ext uri="{FF2B5EF4-FFF2-40B4-BE49-F238E27FC236}">
                        <a16:creationId xmlns:a16="http://schemas.microsoft.com/office/drawing/2014/main" id="{DB36E20C-65B2-65E8-C2B6-D888F68FE71A}"/>
                      </a:ext>
                    </a:extLst>
                  </p14:cNvPr>
                  <p14:cNvContentPartPr/>
                  <p14:nvPr/>
                </p14:nvContentPartPr>
                <p14:xfrm>
                  <a:off x="9082483" y="1204000"/>
                  <a:ext cx="133200" cy="2520"/>
                </p14:xfrm>
              </p:contentPart>
            </mc:Choice>
            <mc:Fallback xmlns="">
              <p:pic>
                <p:nvPicPr>
                  <p:cNvPr id="653" name="墨迹 652">
                    <a:extLst>
                      <a:ext uri="{FF2B5EF4-FFF2-40B4-BE49-F238E27FC236}">
                        <a16:creationId xmlns:a16="http://schemas.microsoft.com/office/drawing/2014/main" id="{DB36E20C-65B2-65E8-C2B6-D888F68FE71A}"/>
                      </a:ext>
                    </a:extLst>
                  </p:cNvPr>
                  <p:cNvPicPr/>
                  <p:nvPr/>
                </p:nvPicPr>
                <p:blipFill>
                  <a:blip r:embed="rId300"/>
                  <a:stretch>
                    <a:fillRect/>
                  </a:stretch>
                </p:blipFill>
                <p:spPr>
                  <a:xfrm>
                    <a:off x="9038523" y="1120420"/>
                    <a:ext cx="220681" cy="1701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1">
                <p14:nvContentPartPr>
                  <p14:cNvPr id="654" name="墨迹 653">
                    <a:extLst>
                      <a:ext uri="{FF2B5EF4-FFF2-40B4-BE49-F238E27FC236}">
                        <a16:creationId xmlns:a16="http://schemas.microsoft.com/office/drawing/2014/main" id="{20C9D526-6EBF-9330-73AC-FAD6BC6B5234}"/>
                      </a:ext>
                    </a:extLst>
                  </p14:cNvPr>
                  <p14:cNvContentPartPr/>
                  <p14:nvPr/>
                </p14:nvContentPartPr>
                <p14:xfrm>
                  <a:off x="9484280" y="1182720"/>
                  <a:ext cx="1441080" cy="31680"/>
                </p14:xfrm>
              </p:contentPart>
            </mc:Choice>
            <mc:Fallback xmlns="">
              <p:pic>
                <p:nvPicPr>
                  <p:cNvPr id="654" name="墨迹 653">
                    <a:extLst>
                      <a:ext uri="{FF2B5EF4-FFF2-40B4-BE49-F238E27FC236}">
                        <a16:creationId xmlns:a16="http://schemas.microsoft.com/office/drawing/2014/main" id="{20C9D526-6EBF-9330-73AC-FAD6BC6B5234}"/>
                      </a:ext>
                    </a:extLst>
                  </p:cNvPr>
                  <p:cNvPicPr/>
                  <p:nvPr/>
                </p:nvPicPr>
                <p:blipFill>
                  <a:blip r:embed="rId302"/>
                  <a:stretch>
                    <a:fillRect/>
                  </a:stretch>
                </p:blipFill>
                <p:spPr>
                  <a:xfrm>
                    <a:off x="9440278" y="1090009"/>
                    <a:ext cx="1528645" cy="2175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3">
                <p14:nvContentPartPr>
                  <p14:cNvPr id="655" name="墨迹 654">
                    <a:extLst>
                      <a:ext uri="{FF2B5EF4-FFF2-40B4-BE49-F238E27FC236}">
                        <a16:creationId xmlns:a16="http://schemas.microsoft.com/office/drawing/2014/main" id="{F5DE6348-9C77-A195-85B8-D8EAC4C72808}"/>
                      </a:ext>
                    </a:extLst>
                  </p14:cNvPr>
                  <p14:cNvContentPartPr/>
                  <p14:nvPr/>
                </p14:nvContentPartPr>
                <p14:xfrm>
                  <a:off x="9478880" y="1209000"/>
                  <a:ext cx="800280" cy="15480"/>
                </p14:xfrm>
              </p:contentPart>
            </mc:Choice>
            <mc:Fallback xmlns="">
              <p:pic>
                <p:nvPicPr>
                  <p:cNvPr id="655" name="墨迹 654">
                    <a:extLst>
                      <a:ext uri="{FF2B5EF4-FFF2-40B4-BE49-F238E27FC236}">
                        <a16:creationId xmlns:a16="http://schemas.microsoft.com/office/drawing/2014/main" id="{F5DE6348-9C77-A195-85B8-D8EAC4C72808}"/>
                      </a:ext>
                    </a:extLst>
                  </p:cNvPr>
                  <p:cNvPicPr/>
                  <p:nvPr/>
                </p:nvPicPr>
                <p:blipFill>
                  <a:blip r:embed="rId304"/>
                  <a:stretch>
                    <a:fillRect/>
                  </a:stretch>
                </p:blipFill>
                <p:spPr>
                  <a:xfrm>
                    <a:off x="9435324" y="1117941"/>
                    <a:ext cx="887831" cy="1971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5">
                <p14:nvContentPartPr>
                  <p14:cNvPr id="656" name="墨迹 655">
                    <a:extLst>
                      <a:ext uri="{FF2B5EF4-FFF2-40B4-BE49-F238E27FC236}">
                        <a16:creationId xmlns:a16="http://schemas.microsoft.com/office/drawing/2014/main" id="{056A3F47-B03B-15CB-0AF7-84F9ADF0211B}"/>
                      </a:ext>
                    </a:extLst>
                  </p14:cNvPr>
                  <p14:cNvContentPartPr/>
                  <p14:nvPr/>
                </p14:nvContentPartPr>
                <p14:xfrm>
                  <a:off x="10828880" y="1330680"/>
                  <a:ext cx="22320" cy="568800"/>
                </p14:xfrm>
              </p:contentPart>
            </mc:Choice>
            <mc:Fallback xmlns="">
              <p:pic>
                <p:nvPicPr>
                  <p:cNvPr id="656" name="墨迹 655">
                    <a:extLst>
                      <a:ext uri="{FF2B5EF4-FFF2-40B4-BE49-F238E27FC236}">
                        <a16:creationId xmlns:a16="http://schemas.microsoft.com/office/drawing/2014/main" id="{056A3F47-B03B-15CB-0AF7-84F9ADF0211B}"/>
                      </a:ext>
                    </a:extLst>
                  </p:cNvPr>
                  <p:cNvPicPr/>
                  <p:nvPr/>
                </p:nvPicPr>
                <p:blipFill>
                  <a:blip r:embed="rId306"/>
                  <a:stretch>
                    <a:fillRect/>
                  </a:stretch>
                </p:blipFill>
                <p:spPr>
                  <a:xfrm>
                    <a:off x="10785115" y="1237748"/>
                    <a:ext cx="109412" cy="7551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7">
                <p14:nvContentPartPr>
                  <p14:cNvPr id="657" name="墨迹 656">
                    <a:extLst>
                      <a:ext uri="{FF2B5EF4-FFF2-40B4-BE49-F238E27FC236}">
                        <a16:creationId xmlns:a16="http://schemas.microsoft.com/office/drawing/2014/main" id="{2C373D16-3FD1-DA01-3394-299394B54463}"/>
                      </a:ext>
                    </a:extLst>
                  </p14:cNvPr>
                  <p14:cNvContentPartPr/>
                  <p14:nvPr/>
                </p14:nvContentPartPr>
                <p14:xfrm>
                  <a:off x="10881440" y="1274880"/>
                  <a:ext cx="30600" cy="599400"/>
                </p14:xfrm>
              </p:contentPart>
            </mc:Choice>
            <mc:Fallback xmlns="">
              <p:pic>
                <p:nvPicPr>
                  <p:cNvPr id="657" name="墨迹 656">
                    <a:extLst>
                      <a:ext uri="{FF2B5EF4-FFF2-40B4-BE49-F238E27FC236}">
                        <a16:creationId xmlns:a16="http://schemas.microsoft.com/office/drawing/2014/main" id="{2C373D16-3FD1-DA01-3394-299394B54463}"/>
                      </a:ext>
                    </a:extLst>
                  </p:cNvPr>
                  <p:cNvPicPr/>
                  <p:nvPr/>
                </p:nvPicPr>
                <p:blipFill>
                  <a:blip r:embed="rId308"/>
                  <a:stretch>
                    <a:fillRect/>
                  </a:stretch>
                </p:blipFill>
                <p:spPr>
                  <a:xfrm>
                    <a:off x="10837726" y="1181982"/>
                    <a:ext cx="117591" cy="78566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9">
                <p14:nvContentPartPr>
                  <p14:cNvPr id="658" name="墨迹 657">
                    <a:extLst>
                      <a:ext uri="{FF2B5EF4-FFF2-40B4-BE49-F238E27FC236}">
                        <a16:creationId xmlns:a16="http://schemas.microsoft.com/office/drawing/2014/main" id="{B6FF3294-7D27-59A5-F2E7-50BF6B02107E}"/>
                      </a:ext>
                    </a:extLst>
                  </p14:cNvPr>
                  <p14:cNvContentPartPr/>
                  <p14:nvPr/>
                </p14:nvContentPartPr>
                <p14:xfrm>
                  <a:off x="7770283" y="1959617"/>
                  <a:ext cx="1535760" cy="26640"/>
                </p14:xfrm>
              </p:contentPart>
            </mc:Choice>
            <mc:Fallback xmlns="">
              <p:pic>
                <p:nvPicPr>
                  <p:cNvPr id="658" name="墨迹 657">
                    <a:extLst>
                      <a:ext uri="{FF2B5EF4-FFF2-40B4-BE49-F238E27FC236}">
                        <a16:creationId xmlns:a16="http://schemas.microsoft.com/office/drawing/2014/main" id="{B6FF3294-7D27-59A5-F2E7-50BF6B02107E}"/>
                      </a:ext>
                    </a:extLst>
                  </p:cNvPr>
                  <p:cNvPicPr/>
                  <p:nvPr/>
                </p:nvPicPr>
                <p:blipFill>
                  <a:blip r:embed="rId310"/>
                  <a:stretch>
                    <a:fillRect/>
                  </a:stretch>
                </p:blipFill>
                <p:spPr>
                  <a:xfrm>
                    <a:off x="7726278" y="1866143"/>
                    <a:ext cx="1623329" cy="21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1">
                <p14:nvContentPartPr>
                  <p14:cNvPr id="659" name="墨迹 658">
                    <a:extLst>
                      <a:ext uri="{FF2B5EF4-FFF2-40B4-BE49-F238E27FC236}">
                        <a16:creationId xmlns:a16="http://schemas.microsoft.com/office/drawing/2014/main" id="{7E4FADA8-DD5F-C947-68A3-F1289ECD855D}"/>
                      </a:ext>
                    </a:extLst>
                  </p14:cNvPr>
                  <p14:cNvContentPartPr/>
                  <p14:nvPr/>
                </p14:nvContentPartPr>
                <p14:xfrm>
                  <a:off x="7846963" y="1966097"/>
                  <a:ext cx="839880" cy="34920"/>
                </p14:xfrm>
              </p:contentPart>
            </mc:Choice>
            <mc:Fallback xmlns="">
              <p:pic>
                <p:nvPicPr>
                  <p:cNvPr id="659" name="墨迹 658">
                    <a:extLst>
                      <a:ext uri="{FF2B5EF4-FFF2-40B4-BE49-F238E27FC236}">
                        <a16:creationId xmlns:a16="http://schemas.microsoft.com/office/drawing/2014/main" id="{7E4FADA8-DD5F-C947-68A3-F1289ECD855D}"/>
                      </a:ext>
                    </a:extLst>
                  </p:cNvPr>
                  <p:cNvPicPr/>
                  <p:nvPr/>
                </p:nvPicPr>
                <p:blipFill>
                  <a:blip r:embed="rId312"/>
                  <a:stretch>
                    <a:fillRect/>
                  </a:stretch>
                </p:blipFill>
                <p:spPr>
                  <a:xfrm>
                    <a:off x="7803407" y="1873443"/>
                    <a:ext cx="927432" cy="2206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3">
                <p14:nvContentPartPr>
                  <p14:cNvPr id="660" name="墨迹 659">
                    <a:extLst>
                      <a:ext uri="{FF2B5EF4-FFF2-40B4-BE49-F238E27FC236}">
                        <a16:creationId xmlns:a16="http://schemas.microsoft.com/office/drawing/2014/main" id="{50426435-7EE7-60EB-C7BE-A2030FDC2F06}"/>
                      </a:ext>
                    </a:extLst>
                  </p14:cNvPr>
                  <p14:cNvContentPartPr/>
                  <p14:nvPr/>
                </p14:nvContentPartPr>
                <p14:xfrm>
                  <a:off x="7778203" y="2042417"/>
                  <a:ext cx="11520" cy="258480"/>
                </p14:xfrm>
              </p:contentPart>
            </mc:Choice>
            <mc:Fallback xmlns="">
              <p:pic>
                <p:nvPicPr>
                  <p:cNvPr id="660" name="墨迹 659">
                    <a:extLst>
                      <a:ext uri="{FF2B5EF4-FFF2-40B4-BE49-F238E27FC236}">
                        <a16:creationId xmlns:a16="http://schemas.microsoft.com/office/drawing/2014/main" id="{50426435-7EE7-60EB-C7BE-A2030FDC2F06}"/>
                      </a:ext>
                    </a:extLst>
                  </p:cNvPr>
                  <p:cNvPicPr/>
                  <p:nvPr/>
                </p:nvPicPr>
                <p:blipFill>
                  <a:blip r:embed="rId314"/>
                  <a:stretch>
                    <a:fillRect/>
                  </a:stretch>
                </p:blipFill>
                <p:spPr>
                  <a:xfrm>
                    <a:off x="7733895" y="1949103"/>
                    <a:ext cx="99692" cy="4446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5">
                <p14:nvContentPartPr>
                  <p14:cNvPr id="661" name="墨迹 660">
                    <a:extLst>
                      <a:ext uri="{FF2B5EF4-FFF2-40B4-BE49-F238E27FC236}">
                        <a16:creationId xmlns:a16="http://schemas.microsoft.com/office/drawing/2014/main" id="{6E2B7F0C-883C-B819-B9C4-4B3810133814}"/>
                      </a:ext>
                    </a:extLst>
                  </p14:cNvPr>
                  <p14:cNvContentPartPr/>
                  <p14:nvPr/>
                </p14:nvContentPartPr>
                <p14:xfrm>
                  <a:off x="7827163" y="2027657"/>
                  <a:ext cx="22320" cy="421200"/>
                </p14:xfrm>
              </p:contentPart>
            </mc:Choice>
            <mc:Fallback xmlns="">
              <p:pic>
                <p:nvPicPr>
                  <p:cNvPr id="661" name="墨迹 660">
                    <a:extLst>
                      <a:ext uri="{FF2B5EF4-FFF2-40B4-BE49-F238E27FC236}">
                        <a16:creationId xmlns:a16="http://schemas.microsoft.com/office/drawing/2014/main" id="{6E2B7F0C-883C-B819-B9C4-4B3810133814}"/>
                      </a:ext>
                    </a:extLst>
                  </p:cNvPr>
                  <p:cNvPicPr/>
                  <p:nvPr/>
                </p:nvPicPr>
                <p:blipFill>
                  <a:blip r:embed="rId316"/>
                  <a:stretch>
                    <a:fillRect/>
                  </a:stretch>
                </p:blipFill>
                <p:spPr>
                  <a:xfrm>
                    <a:off x="7783398" y="1934265"/>
                    <a:ext cx="109412" cy="60751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7">
                <p14:nvContentPartPr>
                  <p14:cNvPr id="662" name="墨迹 661">
                    <a:extLst>
                      <a:ext uri="{FF2B5EF4-FFF2-40B4-BE49-F238E27FC236}">
                        <a16:creationId xmlns:a16="http://schemas.microsoft.com/office/drawing/2014/main" id="{80453C61-EC4D-31E7-5A84-D3A491531C64}"/>
                      </a:ext>
                    </a:extLst>
                  </p14:cNvPr>
                  <p14:cNvContentPartPr/>
                  <p14:nvPr/>
                </p14:nvContentPartPr>
                <p14:xfrm>
                  <a:off x="9303981" y="1972353"/>
                  <a:ext cx="1617480" cy="12960"/>
                </p14:xfrm>
              </p:contentPart>
            </mc:Choice>
            <mc:Fallback xmlns="">
              <p:pic>
                <p:nvPicPr>
                  <p:cNvPr id="662" name="墨迹 661">
                    <a:extLst>
                      <a:ext uri="{FF2B5EF4-FFF2-40B4-BE49-F238E27FC236}">
                        <a16:creationId xmlns:a16="http://schemas.microsoft.com/office/drawing/2014/main" id="{80453C61-EC4D-31E7-5A84-D3A491531C64}"/>
                      </a:ext>
                    </a:extLst>
                  </p:cNvPr>
                  <p:cNvPicPr/>
                  <p:nvPr/>
                </p:nvPicPr>
                <p:blipFill>
                  <a:blip r:embed="rId318"/>
                  <a:stretch>
                    <a:fillRect/>
                  </a:stretch>
                </p:blipFill>
                <p:spPr>
                  <a:xfrm>
                    <a:off x="9260420" y="1880244"/>
                    <a:ext cx="1705042" cy="19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9">
                <p14:nvContentPartPr>
                  <p14:cNvPr id="663" name="墨迹 662">
                    <a:extLst>
                      <a:ext uri="{FF2B5EF4-FFF2-40B4-BE49-F238E27FC236}">
                        <a16:creationId xmlns:a16="http://schemas.microsoft.com/office/drawing/2014/main" id="{B1ABDD7D-6E82-468D-E122-2E4EE885E9CC}"/>
                      </a:ext>
                    </a:extLst>
                  </p14:cNvPr>
                  <p14:cNvContentPartPr/>
                  <p14:nvPr/>
                </p14:nvContentPartPr>
                <p14:xfrm>
                  <a:off x="9987807" y="1888113"/>
                  <a:ext cx="913680" cy="97920"/>
                </p14:xfrm>
              </p:contentPart>
            </mc:Choice>
            <mc:Fallback xmlns="">
              <p:pic>
                <p:nvPicPr>
                  <p:cNvPr id="663" name="墨迹 662">
                    <a:extLst>
                      <a:ext uri="{FF2B5EF4-FFF2-40B4-BE49-F238E27FC236}">
                        <a16:creationId xmlns:a16="http://schemas.microsoft.com/office/drawing/2014/main" id="{B1ABDD7D-6E82-468D-E122-2E4EE885E9CC}"/>
                      </a:ext>
                    </a:extLst>
                  </p:cNvPr>
                  <p:cNvPicPr/>
                  <p:nvPr/>
                </p:nvPicPr>
                <p:blipFill>
                  <a:blip r:embed="rId320"/>
                  <a:stretch>
                    <a:fillRect/>
                  </a:stretch>
                </p:blipFill>
                <p:spPr>
                  <a:xfrm>
                    <a:off x="9943795" y="1794856"/>
                    <a:ext cx="1001263" cy="2839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1">
                <p14:nvContentPartPr>
                  <p14:cNvPr id="664" name="墨迹 663">
                    <a:extLst>
                      <a:ext uri="{FF2B5EF4-FFF2-40B4-BE49-F238E27FC236}">
                        <a16:creationId xmlns:a16="http://schemas.microsoft.com/office/drawing/2014/main" id="{CED1604A-767E-E4F7-2EDE-261B0DEC032E}"/>
                      </a:ext>
                    </a:extLst>
                  </p14:cNvPr>
                  <p14:cNvContentPartPr/>
                  <p14:nvPr/>
                </p14:nvContentPartPr>
                <p14:xfrm>
                  <a:off x="10887807" y="1397073"/>
                  <a:ext cx="24840" cy="37440"/>
                </p14:xfrm>
              </p:contentPart>
            </mc:Choice>
            <mc:Fallback xmlns="">
              <p:pic>
                <p:nvPicPr>
                  <p:cNvPr id="664" name="墨迹 663">
                    <a:extLst>
                      <a:ext uri="{FF2B5EF4-FFF2-40B4-BE49-F238E27FC236}">
                        <a16:creationId xmlns:a16="http://schemas.microsoft.com/office/drawing/2014/main" id="{CED1604A-767E-E4F7-2EDE-261B0DEC032E}"/>
                      </a:ext>
                    </a:extLst>
                  </p:cNvPr>
                  <p:cNvPicPr/>
                  <p:nvPr/>
                </p:nvPicPr>
                <p:blipFill>
                  <a:blip r:embed="rId322"/>
                  <a:stretch>
                    <a:fillRect/>
                  </a:stretch>
                </p:blipFill>
                <p:spPr>
                  <a:xfrm>
                    <a:off x="10843893" y="1304629"/>
                    <a:ext cx="113111" cy="2218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3">
                <p14:nvContentPartPr>
                  <p14:cNvPr id="665" name="墨迹 664">
                    <a:extLst>
                      <a:ext uri="{FF2B5EF4-FFF2-40B4-BE49-F238E27FC236}">
                        <a16:creationId xmlns:a16="http://schemas.microsoft.com/office/drawing/2014/main" id="{4DB7229F-1EDC-6469-884B-3922F068F004}"/>
                      </a:ext>
                    </a:extLst>
                  </p14:cNvPr>
                  <p14:cNvContentPartPr/>
                  <p14:nvPr/>
                </p14:nvContentPartPr>
                <p14:xfrm>
                  <a:off x="10668207" y="1971993"/>
                  <a:ext cx="122760" cy="9360"/>
                </p14:xfrm>
              </p:contentPart>
            </mc:Choice>
            <mc:Fallback xmlns="">
              <p:pic>
                <p:nvPicPr>
                  <p:cNvPr id="665" name="墨迹 664">
                    <a:extLst>
                      <a:ext uri="{FF2B5EF4-FFF2-40B4-BE49-F238E27FC236}">
                        <a16:creationId xmlns:a16="http://schemas.microsoft.com/office/drawing/2014/main" id="{4DB7229F-1EDC-6469-884B-3922F068F004}"/>
                      </a:ext>
                    </a:extLst>
                  </p:cNvPr>
                  <p:cNvPicPr/>
                  <p:nvPr/>
                </p:nvPicPr>
                <p:blipFill>
                  <a:blip r:embed="rId324"/>
                  <a:stretch>
                    <a:fillRect/>
                  </a:stretch>
                </p:blipFill>
                <p:spPr>
                  <a:xfrm>
                    <a:off x="10624647" y="1882850"/>
                    <a:ext cx="210320" cy="18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5">
                <p14:nvContentPartPr>
                  <p14:cNvPr id="666" name="墨迹 665">
                    <a:extLst>
                      <a:ext uri="{FF2B5EF4-FFF2-40B4-BE49-F238E27FC236}">
                        <a16:creationId xmlns:a16="http://schemas.microsoft.com/office/drawing/2014/main" id="{723EF763-E1C5-31B9-944D-B6F4D38D52F7}"/>
                      </a:ext>
                    </a:extLst>
                  </p14:cNvPr>
                  <p14:cNvContentPartPr/>
                  <p14:nvPr/>
                </p14:nvContentPartPr>
                <p14:xfrm>
                  <a:off x="10824447" y="1828713"/>
                  <a:ext cx="360" cy="360"/>
                </p14:xfrm>
              </p:contentPart>
            </mc:Choice>
            <mc:Fallback xmlns="">
              <p:pic>
                <p:nvPicPr>
                  <p:cNvPr id="666" name="墨迹 665">
                    <a:extLst>
                      <a:ext uri="{FF2B5EF4-FFF2-40B4-BE49-F238E27FC236}">
                        <a16:creationId xmlns:a16="http://schemas.microsoft.com/office/drawing/2014/main" id="{723EF763-E1C5-31B9-944D-B6F4D38D52F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788807" y="1756713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6">
                <p14:nvContentPartPr>
                  <p14:cNvPr id="667" name="墨迹 666">
                    <a:extLst>
                      <a:ext uri="{FF2B5EF4-FFF2-40B4-BE49-F238E27FC236}">
                        <a16:creationId xmlns:a16="http://schemas.microsoft.com/office/drawing/2014/main" id="{0239F41B-38C0-2898-75B6-B4D897E97217}"/>
                      </a:ext>
                    </a:extLst>
                  </p14:cNvPr>
                  <p14:cNvContentPartPr/>
                  <p14:nvPr/>
                </p14:nvContentPartPr>
                <p14:xfrm>
                  <a:off x="10845687" y="1777953"/>
                  <a:ext cx="360" cy="360"/>
                </p14:xfrm>
              </p:contentPart>
            </mc:Choice>
            <mc:Fallback xmlns="">
              <p:pic>
                <p:nvPicPr>
                  <p:cNvPr id="667" name="墨迹 666">
                    <a:extLst>
                      <a:ext uri="{FF2B5EF4-FFF2-40B4-BE49-F238E27FC236}">
                        <a16:creationId xmlns:a16="http://schemas.microsoft.com/office/drawing/2014/main" id="{0239F41B-38C0-2898-75B6-B4D897E9721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09687" y="1705953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7">
                <p14:nvContentPartPr>
                  <p14:cNvPr id="668" name="墨迹 667">
                    <a:extLst>
                      <a:ext uri="{FF2B5EF4-FFF2-40B4-BE49-F238E27FC236}">
                        <a16:creationId xmlns:a16="http://schemas.microsoft.com/office/drawing/2014/main" id="{642825B7-6FB4-3687-5379-6D544BB22293}"/>
                      </a:ext>
                    </a:extLst>
                  </p14:cNvPr>
                  <p14:cNvContentPartPr/>
                  <p14:nvPr/>
                </p14:nvContentPartPr>
                <p14:xfrm>
                  <a:off x="7772007" y="2332353"/>
                  <a:ext cx="3600" cy="428400"/>
                </p14:xfrm>
              </p:contentPart>
            </mc:Choice>
            <mc:Fallback xmlns="">
              <p:pic>
                <p:nvPicPr>
                  <p:cNvPr id="668" name="墨迹 667">
                    <a:extLst>
                      <a:ext uri="{FF2B5EF4-FFF2-40B4-BE49-F238E27FC236}">
                        <a16:creationId xmlns:a16="http://schemas.microsoft.com/office/drawing/2014/main" id="{642825B7-6FB4-3687-5379-6D544BB22293}"/>
                      </a:ext>
                    </a:extLst>
                  </p:cNvPr>
                  <p:cNvPicPr/>
                  <p:nvPr/>
                </p:nvPicPr>
                <p:blipFill>
                  <a:blip r:embed="rId328"/>
                  <a:stretch>
                    <a:fillRect/>
                  </a:stretch>
                </p:blipFill>
                <p:spPr>
                  <a:xfrm>
                    <a:off x="7732407" y="2239486"/>
                    <a:ext cx="83200" cy="61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9">
                <p14:nvContentPartPr>
                  <p14:cNvPr id="669" name="墨迹 668">
                    <a:extLst>
                      <a:ext uri="{FF2B5EF4-FFF2-40B4-BE49-F238E27FC236}">
                        <a16:creationId xmlns:a16="http://schemas.microsoft.com/office/drawing/2014/main" id="{618425F9-FAC6-BB41-1A21-F0D7364AFE04}"/>
                      </a:ext>
                    </a:extLst>
                  </p14:cNvPr>
                  <p14:cNvContentPartPr/>
                  <p14:nvPr/>
                </p14:nvContentPartPr>
                <p14:xfrm>
                  <a:off x="7809087" y="2357913"/>
                  <a:ext cx="19080" cy="389520"/>
                </p14:xfrm>
              </p:contentPart>
            </mc:Choice>
            <mc:Fallback xmlns="">
              <p:pic>
                <p:nvPicPr>
                  <p:cNvPr id="669" name="墨迹 668">
                    <a:extLst>
                      <a:ext uri="{FF2B5EF4-FFF2-40B4-BE49-F238E27FC236}">
                        <a16:creationId xmlns:a16="http://schemas.microsoft.com/office/drawing/2014/main" id="{618425F9-FAC6-BB41-1A21-F0D7364AFE04}"/>
                      </a:ext>
                    </a:extLst>
                  </p:cNvPr>
                  <p:cNvPicPr/>
                  <p:nvPr/>
                </p:nvPicPr>
                <p:blipFill>
                  <a:blip r:embed="rId330"/>
                  <a:stretch>
                    <a:fillRect/>
                  </a:stretch>
                </p:blipFill>
                <p:spPr>
                  <a:xfrm>
                    <a:off x="7765723" y="2264615"/>
                    <a:ext cx="105374" cy="5756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1">
                <p14:nvContentPartPr>
                  <p14:cNvPr id="670" name="墨迹 669">
                    <a:extLst>
                      <a:ext uri="{FF2B5EF4-FFF2-40B4-BE49-F238E27FC236}">
                        <a16:creationId xmlns:a16="http://schemas.microsoft.com/office/drawing/2014/main" id="{40FA4556-EEAD-3815-92DA-624209785673}"/>
                      </a:ext>
                    </a:extLst>
                  </p14:cNvPr>
                  <p14:cNvContentPartPr/>
                  <p14:nvPr/>
                </p14:nvContentPartPr>
                <p14:xfrm>
                  <a:off x="7856607" y="2505873"/>
                  <a:ext cx="5040" cy="262080"/>
                </p14:xfrm>
              </p:contentPart>
            </mc:Choice>
            <mc:Fallback xmlns="">
              <p:pic>
                <p:nvPicPr>
                  <p:cNvPr id="670" name="墨迹 669">
                    <a:extLst>
                      <a:ext uri="{FF2B5EF4-FFF2-40B4-BE49-F238E27FC236}">
                        <a16:creationId xmlns:a16="http://schemas.microsoft.com/office/drawing/2014/main" id="{40FA4556-EEAD-3815-92DA-624209785673}"/>
                      </a:ext>
                    </a:extLst>
                  </p:cNvPr>
                  <p:cNvPicPr/>
                  <p:nvPr/>
                </p:nvPicPr>
                <p:blipFill>
                  <a:blip r:embed="rId332"/>
                  <a:stretch>
                    <a:fillRect/>
                  </a:stretch>
                </p:blipFill>
                <p:spPr>
                  <a:xfrm>
                    <a:off x="7814607" y="2413072"/>
                    <a:ext cx="88620" cy="4481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3">
                <p14:nvContentPartPr>
                  <p14:cNvPr id="671" name="墨迹 670">
                    <a:extLst>
                      <a:ext uri="{FF2B5EF4-FFF2-40B4-BE49-F238E27FC236}">
                        <a16:creationId xmlns:a16="http://schemas.microsoft.com/office/drawing/2014/main" id="{FE11D61A-C83E-71B0-02EC-B7F720DF1AAB}"/>
                      </a:ext>
                    </a:extLst>
                  </p14:cNvPr>
                  <p14:cNvContentPartPr/>
                  <p14:nvPr/>
                </p14:nvContentPartPr>
                <p14:xfrm>
                  <a:off x="7768047" y="2818713"/>
                  <a:ext cx="2980080" cy="26280"/>
                </p14:xfrm>
              </p:contentPart>
            </mc:Choice>
            <mc:Fallback xmlns="">
              <p:pic>
                <p:nvPicPr>
                  <p:cNvPr id="671" name="墨迹 670">
                    <a:extLst>
                      <a:ext uri="{FF2B5EF4-FFF2-40B4-BE49-F238E27FC236}">
                        <a16:creationId xmlns:a16="http://schemas.microsoft.com/office/drawing/2014/main" id="{FE11D61A-C83E-71B0-02EC-B7F720DF1AAB}"/>
                      </a:ext>
                    </a:extLst>
                  </p:cNvPr>
                  <p:cNvPicPr/>
                  <p:nvPr/>
                </p:nvPicPr>
                <p:blipFill>
                  <a:blip r:embed="rId334"/>
                  <a:stretch>
                    <a:fillRect/>
                  </a:stretch>
                </p:blipFill>
                <p:spPr>
                  <a:xfrm>
                    <a:off x="7724048" y="2726964"/>
                    <a:ext cx="3067639" cy="210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5">
                <p14:nvContentPartPr>
                  <p14:cNvPr id="672" name="墨迹 671">
                    <a:extLst>
                      <a:ext uri="{FF2B5EF4-FFF2-40B4-BE49-F238E27FC236}">
                        <a16:creationId xmlns:a16="http://schemas.microsoft.com/office/drawing/2014/main" id="{D82A52EC-F3D0-0430-92F8-6682FC95D8B3}"/>
                      </a:ext>
                    </a:extLst>
                  </p14:cNvPr>
                  <p14:cNvContentPartPr/>
                  <p14:nvPr/>
                </p14:nvContentPartPr>
                <p14:xfrm>
                  <a:off x="7907727" y="2788833"/>
                  <a:ext cx="1345680" cy="31320"/>
                </p14:xfrm>
              </p:contentPart>
            </mc:Choice>
            <mc:Fallback xmlns="">
              <p:pic>
                <p:nvPicPr>
                  <p:cNvPr id="672" name="墨迹 671">
                    <a:extLst>
                      <a:ext uri="{FF2B5EF4-FFF2-40B4-BE49-F238E27FC236}">
                        <a16:creationId xmlns:a16="http://schemas.microsoft.com/office/drawing/2014/main" id="{D82A52EC-F3D0-0430-92F8-6682FC95D8B3}"/>
                      </a:ext>
                    </a:extLst>
                  </p:cNvPr>
                  <p:cNvPicPr/>
                  <p:nvPr/>
                </p:nvPicPr>
                <p:blipFill>
                  <a:blip r:embed="rId336"/>
                  <a:stretch>
                    <a:fillRect/>
                  </a:stretch>
                </p:blipFill>
                <p:spPr>
                  <a:xfrm>
                    <a:off x="7863736" y="2695808"/>
                    <a:ext cx="1433222" cy="2178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7">
                <p14:nvContentPartPr>
                  <p14:cNvPr id="673" name="墨迹 672">
                    <a:extLst>
                      <a:ext uri="{FF2B5EF4-FFF2-40B4-BE49-F238E27FC236}">
                        <a16:creationId xmlns:a16="http://schemas.microsoft.com/office/drawing/2014/main" id="{F161639A-7906-441D-E19B-C74B44EC1C9C}"/>
                      </a:ext>
                    </a:extLst>
                  </p14:cNvPr>
                  <p14:cNvContentPartPr/>
                  <p14:nvPr/>
                </p14:nvContentPartPr>
                <p14:xfrm>
                  <a:off x="8661207" y="2776953"/>
                  <a:ext cx="1740240" cy="51120"/>
                </p14:xfrm>
              </p:contentPart>
            </mc:Choice>
            <mc:Fallback xmlns="">
              <p:pic>
                <p:nvPicPr>
                  <p:cNvPr id="673" name="墨迹 672">
                    <a:extLst>
                      <a:ext uri="{FF2B5EF4-FFF2-40B4-BE49-F238E27FC236}">
                        <a16:creationId xmlns:a16="http://schemas.microsoft.com/office/drawing/2014/main" id="{F161639A-7906-441D-E19B-C74B44EC1C9C}"/>
                      </a:ext>
                    </a:extLst>
                  </p:cNvPr>
                  <p:cNvPicPr/>
                  <p:nvPr/>
                </p:nvPicPr>
                <p:blipFill>
                  <a:blip r:embed="rId338"/>
                  <a:stretch>
                    <a:fillRect/>
                  </a:stretch>
                </p:blipFill>
                <p:spPr>
                  <a:xfrm>
                    <a:off x="8617646" y="2683155"/>
                    <a:ext cx="1827802" cy="2382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9">
                <p14:nvContentPartPr>
                  <p14:cNvPr id="674" name="墨迹 673">
                    <a:extLst>
                      <a:ext uri="{FF2B5EF4-FFF2-40B4-BE49-F238E27FC236}">
                        <a16:creationId xmlns:a16="http://schemas.microsoft.com/office/drawing/2014/main" id="{6BC0DD75-2628-4262-30F3-58B4D3BE539C}"/>
                      </a:ext>
                    </a:extLst>
                  </p14:cNvPr>
                  <p14:cNvContentPartPr/>
                  <p14:nvPr/>
                </p14:nvContentPartPr>
                <p14:xfrm>
                  <a:off x="9641560" y="2783640"/>
                  <a:ext cx="1260360" cy="20880"/>
                </p14:xfrm>
              </p:contentPart>
            </mc:Choice>
            <mc:Fallback xmlns="">
              <p:pic>
                <p:nvPicPr>
                  <p:cNvPr id="674" name="墨迹 673">
                    <a:extLst>
                      <a:ext uri="{FF2B5EF4-FFF2-40B4-BE49-F238E27FC236}">
                        <a16:creationId xmlns:a16="http://schemas.microsoft.com/office/drawing/2014/main" id="{6BC0DD75-2628-4262-30F3-58B4D3BE539C}"/>
                      </a:ext>
                    </a:extLst>
                  </p:cNvPr>
                  <p:cNvPicPr/>
                  <p:nvPr/>
                </p:nvPicPr>
                <p:blipFill>
                  <a:blip r:embed="rId340"/>
                  <a:stretch>
                    <a:fillRect/>
                  </a:stretch>
                </p:blipFill>
                <p:spPr>
                  <a:xfrm>
                    <a:off x="9597568" y="2690840"/>
                    <a:ext cx="1347903" cy="2060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1">
                <p14:nvContentPartPr>
                  <p14:cNvPr id="675" name="墨迹 674">
                    <a:extLst>
                      <a:ext uri="{FF2B5EF4-FFF2-40B4-BE49-F238E27FC236}">
                        <a16:creationId xmlns:a16="http://schemas.microsoft.com/office/drawing/2014/main" id="{3912D961-34D2-164B-2C67-F3116A6D2B41}"/>
                      </a:ext>
                    </a:extLst>
                  </p14:cNvPr>
                  <p14:cNvContentPartPr/>
                  <p14:nvPr/>
                </p14:nvContentPartPr>
                <p14:xfrm>
                  <a:off x="7775420" y="3606540"/>
                  <a:ext cx="1332360" cy="13320"/>
                </p14:xfrm>
              </p:contentPart>
            </mc:Choice>
            <mc:Fallback xmlns="">
              <p:pic>
                <p:nvPicPr>
                  <p:cNvPr id="675" name="墨迹 674">
                    <a:extLst>
                      <a:ext uri="{FF2B5EF4-FFF2-40B4-BE49-F238E27FC236}">
                        <a16:creationId xmlns:a16="http://schemas.microsoft.com/office/drawing/2014/main" id="{3912D961-34D2-164B-2C67-F3116A6D2B41}"/>
                      </a:ext>
                    </a:extLst>
                  </p:cNvPr>
                  <p:cNvPicPr/>
                  <p:nvPr/>
                </p:nvPicPr>
                <p:blipFill>
                  <a:blip r:embed="rId342"/>
                  <a:stretch>
                    <a:fillRect/>
                  </a:stretch>
                </p:blipFill>
                <p:spPr>
                  <a:xfrm>
                    <a:off x="7731873" y="3514678"/>
                    <a:ext cx="1419894" cy="19658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3">
                <p14:nvContentPartPr>
                  <p14:cNvPr id="676" name="墨迹 675">
                    <a:extLst>
                      <a:ext uri="{FF2B5EF4-FFF2-40B4-BE49-F238E27FC236}">
                        <a16:creationId xmlns:a16="http://schemas.microsoft.com/office/drawing/2014/main" id="{AD59796D-2C39-20DB-A069-B0DA6BCD9C70}"/>
                      </a:ext>
                    </a:extLst>
                  </p14:cNvPr>
                  <p14:cNvContentPartPr/>
                  <p14:nvPr/>
                </p14:nvContentPartPr>
                <p14:xfrm>
                  <a:off x="7775420" y="3724260"/>
                  <a:ext cx="22680" cy="254160"/>
                </p14:xfrm>
              </p:contentPart>
            </mc:Choice>
            <mc:Fallback xmlns="">
              <p:pic>
                <p:nvPicPr>
                  <p:cNvPr id="676" name="墨迹 675">
                    <a:extLst>
                      <a:ext uri="{FF2B5EF4-FFF2-40B4-BE49-F238E27FC236}">
                        <a16:creationId xmlns:a16="http://schemas.microsoft.com/office/drawing/2014/main" id="{AD59796D-2C39-20DB-A069-B0DA6BCD9C70}"/>
                      </a:ext>
                    </a:extLst>
                  </p:cNvPr>
                  <p:cNvPicPr/>
                  <p:nvPr/>
                </p:nvPicPr>
                <p:blipFill>
                  <a:blip r:embed="rId344"/>
                  <a:stretch>
                    <a:fillRect/>
                  </a:stretch>
                </p:blipFill>
                <p:spPr>
                  <a:xfrm>
                    <a:off x="7731805" y="3630819"/>
                    <a:ext cx="109475" cy="4405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5">
                <p14:nvContentPartPr>
                  <p14:cNvPr id="677" name="墨迹 676">
                    <a:extLst>
                      <a:ext uri="{FF2B5EF4-FFF2-40B4-BE49-F238E27FC236}">
                        <a16:creationId xmlns:a16="http://schemas.microsoft.com/office/drawing/2014/main" id="{F7BF8991-7469-FCCC-E905-BF90C7F6A532}"/>
                      </a:ext>
                    </a:extLst>
                  </p14:cNvPr>
                  <p14:cNvContentPartPr/>
                  <p14:nvPr/>
                </p14:nvContentPartPr>
                <p14:xfrm>
                  <a:off x="7822940" y="3692220"/>
                  <a:ext cx="38880" cy="463680"/>
                </p14:xfrm>
              </p:contentPart>
            </mc:Choice>
            <mc:Fallback xmlns="">
              <p:pic>
                <p:nvPicPr>
                  <p:cNvPr id="677" name="墨迹 676">
                    <a:extLst>
                      <a:ext uri="{FF2B5EF4-FFF2-40B4-BE49-F238E27FC236}">
                        <a16:creationId xmlns:a16="http://schemas.microsoft.com/office/drawing/2014/main" id="{F7BF8991-7469-FCCC-E905-BF90C7F6A532}"/>
                      </a:ext>
                    </a:extLst>
                  </p:cNvPr>
                  <p:cNvPicPr/>
                  <p:nvPr/>
                </p:nvPicPr>
                <p:blipFill>
                  <a:blip r:embed="rId346"/>
                  <a:stretch>
                    <a:fillRect/>
                  </a:stretch>
                </p:blipFill>
                <p:spPr>
                  <a:xfrm>
                    <a:off x="7779691" y="3598830"/>
                    <a:ext cx="125814" cy="6499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7">
                <p14:nvContentPartPr>
                  <p14:cNvPr id="678" name="墨迹 677">
                    <a:extLst>
                      <a:ext uri="{FF2B5EF4-FFF2-40B4-BE49-F238E27FC236}">
                        <a16:creationId xmlns:a16="http://schemas.microsoft.com/office/drawing/2014/main" id="{9E0A1F81-0BF1-8709-BA76-991DB012220D}"/>
                      </a:ext>
                    </a:extLst>
                  </p14:cNvPr>
                  <p14:cNvContentPartPr/>
                  <p14:nvPr/>
                </p14:nvContentPartPr>
                <p14:xfrm>
                  <a:off x="7761380" y="3867180"/>
                  <a:ext cx="11160" cy="349200"/>
                </p14:xfrm>
              </p:contentPart>
            </mc:Choice>
            <mc:Fallback xmlns="">
              <p:pic>
                <p:nvPicPr>
                  <p:cNvPr id="678" name="墨迹 677">
                    <a:extLst>
                      <a:ext uri="{FF2B5EF4-FFF2-40B4-BE49-F238E27FC236}">
                        <a16:creationId xmlns:a16="http://schemas.microsoft.com/office/drawing/2014/main" id="{9E0A1F81-0BF1-8709-BA76-991DB012220D}"/>
                      </a:ext>
                    </a:extLst>
                  </p:cNvPr>
                  <p:cNvPicPr/>
                  <p:nvPr/>
                </p:nvPicPr>
                <p:blipFill>
                  <a:blip r:embed="rId348"/>
                  <a:stretch>
                    <a:fillRect/>
                  </a:stretch>
                </p:blipFill>
                <p:spPr>
                  <a:xfrm>
                    <a:off x="7717186" y="3773811"/>
                    <a:ext cx="99994" cy="5354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9">
                <p14:nvContentPartPr>
                  <p14:cNvPr id="679" name="墨迹 678">
                    <a:extLst>
                      <a:ext uri="{FF2B5EF4-FFF2-40B4-BE49-F238E27FC236}">
                        <a16:creationId xmlns:a16="http://schemas.microsoft.com/office/drawing/2014/main" id="{C731E8F9-616E-652A-44B4-01CE96CF0CE2}"/>
                      </a:ext>
                    </a:extLst>
                  </p14:cNvPr>
                  <p14:cNvContentPartPr/>
                  <p14:nvPr/>
                </p14:nvContentPartPr>
                <p14:xfrm>
                  <a:off x="7813580" y="4057620"/>
                  <a:ext cx="19440" cy="313560"/>
                </p14:xfrm>
              </p:contentPart>
            </mc:Choice>
            <mc:Fallback xmlns="">
              <p:pic>
                <p:nvPicPr>
                  <p:cNvPr id="679" name="墨迹 678">
                    <a:extLst>
                      <a:ext uri="{FF2B5EF4-FFF2-40B4-BE49-F238E27FC236}">
                        <a16:creationId xmlns:a16="http://schemas.microsoft.com/office/drawing/2014/main" id="{C731E8F9-616E-652A-44B4-01CE96CF0CE2}"/>
                      </a:ext>
                    </a:extLst>
                  </p:cNvPr>
                  <p:cNvPicPr/>
                  <p:nvPr/>
                </p:nvPicPr>
                <p:blipFill>
                  <a:blip r:embed="rId350"/>
                  <a:stretch>
                    <a:fillRect/>
                  </a:stretch>
                </p:blipFill>
                <p:spPr>
                  <a:xfrm>
                    <a:off x="7770380" y="3964299"/>
                    <a:ext cx="105408" cy="499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1">
                <p14:nvContentPartPr>
                  <p14:cNvPr id="680" name="墨迹 679">
                    <a:extLst>
                      <a:ext uri="{FF2B5EF4-FFF2-40B4-BE49-F238E27FC236}">
                        <a16:creationId xmlns:a16="http://schemas.microsoft.com/office/drawing/2014/main" id="{F5BDFA9C-F5C4-F6F3-269B-EB76082C8EA7}"/>
                      </a:ext>
                    </a:extLst>
                  </p14:cNvPr>
                  <p14:cNvContentPartPr/>
                  <p14:nvPr/>
                </p14:nvContentPartPr>
                <p14:xfrm>
                  <a:off x="7832660" y="4260660"/>
                  <a:ext cx="9720" cy="56520"/>
                </p14:xfrm>
              </p:contentPart>
            </mc:Choice>
            <mc:Fallback xmlns="">
              <p:pic>
                <p:nvPicPr>
                  <p:cNvPr id="680" name="墨迹 679">
                    <a:extLst>
                      <a:ext uri="{FF2B5EF4-FFF2-40B4-BE49-F238E27FC236}">
                        <a16:creationId xmlns:a16="http://schemas.microsoft.com/office/drawing/2014/main" id="{F5BDFA9C-F5C4-F6F3-269B-EB76082C8EA7}"/>
                      </a:ext>
                    </a:extLst>
                  </p:cNvPr>
                  <p:cNvPicPr/>
                  <p:nvPr/>
                </p:nvPicPr>
                <p:blipFill>
                  <a:blip r:embed="rId352"/>
                  <a:stretch>
                    <a:fillRect/>
                  </a:stretch>
                </p:blipFill>
                <p:spPr>
                  <a:xfrm>
                    <a:off x="7788478" y="4167239"/>
                    <a:ext cx="97642" cy="2428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3">
                <p14:nvContentPartPr>
                  <p14:cNvPr id="681" name="墨迹 680">
                    <a:extLst>
                      <a:ext uri="{FF2B5EF4-FFF2-40B4-BE49-F238E27FC236}">
                        <a16:creationId xmlns:a16="http://schemas.microsoft.com/office/drawing/2014/main" id="{95CC5279-34CC-7EC6-55BE-48ED8A394622}"/>
                      </a:ext>
                    </a:extLst>
                  </p14:cNvPr>
                  <p14:cNvContentPartPr/>
                  <p14:nvPr/>
                </p14:nvContentPartPr>
                <p14:xfrm>
                  <a:off x="7775420" y="4349580"/>
                  <a:ext cx="449280" cy="46800"/>
                </p14:xfrm>
              </p:contentPart>
            </mc:Choice>
            <mc:Fallback xmlns="">
              <p:pic>
                <p:nvPicPr>
                  <p:cNvPr id="681" name="墨迹 680">
                    <a:extLst>
                      <a:ext uri="{FF2B5EF4-FFF2-40B4-BE49-F238E27FC236}">
                        <a16:creationId xmlns:a16="http://schemas.microsoft.com/office/drawing/2014/main" id="{95CC5279-34CC-7EC6-55BE-48ED8A394622}"/>
                      </a:ext>
                    </a:extLst>
                  </p:cNvPr>
                  <p:cNvPicPr/>
                  <p:nvPr/>
                </p:nvPicPr>
                <p:blipFill>
                  <a:blip r:embed="rId354"/>
                  <a:stretch>
                    <a:fillRect/>
                  </a:stretch>
                </p:blipFill>
                <p:spPr>
                  <a:xfrm>
                    <a:off x="7731416" y="4255980"/>
                    <a:ext cx="536848" cy="2335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5">
                <p14:nvContentPartPr>
                  <p14:cNvPr id="682" name="墨迹 681">
                    <a:extLst>
                      <a:ext uri="{FF2B5EF4-FFF2-40B4-BE49-F238E27FC236}">
                        <a16:creationId xmlns:a16="http://schemas.microsoft.com/office/drawing/2014/main" id="{2FA2F059-2C99-E14E-9B8B-F16CAF42EBB4}"/>
                      </a:ext>
                    </a:extLst>
                  </p14:cNvPr>
                  <p14:cNvContentPartPr/>
                  <p14:nvPr/>
                </p14:nvContentPartPr>
                <p14:xfrm>
                  <a:off x="7880180" y="4346340"/>
                  <a:ext cx="514440" cy="35280"/>
                </p14:xfrm>
              </p:contentPart>
            </mc:Choice>
            <mc:Fallback xmlns="">
              <p:pic>
                <p:nvPicPr>
                  <p:cNvPr id="682" name="墨迹 681">
                    <a:extLst>
                      <a:ext uri="{FF2B5EF4-FFF2-40B4-BE49-F238E27FC236}">
                        <a16:creationId xmlns:a16="http://schemas.microsoft.com/office/drawing/2014/main" id="{2FA2F059-2C99-E14E-9B8B-F16CAF42EBB4}"/>
                      </a:ext>
                    </a:extLst>
                  </p:cNvPr>
                  <p:cNvPicPr/>
                  <p:nvPr/>
                </p:nvPicPr>
                <p:blipFill>
                  <a:blip r:embed="rId356"/>
                  <a:stretch>
                    <a:fillRect/>
                  </a:stretch>
                </p:blipFill>
                <p:spPr>
                  <a:xfrm>
                    <a:off x="7836613" y="4252260"/>
                    <a:ext cx="602014" cy="2229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7">
                <p14:nvContentPartPr>
                  <p14:cNvPr id="683" name="墨迹 682">
                    <a:extLst>
                      <a:ext uri="{FF2B5EF4-FFF2-40B4-BE49-F238E27FC236}">
                        <a16:creationId xmlns:a16="http://schemas.microsoft.com/office/drawing/2014/main" id="{373C5E13-E283-E20B-0C6F-B03D39AADA83}"/>
                      </a:ext>
                    </a:extLst>
                  </p14:cNvPr>
                  <p14:cNvContentPartPr/>
                  <p14:nvPr/>
                </p14:nvContentPartPr>
                <p14:xfrm>
                  <a:off x="8092580" y="4343100"/>
                  <a:ext cx="784800" cy="720"/>
                </p14:xfrm>
              </p:contentPart>
            </mc:Choice>
            <mc:Fallback xmlns="">
              <p:pic>
                <p:nvPicPr>
                  <p:cNvPr id="683" name="墨迹 682">
                    <a:extLst>
                      <a:ext uri="{FF2B5EF4-FFF2-40B4-BE49-F238E27FC236}">
                        <a16:creationId xmlns:a16="http://schemas.microsoft.com/office/drawing/2014/main" id="{373C5E13-E283-E20B-0C6F-B03D39AADA83}"/>
                      </a:ext>
                    </a:extLst>
                  </p:cNvPr>
                  <p:cNvPicPr/>
                  <p:nvPr/>
                </p:nvPicPr>
                <p:blipFill>
                  <a:blip r:embed="rId358"/>
                  <a:stretch>
                    <a:fillRect/>
                  </a:stretch>
                </p:blipFill>
                <p:spPr>
                  <a:xfrm>
                    <a:off x="8049029" y="4199100"/>
                    <a:ext cx="872342" cy="28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9">
                <p14:nvContentPartPr>
                  <p14:cNvPr id="684" name="墨迹 683">
                    <a:extLst>
                      <a:ext uri="{FF2B5EF4-FFF2-40B4-BE49-F238E27FC236}">
                        <a16:creationId xmlns:a16="http://schemas.microsoft.com/office/drawing/2014/main" id="{B3A0751F-CE6D-3A1C-775B-AD862078B63A}"/>
                      </a:ext>
                    </a:extLst>
                  </p14:cNvPr>
                  <p14:cNvContentPartPr/>
                  <p14:nvPr/>
                </p14:nvContentPartPr>
                <p14:xfrm>
                  <a:off x="8276900" y="4384500"/>
                  <a:ext cx="903240" cy="22680"/>
                </p14:xfrm>
              </p:contentPart>
            </mc:Choice>
            <mc:Fallback xmlns="">
              <p:pic>
                <p:nvPicPr>
                  <p:cNvPr id="684" name="墨迹 683">
                    <a:extLst>
                      <a:ext uri="{FF2B5EF4-FFF2-40B4-BE49-F238E27FC236}">
                        <a16:creationId xmlns:a16="http://schemas.microsoft.com/office/drawing/2014/main" id="{B3A0751F-CE6D-3A1C-775B-AD862078B63A}"/>
                      </a:ext>
                    </a:extLst>
                  </p:cNvPr>
                  <p:cNvPicPr/>
                  <p:nvPr/>
                </p:nvPicPr>
                <p:blipFill>
                  <a:blip r:embed="rId360"/>
                  <a:stretch>
                    <a:fillRect/>
                  </a:stretch>
                </p:blipFill>
                <p:spPr>
                  <a:xfrm>
                    <a:off x="8233365" y="4290000"/>
                    <a:ext cx="990750" cy="2112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1">
                <p14:nvContentPartPr>
                  <p14:cNvPr id="685" name="墨迹 684">
                    <a:extLst>
                      <a:ext uri="{FF2B5EF4-FFF2-40B4-BE49-F238E27FC236}">
                        <a16:creationId xmlns:a16="http://schemas.microsoft.com/office/drawing/2014/main" id="{136B096F-735F-8D45-237F-489897E6B7E6}"/>
                      </a:ext>
                    </a:extLst>
                  </p14:cNvPr>
                  <p14:cNvContentPartPr/>
                  <p14:nvPr/>
                </p14:nvContentPartPr>
                <p14:xfrm>
                  <a:off x="8899340" y="4349580"/>
                  <a:ext cx="303840" cy="6480"/>
                </p14:xfrm>
              </p:contentPart>
            </mc:Choice>
            <mc:Fallback xmlns="">
              <p:pic>
                <p:nvPicPr>
                  <p:cNvPr id="685" name="墨迹 684">
                    <a:extLst>
                      <a:ext uri="{FF2B5EF4-FFF2-40B4-BE49-F238E27FC236}">
                        <a16:creationId xmlns:a16="http://schemas.microsoft.com/office/drawing/2014/main" id="{136B096F-735F-8D45-237F-489897E6B7E6}"/>
                      </a:ext>
                    </a:extLst>
                  </p:cNvPr>
                  <p:cNvPicPr/>
                  <p:nvPr/>
                </p:nvPicPr>
                <p:blipFill>
                  <a:blip r:embed="rId362"/>
                  <a:stretch>
                    <a:fillRect/>
                  </a:stretch>
                </p:blipFill>
                <p:spPr>
                  <a:xfrm>
                    <a:off x="8855809" y="4257009"/>
                    <a:ext cx="391342" cy="191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3">
                <p14:nvContentPartPr>
                  <p14:cNvPr id="686" name="墨迹 685">
                    <a:extLst>
                      <a:ext uri="{FF2B5EF4-FFF2-40B4-BE49-F238E27FC236}">
                        <a16:creationId xmlns:a16="http://schemas.microsoft.com/office/drawing/2014/main" id="{638284D7-791A-9FA2-AA86-CCBAA9AB1832}"/>
                      </a:ext>
                    </a:extLst>
                  </p14:cNvPr>
                  <p14:cNvContentPartPr/>
                  <p14:nvPr/>
                </p14:nvContentPartPr>
                <p14:xfrm>
                  <a:off x="9174200" y="4398680"/>
                  <a:ext cx="986760" cy="24120"/>
                </p14:xfrm>
              </p:contentPart>
            </mc:Choice>
            <mc:Fallback xmlns="">
              <p:pic>
                <p:nvPicPr>
                  <p:cNvPr id="686" name="墨迹 685">
                    <a:extLst>
                      <a:ext uri="{FF2B5EF4-FFF2-40B4-BE49-F238E27FC236}">
                        <a16:creationId xmlns:a16="http://schemas.microsoft.com/office/drawing/2014/main" id="{638284D7-791A-9FA2-AA86-CCBAA9AB1832}"/>
                      </a:ext>
                    </a:extLst>
                  </p:cNvPr>
                  <p:cNvPicPr/>
                  <p:nvPr/>
                </p:nvPicPr>
                <p:blipFill>
                  <a:blip r:embed="rId364"/>
                  <a:stretch>
                    <a:fillRect/>
                  </a:stretch>
                </p:blipFill>
                <p:spPr>
                  <a:xfrm>
                    <a:off x="9130647" y="4306375"/>
                    <a:ext cx="1074306" cy="209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5">
                <p14:nvContentPartPr>
                  <p14:cNvPr id="687" name="墨迹 686">
                    <a:extLst>
                      <a:ext uri="{FF2B5EF4-FFF2-40B4-BE49-F238E27FC236}">
                        <a16:creationId xmlns:a16="http://schemas.microsoft.com/office/drawing/2014/main" id="{47FD0E9B-5D53-0A2C-17E4-018155BDE010}"/>
                      </a:ext>
                    </a:extLst>
                  </p14:cNvPr>
                  <p14:cNvContentPartPr/>
                  <p14:nvPr/>
                </p14:nvContentPartPr>
                <p14:xfrm>
                  <a:off x="9151893" y="3600063"/>
                  <a:ext cx="1222560" cy="15120"/>
                </p14:xfrm>
              </p:contentPart>
            </mc:Choice>
            <mc:Fallback xmlns="">
              <p:pic>
                <p:nvPicPr>
                  <p:cNvPr id="687" name="墨迹 686">
                    <a:extLst>
                      <a:ext uri="{FF2B5EF4-FFF2-40B4-BE49-F238E27FC236}">
                        <a16:creationId xmlns:a16="http://schemas.microsoft.com/office/drawing/2014/main" id="{47FD0E9B-5D53-0A2C-17E4-018155BDE010}"/>
                      </a:ext>
                    </a:extLst>
                  </p:cNvPr>
                  <p:cNvPicPr/>
                  <p:nvPr/>
                </p:nvPicPr>
                <p:blipFill>
                  <a:blip r:embed="rId366"/>
                  <a:stretch>
                    <a:fillRect/>
                  </a:stretch>
                </p:blipFill>
                <p:spPr>
                  <a:xfrm>
                    <a:off x="9107900" y="3505563"/>
                    <a:ext cx="1310106" cy="2036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7">
                <p14:nvContentPartPr>
                  <p14:cNvPr id="688" name="墨迹 687">
                    <a:extLst>
                      <a:ext uri="{FF2B5EF4-FFF2-40B4-BE49-F238E27FC236}">
                        <a16:creationId xmlns:a16="http://schemas.microsoft.com/office/drawing/2014/main" id="{15CD060A-BA96-87E3-29AE-D0749EDB344F}"/>
                      </a:ext>
                    </a:extLst>
                  </p14:cNvPr>
                  <p14:cNvContentPartPr/>
                  <p14:nvPr/>
                </p14:nvContentPartPr>
                <p14:xfrm>
                  <a:off x="10421613" y="3595383"/>
                  <a:ext cx="435240" cy="11520"/>
                </p14:xfrm>
              </p:contentPart>
            </mc:Choice>
            <mc:Fallback xmlns="">
              <p:pic>
                <p:nvPicPr>
                  <p:cNvPr id="688" name="墨迹 687">
                    <a:extLst>
                      <a:ext uri="{FF2B5EF4-FFF2-40B4-BE49-F238E27FC236}">
                        <a16:creationId xmlns:a16="http://schemas.microsoft.com/office/drawing/2014/main" id="{15CD060A-BA96-87E3-29AE-D0749EDB344F}"/>
                      </a:ext>
                    </a:extLst>
                  </p:cNvPr>
                  <p:cNvPicPr/>
                  <p:nvPr/>
                </p:nvPicPr>
                <p:blipFill>
                  <a:blip r:embed="rId368"/>
                  <a:stretch>
                    <a:fillRect/>
                  </a:stretch>
                </p:blipFill>
                <p:spPr>
                  <a:xfrm>
                    <a:off x="10378089" y="3503684"/>
                    <a:ext cx="522728" cy="1953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9">
                <p14:nvContentPartPr>
                  <p14:cNvPr id="689" name="墨迹 688">
                    <a:extLst>
                      <a:ext uri="{FF2B5EF4-FFF2-40B4-BE49-F238E27FC236}">
                        <a16:creationId xmlns:a16="http://schemas.microsoft.com/office/drawing/2014/main" id="{5322161F-28EA-8600-8A18-1832D70DF950}"/>
                      </a:ext>
                    </a:extLst>
                  </p14:cNvPr>
                  <p14:cNvContentPartPr/>
                  <p14:nvPr/>
                </p14:nvContentPartPr>
                <p14:xfrm>
                  <a:off x="10598013" y="3605103"/>
                  <a:ext cx="292680" cy="720"/>
                </p14:xfrm>
              </p:contentPart>
            </mc:Choice>
            <mc:Fallback xmlns="">
              <p:pic>
                <p:nvPicPr>
                  <p:cNvPr id="689" name="墨迹 688">
                    <a:extLst>
                      <a:ext uri="{FF2B5EF4-FFF2-40B4-BE49-F238E27FC236}">
                        <a16:creationId xmlns:a16="http://schemas.microsoft.com/office/drawing/2014/main" id="{5322161F-28EA-8600-8A18-1832D70DF950}"/>
                      </a:ext>
                    </a:extLst>
                  </p:cNvPr>
                  <p:cNvPicPr/>
                  <p:nvPr/>
                </p:nvPicPr>
                <p:blipFill>
                  <a:blip r:embed="rId370"/>
                  <a:stretch>
                    <a:fillRect/>
                  </a:stretch>
                </p:blipFill>
                <p:spPr>
                  <a:xfrm>
                    <a:off x="10554001" y="3461103"/>
                    <a:ext cx="380264" cy="28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1">
                <p14:nvContentPartPr>
                  <p14:cNvPr id="690" name="墨迹 689">
                    <a:extLst>
                      <a:ext uri="{FF2B5EF4-FFF2-40B4-BE49-F238E27FC236}">
                        <a16:creationId xmlns:a16="http://schemas.microsoft.com/office/drawing/2014/main" id="{52C10BF7-D27F-0D62-A361-20F48E0043F3}"/>
                      </a:ext>
                    </a:extLst>
                  </p14:cNvPr>
                  <p14:cNvContentPartPr/>
                  <p14:nvPr/>
                </p14:nvContentPartPr>
                <p14:xfrm>
                  <a:off x="10820133" y="3455343"/>
                  <a:ext cx="88560" cy="165960"/>
                </p14:xfrm>
              </p:contentPart>
            </mc:Choice>
            <mc:Fallback xmlns="">
              <p:pic>
                <p:nvPicPr>
                  <p:cNvPr id="690" name="墨迹 689">
                    <a:extLst>
                      <a:ext uri="{FF2B5EF4-FFF2-40B4-BE49-F238E27FC236}">
                        <a16:creationId xmlns:a16="http://schemas.microsoft.com/office/drawing/2014/main" id="{52C10BF7-D27F-0D62-A361-20F48E0043F3}"/>
                      </a:ext>
                    </a:extLst>
                  </p:cNvPr>
                  <p:cNvPicPr/>
                  <p:nvPr/>
                </p:nvPicPr>
                <p:blipFill>
                  <a:blip r:embed="rId372"/>
                  <a:stretch>
                    <a:fillRect/>
                  </a:stretch>
                </p:blipFill>
                <p:spPr>
                  <a:xfrm>
                    <a:off x="10776073" y="3362573"/>
                    <a:ext cx="176239" cy="351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3">
                <p14:nvContentPartPr>
                  <p14:cNvPr id="691" name="墨迹 690">
                    <a:extLst>
                      <a:ext uri="{FF2B5EF4-FFF2-40B4-BE49-F238E27FC236}">
                        <a16:creationId xmlns:a16="http://schemas.microsoft.com/office/drawing/2014/main" id="{A9CFFBE9-8FCD-FDDA-9C91-075C86995C0D}"/>
                      </a:ext>
                    </a:extLst>
                  </p14:cNvPr>
                  <p14:cNvContentPartPr/>
                  <p14:nvPr/>
                </p14:nvContentPartPr>
                <p14:xfrm>
                  <a:off x="9237573" y="4336263"/>
                  <a:ext cx="1638720" cy="26640"/>
                </p14:xfrm>
              </p:contentPart>
            </mc:Choice>
            <mc:Fallback xmlns="">
              <p:pic>
                <p:nvPicPr>
                  <p:cNvPr id="691" name="墨迹 690">
                    <a:extLst>
                      <a:ext uri="{FF2B5EF4-FFF2-40B4-BE49-F238E27FC236}">
                        <a16:creationId xmlns:a16="http://schemas.microsoft.com/office/drawing/2014/main" id="{A9CFFBE9-8FCD-FDDA-9C91-075C86995C0D}"/>
                      </a:ext>
                    </a:extLst>
                  </p:cNvPr>
                  <p:cNvPicPr/>
                  <p:nvPr/>
                </p:nvPicPr>
                <p:blipFill>
                  <a:blip r:embed="rId374"/>
                  <a:stretch>
                    <a:fillRect/>
                  </a:stretch>
                </p:blipFill>
                <p:spPr>
                  <a:xfrm>
                    <a:off x="9193581" y="4242789"/>
                    <a:ext cx="1726265" cy="21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5">
                <p14:nvContentPartPr>
                  <p14:cNvPr id="692" name="墨迹 691">
                    <a:extLst>
                      <a:ext uri="{FF2B5EF4-FFF2-40B4-BE49-F238E27FC236}">
                        <a16:creationId xmlns:a16="http://schemas.microsoft.com/office/drawing/2014/main" id="{7FA2D079-A7E1-664D-EFE5-43056D52AF27}"/>
                      </a:ext>
                    </a:extLst>
                  </p14:cNvPr>
                  <p14:cNvContentPartPr/>
                  <p14:nvPr/>
                </p14:nvContentPartPr>
                <p14:xfrm>
                  <a:off x="10167813" y="4389183"/>
                  <a:ext cx="735120" cy="18000"/>
                </p14:xfrm>
              </p:contentPart>
            </mc:Choice>
            <mc:Fallback xmlns="">
              <p:pic>
                <p:nvPicPr>
                  <p:cNvPr id="692" name="墨迹 691">
                    <a:extLst>
                      <a:ext uri="{FF2B5EF4-FFF2-40B4-BE49-F238E27FC236}">
                        <a16:creationId xmlns:a16="http://schemas.microsoft.com/office/drawing/2014/main" id="{7FA2D079-A7E1-664D-EFE5-43056D52AF27}"/>
                      </a:ext>
                    </a:extLst>
                  </p:cNvPr>
                  <p:cNvPicPr/>
                  <p:nvPr/>
                </p:nvPicPr>
                <p:blipFill>
                  <a:blip r:embed="rId376"/>
                  <a:stretch>
                    <a:fillRect/>
                  </a:stretch>
                </p:blipFill>
                <p:spPr>
                  <a:xfrm>
                    <a:off x="10123820" y="4297337"/>
                    <a:ext cx="822666" cy="2021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7">
                <p14:nvContentPartPr>
                  <p14:cNvPr id="693" name="墨迹 692">
                    <a:extLst>
                      <a:ext uri="{FF2B5EF4-FFF2-40B4-BE49-F238E27FC236}">
                        <a16:creationId xmlns:a16="http://schemas.microsoft.com/office/drawing/2014/main" id="{260A63D5-57B3-C494-B1EB-B84B849738E7}"/>
                      </a:ext>
                    </a:extLst>
                  </p14:cNvPr>
                  <p14:cNvContentPartPr/>
                  <p14:nvPr/>
                </p14:nvContentPartPr>
                <p14:xfrm>
                  <a:off x="10831293" y="4339503"/>
                  <a:ext cx="73800" cy="14760"/>
                </p14:xfrm>
              </p:contentPart>
            </mc:Choice>
            <mc:Fallback xmlns="">
              <p:pic>
                <p:nvPicPr>
                  <p:cNvPr id="693" name="墨迹 692">
                    <a:extLst>
                      <a:ext uri="{FF2B5EF4-FFF2-40B4-BE49-F238E27FC236}">
                        <a16:creationId xmlns:a16="http://schemas.microsoft.com/office/drawing/2014/main" id="{260A63D5-57B3-C494-B1EB-B84B849738E7}"/>
                      </a:ext>
                    </a:extLst>
                  </p:cNvPr>
                  <p:cNvPicPr/>
                  <p:nvPr/>
                </p:nvPicPr>
                <p:blipFill>
                  <a:blip r:embed="rId378"/>
                  <a:stretch>
                    <a:fillRect/>
                  </a:stretch>
                </p:blipFill>
                <p:spPr>
                  <a:xfrm>
                    <a:off x="10787364" y="4247714"/>
                    <a:ext cx="161218" cy="1987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9">
                <p14:nvContentPartPr>
                  <p14:cNvPr id="694" name="墨迹 693">
                    <a:extLst>
                      <a:ext uri="{FF2B5EF4-FFF2-40B4-BE49-F238E27FC236}">
                        <a16:creationId xmlns:a16="http://schemas.microsoft.com/office/drawing/2014/main" id="{727A1656-3760-C6E5-96C0-8A39343F7D6B}"/>
                      </a:ext>
                    </a:extLst>
                  </p14:cNvPr>
                  <p14:cNvContentPartPr/>
                  <p14:nvPr/>
                </p14:nvContentPartPr>
                <p14:xfrm>
                  <a:off x="10806093" y="4517883"/>
                  <a:ext cx="6480" cy="237600"/>
                </p14:xfrm>
              </p:contentPart>
            </mc:Choice>
            <mc:Fallback xmlns="">
              <p:pic>
                <p:nvPicPr>
                  <p:cNvPr id="694" name="墨迹 693">
                    <a:extLst>
                      <a:ext uri="{FF2B5EF4-FFF2-40B4-BE49-F238E27FC236}">
                        <a16:creationId xmlns:a16="http://schemas.microsoft.com/office/drawing/2014/main" id="{727A1656-3760-C6E5-96C0-8A39343F7D6B}"/>
                      </a:ext>
                    </a:extLst>
                  </p:cNvPr>
                  <p:cNvPicPr/>
                  <p:nvPr/>
                </p:nvPicPr>
                <p:blipFill>
                  <a:blip r:embed="rId380"/>
                  <a:stretch>
                    <a:fillRect/>
                  </a:stretch>
                </p:blipFill>
                <p:spPr>
                  <a:xfrm>
                    <a:off x="10762893" y="4424523"/>
                    <a:ext cx="92448" cy="4238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1">
                <p14:nvContentPartPr>
                  <p14:cNvPr id="695" name="墨迹 694">
                    <a:extLst>
                      <a:ext uri="{FF2B5EF4-FFF2-40B4-BE49-F238E27FC236}">
                        <a16:creationId xmlns:a16="http://schemas.microsoft.com/office/drawing/2014/main" id="{6966D405-2E6C-1227-A490-7CC8A18B7297}"/>
                      </a:ext>
                    </a:extLst>
                  </p14:cNvPr>
                  <p14:cNvContentPartPr/>
                  <p14:nvPr/>
                </p14:nvContentPartPr>
                <p14:xfrm>
                  <a:off x="10845693" y="4462443"/>
                  <a:ext cx="33840" cy="306720"/>
                </p14:xfrm>
              </p:contentPart>
            </mc:Choice>
            <mc:Fallback xmlns="">
              <p:pic>
                <p:nvPicPr>
                  <p:cNvPr id="695" name="墨迹 694">
                    <a:extLst>
                      <a:ext uri="{FF2B5EF4-FFF2-40B4-BE49-F238E27FC236}">
                        <a16:creationId xmlns:a16="http://schemas.microsoft.com/office/drawing/2014/main" id="{6966D405-2E6C-1227-A490-7CC8A18B7297}"/>
                      </a:ext>
                    </a:extLst>
                  </p:cNvPr>
                  <p:cNvPicPr/>
                  <p:nvPr/>
                </p:nvPicPr>
                <p:blipFill>
                  <a:blip r:embed="rId382"/>
                  <a:stretch>
                    <a:fillRect/>
                  </a:stretch>
                </p:blipFill>
                <p:spPr>
                  <a:xfrm>
                    <a:off x="10801745" y="4369073"/>
                    <a:ext cx="121297" cy="4929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3">
                <p14:nvContentPartPr>
                  <p14:cNvPr id="696" name="墨迹 695">
                    <a:extLst>
                      <a:ext uri="{FF2B5EF4-FFF2-40B4-BE49-F238E27FC236}">
                        <a16:creationId xmlns:a16="http://schemas.microsoft.com/office/drawing/2014/main" id="{2A53E94D-2732-C7A2-33BC-F96A2C014386}"/>
                      </a:ext>
                    </a:extLst>
                  </p14:cNvPr>
                  <p14:cNvContentPartPr/>
                  <p14:nvPr/>
                </p14:nvContentPartPr>
                <p14:xfrm>
                  <a:off x="10847133" y="4457403"/>
                  <a:ext cx="64080" cy="579960"/>
                </p14:xfrm>
              </p:contentPart>
            </mc:Choice>
            <mc:Fallback xmlns="">
              <p:pic>
                <p:nvPicPr>
                  <p:cNvPr id="696" name="墨迹 695">
                    <a:extLst>
                      <a:ext uri="{FF2B5EF4-FFF2-40B4-BE49-F238E27FC236}">
                        <a16:creationId xmlns:a16="http://schemas.microsoft.com/office/drawing/2014/main" id="{2A53E94D-2732-C7A2-33BC-F96A2C014386}"/>
                      </a:ext>
                    </a:extLst>
                  </p:cNvPr>
                  <p:cNvPicPr/>
                  <p:nvPr/>
                </p:nvPicPr>
                <p:blipFill>
                  <a:blip r:embed="rId384"/>
                  <a:stretch>
                    <a:fillRect/>
                  </a:stretch>
                </p:blipFill>
                <p:spPr>
                  <a:xfrm>
                    <a:off x="10803243" y="4364479"/>
                    <a:ext cx="151422" cy="7662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5">
                <p14:nvContentPartPr>
                  <p14:cNvPr id="697" name="墨迹 696">
                    <a:extLst>
                      <a:ext uri="{FF2B5EF4-FFF2-40B4-BE49-F238E27FC236}">
                        <a16:creationId xmlns:a16="http://schemas.microsoft.com/office/drawing/2014/main" id="{4F2AFBDD-8084-B9A6-D575-53308A278E5E}"/>
                      </a:ext>
                    </a:extLst>
                  </p14:cNvPr>
                  <p14:cNvContentPartPr/>
                  <p14:nvPr/>
                </p14:nvContentPartPr>
                <p14:xfrm>
                  <a:off x="10802853" y="4823883"/>
                  <a:ext cx="18360" cy="282960"/>
                </p14:xfrm>
              </p:contentPart>
            </mc:Choice>
            <mc:Fallback xmlns="">
              <p:pic>
                <p:nvPicPr>
                  <p:cNvPr id="697" name="墨迹 696">
                    <a:extLst>
                      <a:ext uri="{FF2B5EF4-FFF2-40B4-BE49-F238E27FC236}">
                        <a16:creationId xmlns:a16="http://schemas.microsoft.com/office/drawing/2014/main" id="{4F2AFBDD-8084-B9A6-D575-53308A278E5E}"/>
                      </a:ext>
                    </a:extLst>
                  </p:cNvPr>
                  <p:cNvPicPr/>
                  <p:nvPr/>
                </p:nvPicPr>
                <p:blipFill>
                  <a:blip r:embed="rId386"/>
                  <a:stretch>
                    <a:fillRect/>
                  </a:stretch>
                </p:blipFill>
                <p:spPr>
                  <a:xfrm>
                    <a:off x="10759139" y="4730497"/>
                    <a:ext cx="105351" cy="4692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7">
                <p14:nvContentPartPr>
                  <p14:cNvPr id="698" name="墨迹 697">
                    <a:extLst>
                      <a:ext uri="{FF2B5EF4-FFF2-40B4-BE49-F238E27FC236}">
                        <a16:creationId xmlns:a16="http://schemas.microsoft.com/office/drawing/2014/main" id="{E575F2F7-7814-2A73-E5E4-29D278116CEB}"/>
                      </a:ext>
                    </a:extLst>
                  </p14:cNvPr>
                  <p14:cNvContentPartPr/>
                  <p14:nvPr/>
                </p14:nvContentPartPr>
                <p14:xfrm>
                  <a:off x="10897893" y="4730643"/>
                  <a:ext cx="8280" cy="420840"/>
                </p14:xfrm>
              </p:contentPart>
            </mc:Choice>
            <mc:Fallback xmlns="">
              <p:pic>
                <p:nvPicPr>
                  <p:cNvPr id="698" name="墨迹 697">
                    <a:extLst>
                      <a:ext uri="{FF2B5EF4-FFF2-40B4-BE49-F238E27FC236}">
                        <a16:creationId xmlns:a16="http://schemas.microsoft.com/office/drawing/2014/main" id="{E575F2F7-7814-2A73-E5E4-29D278116CEB}"/>
                      </a:ext>
                    </a:extLst>
                  </p:cNvPr>
                  <p:cNvPicPr/>
                  <p:nvPr/>
                </p:nvPicPr>
                <p:blipFill>
                  <a:blip r:embed="rId388"/>
                  <a:stretch>
                    <a:fillRect/>
                  </a:stretch>
                </p:blipFill>
                <p:spPr>
                  <a:xfrm>
                    <a:off x="10854750" y="4637330"/>
                    <a:ext cx="95002" cy="6069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9">
                <p14:nvContentPartPr>
                  <p14:cNvPr id="699" name="墨迹 698">
                    <a:extLst>
                      <a:ext uri="{FF2B5EF4-FFF2-40B4-BE49-F238E27FC236}">
                        <a16:creationId xmlns:a16="http://schemas.microsoft.com/office/drawing/2014/main" id="{4C62F539-A6EF-F65B-8633-91D94817D65A}"/>
                      </a:ext>
                    </a:extLst>
                  </p14:cNvPr>
                  <p14:cNvContentPartPr/>
                  <p14:nvPr/>
                </p14:nvContentPartPr>
                <p14:xfrm>
                  <a:off x="10901493" y="5075163"/>
                  <a:ext cx="11160" cy="69840"/>
                </p14:xfrm>
              </p:contentPart>
            </mc:Choice>
            <mc:Fallback xmlns="">
              <p:pic>
                <p:nvPicPr>
                  <p:cNvPr id="699" name="墨迹 698">
                    <a:extLst>
                      <a:ext uri="{FF2B5EF4-FFF2-40B4-BE49-F238E27FC236}">
                        <a16:creationId xmlns:a16="http://schemas.microsoft.com/office/drawing/2014/main" id="{4C62F539-A6EF-F65B-8633-91D94817D65A}"/>
                      </a:ext>
                    </a:extLst>
                  </p:cNvPr>
                  <p:cNvPicPr/>
                  <p:nvPr/>
                </p:nvPicPr>
                <p:blipFill>
                  <a:blip r:embed="rId390"/>
                  <a:stretch>
                    <a:fillRect/>
                  </a:stretch>
                </p:blipFill>
                <p:spPr>
                  <a:xfrm>
                    <a:off x="10858570" y="4982509"/>
                    <a:ext cx="96577" cy="2556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1">
                <p14:nvContentPartPr>
                  <p14:cNvPr id="700" name="墨迹 699">
                    <a:extLst>
                      <a:ext uri="{FF2B5EF4-FFF2-40B4-BE49-F238E27FC236}">
                        <a16:creationId xmlns:a16="http://schemas.microsoft.com/office/drawing/2014/main" id="{77EC4ECB-A686-F600-C64B-FF19E9671646}"/>
                      </a:ext>
                    </a:extLst>
                  </p14:cNvPr>
                  <p14:cNvContentPartPr/>
                  <p14:nvPr/>
                </p14:nvContentPartPr>
                <p14:xfrm>
                  <a:off x="10527453" y="5140323"/>
                  <a:ext cx="366480" cy="13680"/>
                </p14:xfrm>
              </p:contentPart>
            </mc:Choice>
            <mc:Fallback xmlns="">
              <p:pic>
                <p:nvPicPr>
                  <p:cNvPr id="700" name="墨迹 699">
                    <a:extLst>
                      <a:ext uri="{FF2B5EF4-FFF2-40B4-BE49-F238E27FC236}">
                        <a16:creationId xmlns:a16="http://schemas.microsoft.com/office/drawing/2014/main" id="{77EC4ECB-A686-F600-C64B-FF19E9671646}"/>
                      </a:ext>
                    </a:extLst>
                  </p:cNvPr>
                  <p:cNvPicPr/>
                  <p:nvPr/>
                </p:nvPicPr>
                <p:blipFill>
                  <a:blip r:embed="rId392"/>
                  <a:stretch>
                    <a:fillRect/>
                  </a:stretch>
                </p:blipFill>
                <p:spPr>
                  <a:xfrm>
                    <a:off x="10483458" y="5045978"/>
                    <a:ext cx="454030" cy="2018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3">
                <p14:nvContentPartPr>
                  <p14:cNvPr id="701" name="墨迹 700">
                    <a:extLst>
                      <a:ext uri="{FF2B5EF4-FFF2-40B4-BE49-F238E27FC236}">
                        <a16:creationId xmlns:a16="http://schemas.microsoft.com/office/drawing/2014/main" id="{ADA6B658-1E1C-6528-9E9D-5F64C8187487}"/>
                      </a:ext>
                    </a:extLst>
                  </p14:cNvPr>
                  <p14:cNvContentPartPr/>
                  <p14:nvPr/>
                </p14:nvContentPartPr>
                <p14:xfrm>
                  <a:off x="10713933" y="5125203"/>
                  <a:ext cx="179640" cy="23400"/>
                </p14:xfrm>
              </p:contentPart>
            </mc:Choice>
            <mc:Fallback xmlns="">
              <p:pic>
                <p:nvPicPr>
                  <p:cNvPr id="701" name="墨迹 700">
                    <a:extLst>
                      <a:ext uri="{FF2B5EF4-FFF2-40B4-BE49-F238E27FC236}">
                        <a16:creationId xmlns:a16="http://schemas.microsoft.com/office/drawing/2014/main" id="{ADA6B658-1E1C-6528-9E9D-5F64C8187487}"/>
                      </a:ext>
                    </a:extLst>
                  </p:cNvPr>
                  <p:cNvPicPr/>
                  <p:nvPr/>
                </p:nvPicPr>
                <p:blipFill>
                  <a:blip r:embed="rId394"/>
                  <a:stretch>
                    <a:fillRect/>
                  </a:stretch>
                </p:blipFill>
                <p:spPr>
                  <a:xfrm>
                    <a:off x="10670011" y="5031603"/>
                    <a:ext cx="267044" cy="210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5">
                <p14:nvContentPartPr>
                  <p14:cNvPr id="702" name="墨迹 701">
                    <a:extLst>
                      <a:ext uri="{FF2B5EF4-FFF2-40B4-BE49-F238E27FC236}">
                        <a16:creationId xmlns:a16="http://schemas.microsoft.com/office/drawing/2014/main" id="{4A5CBB06-8106-EB68-E698-8F41B9105247}"/>
                      </a:ext>
                    </a:extLst>
                  </p14:cNvPr>
                  <p14:cNvContentPartPr/>
                  <p14:nvPr/>
                </p14:nvContentPartPr>
                <p14:xfrm>
                  <a:off x="9796293" y="5100363"/>
                  <a:ext cx="997560" cy="6840"/>
                </p14:xfrm>
              </p:contentPart>
            </mc:Choice>
            <mc:Fallback xmlns="">
              <p:pic>
                <p:nvPicPr>
                  <p:cNvPr id="702" name="墨迹 701">
                    <a:extLst>
                      <a:ext uri="{FF2B5EF4-FFF2-40B4-BE49-F238E27FC236}">
                        <a16:creationId xmlns:a16="http://schemas.microsoft.com/office/drawing/2014/main" id="{4A5CBB06-8106-EB68-E698-8F41B9105247}"/>
                      </a:ext>
                    </a:extLst>
                  </p:cNvPr>
                  <p:cNvPicPr/>
                  <p:nvPr/>
                </p:nvPicPr>
                <p:blipFill>
                  <a:blip r:embed="rId396"/>
                  <a:stretch>
                    <a:fillRect/>
                  </a:stretch>
                </p:blipFill>
                <p:spPr>
                  <a:xfrm>
                    <a:off x="9752289" y="5003137"/>
                    <a:ext cx="1085127" cy="201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7">
                <p14:nvContentPartPr>
                  <p14:cNvPr id="703" name="墨迹 702">
                    <a:extLst>
                      <a:ext uri="{FF2B5EF4-FFF2-40B4-BE49-F238E27FC236}">
                        <a16:creationId xmlns:a16="http://schemas.microsoft.com/office/drawing/2014/main" id="{E0C58290-8150-AD7D-083F-8E37BEEAEB1E}"/>
                      </a:ext>
                    </a:extLst>
                  </p14:cNvPr>
                  <p14:cNvContentPartPr/>
                  <p14:nvPr/>
                </p14:nvContentPartPr>
                <p14:xfrm>
                  <a:off x="9307773" y="5138703"/>
                  <a:ext cx="1233360" cy="19800"/>
                </p14:xfrm>
              </p:contentPart>
            </mc:Choice>
            <mc:Fallback xmlns="">
              <p:pic>
                <p:nvPicPr>
                  <p:cNvPr id="703" name="墨迹 702">
                    <a:extLst>
                      <a:ext uri="{FF2B5EF4-FFF2-40B4-BE49-F238E27FC236}">
                        <a16:creationId xmlns:a16="http://schemas.microsoft.com/office/drawing/2014/main" id="{E0C58290-8150-AD7D-083F-8E37BEEAEB1E}"/>
                      </a:ext>
                    </a:extLst>
                  </p:cNvPr>
                  <p:cNvPicPr/>
                  <p:nvPr/>
                </p:nvPicPr>
                <p:blipFill>
                  <a:blip r:embed="rId398"/>
                  <a:stretch>
                    <a:fillRect/>
                  </a:stretch>
                </p:blipFill>
                <p:spPr>
                  <a:xfrm>
                    <a:off x="9263787" y="5046610"/>
                    <a:ext cx="1320892" cy="2035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9">
                <p14:nvContentPartPr>
                  <p14:cNvPr id="704" name="墨迹 703">
                    <a:extLst>
                      <a:ext uri="{FF2B5EF4-FFF2-40B4-BE49-F238E27FC236}">
                        <a16:creationId xmlns:a16="http://schemas.microsoft.com/office/drawing/2014/main" id="{10DCFB14-A4E7-C0EC-123C-75682B0BBA80}"/>
                      </a:ext>
                    </a:extLst>
                  </p14:cNvPr>
                  <p14:cNvContentPartPr/>
                  <p14:nvPr/>
                </p14:nvContentPartPr>
                <p14:xfrm>
                  <a:off x="9058993" y="5105527"/>
                  <a:ext cx="743400" cy="17280"/>
                </p14:xfrm>
              </p:contentPart>
            </mc:Choice>
            <mc:Fallback xmlns="">
              <p:pic>
                <p:nvPicPr>
                  <p:cNvPr id="704" name="墨迹 703">
                    <a:extLst>
                      <a:ext uri="{FF2B5EF4-FFF2-40B4-BE49-F238E27FC236}">
                        <a16:creationId xmlns:a16="http://schemas.microsoft.com/office/drawing/2014/main" id="{10DCFB14-A4E7-C0EC-123C-75682B0BBA80}"/>
                      </a:ext>
                    </a:extLst>
                  </p:cNvPr>
                  <p:cNvPicPr/>
                  <p:nvPr/>
                </p:nvPicPr>
                <p:blipFill>
                  <a:blip r:embed="rId400"/>
                  <a:stretch>
                    <a:fillRect/>
                  </a:stretch>
                </p:blipFill>
                <p:spPr>
                  <a:xfrm>
                    <a:off x="9015445" y="5012122"/>
                    <a:ext cx="830936" cy="2036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1">
                <p14:nvContentPartPr>
                  <p14:cNvPr id="705" name="墨迹 704">
                    <a:extLst>
                      <a:ext uri="{FF2B5EF4-FFF2-40B4-BE49-F238E27FC236}">
                        <a16:creationId xmlns:a16="http://schemas.microsoft.com/office/drawing/2014/main" id="{52500072-0C27-647B-182A-3D7057C37B47}"/>
                      </a:ext>
                    </a:extLst>
                  </p14:cNvPr>
                  <p14:cNvContentPartPr/>
                  <p14:nvPr/>
                </p14:nvContentPartPr>
                <p14:xfrm>
                  <a:off x="8874673" y="5147647"/>
                  <a:ext cx="728640" cy="12960"/>
                </p14:xfrm>
              </p:contentPart>
            </mc:Choice>
            <mc:Fallback xmlns="">
              <p:pic>
                <p:nvPicPr>
                  <p:cNvPr id="705" name="墨迹 704">
                    <a:extLst>
                      <a:ext uri="{FF2B5EF4-FFF2-40B4-BE49-F238E27FC236}">
                        <a16:creationId xmlns:a16="http://schemas.microsoft.com/office/drawing/2014/main" id="{52500072-0C27-647B-182A-3D7057C37B47}"/>
                      </a:ext>
                    </a:extLst>
                  </p:cNvPr>
                  <p:cNvPicPr/>
                  <p:nvPr/>
                </p:nvPicPr>
                <p:blipFill>
                  <a:blip r:embed="rId402"/>
                  <a:stretch>
                    <a:fillRect/>
                  </a:stretch>
                </p:blipFill>
                <p:spPr>
                  <a:xfrm>
                    <a:off x="8831113" y="5055076"/>
                    <a:ext cx="816200" cy="19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3">
                <p14:nvContentPartPr>
                  <p14:cNvPr id="706" name="墨迹 705">
                    <a:extLst>
                      <a:ext uri="{FF2B5EF4-FFF2-40B4-BE49-F238E27FC236}">
                        <a16:creationId xmlns:a16="http://schemas.microsoft.com/office/drawing/2014/main" id="{A7EA4287-2283-67FE-3861-437888D6543A}"/>
                      </a:ext>
                    </a:extLst>
                  </p14:cNvPr>
                  <p14:cNvContentPartPr/>
                  <p14:nvPr/>
                </p14:nvContentPartPr>
                <p14:xfrm>
                  <a:off x="7767560" y="5108528"/>
                  <a:ext cx="1262520" cy="23040"/>
                </p14:xfrm>
              </p:contentPart>
            </mc:Choice>
            <mc:Fallback xmlns="">
              <p:pic>
                <p:nvPicPr>
                  <p:cNvPr id="706" name="墨迹 705">
                    <a:extLst>
                      <a:ext uri="{FF2B5EF4-FFF2-40B4-BE49-F238E27FC236}">
                        <a16:creationId xmlns:a16="http://schemas.microsoft.com/office/drawing/2014/main" id="{A7EA4287-2283-67FE-3861-437888D6543A}"/>
                      </a:ext>
                    </a:extLst>
                  </p:cNvPr>
                  <p:cNvPicPr/>
                  <p:nvPr/>
                </p:nvPicPr>
                <p:blipFill>
                  <a:blip r:embed="rId404"/>
                  <a:stretch>
                    <a:fillRect/>
                  </a:stretch>
                </p:blipFill>
                <p:spPr>
                  <a:xfrm>
                    <a:off x="7723554" y="5016368"/>
                    <a:ext cx="1350091" cy="2068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5">
                <p14:nvContentPartPr>
                  <p14:cNvPr id="707" name="墨迹 706">
                    <a:extLst>
                      <a:ext uri="{FF2B5EF4-FFF2-40B4-BE49-F238E27FC236}">
                        <a16:creationId xmlns:a16="http://schemas.microsoft.com/office/drawing/2014/main" id="{17832F77-90F6-6540-C4DF-CD0F8898BC39}"/>
                      </a:ext>
                    </a:extLst>
                  </p14:cNvPr>
                  <p14:cNvContentPartPr/>
                  <p14:nvPr/>
                </p14:nvContentPartPr>
                <p14:xfrm>
                  <a:off x="7772240" y="5142008"/>
                  <a:ext cx="538200" cy="27000"/>
                </p14:xfrm>
              </p:contentPart>
            </mc:Choice>
            <mc:Fallback xmlns="">
              <p:pic>
                <p:nvPicPr>
                  <p:cNvPr id="707" name="墨迹 706">
                    <a:extLst>
                      <a:ext uri="{FF2B5EF4-FFF2-40B4-BE49-F238E27FC236}">
                        <a16:creationId xmlns:a16="http://schemas.microsoft.com/office/drawing/2014/main" id="{17832F77-90F6-6540-C4DF-CD0F8898BC39}"/>
                      </a:ext>
                    </a:extLst>
                  </p:cNvPr>
                  <p:cNvPicPr/>
                  <p:nvPr/>
                </p:nvPicPr>
                <p:blipFill>
                  <a:blip r:embed="rId406"/>
                  <a:stretch>
                    <a:fillRect/>
                  </a:stretch>
                </p:blipFill>
                <p:spPr>
                  <a:xfrm>
                    <a:off x="7728233" y="5048905"/>
                    <a:ext cx="625773" cy="2127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7">
                <p14:nvContentPartPr>
                  <p14:cNvPr id="708" name="墨迹 707">
                    <a:extLst>
                      <a:ext uri="{FF2B5EF4-FFF2-40B4-BE49-F238E27FC236}">
                        <a16:creationId xmlns:a16="http://schemas.microsoft.com/office/drawing/2014/main" id="{48551160-A9ED-C1A5-7D47-8A9E6D99C837}"/>
                      </a:ext>
                    </a:extLst>
                  </p14:cNvPr>
                  <p14:cNvContentPartPr/>
                  <p14:nvPr/>
                </p14:nvContentPartPr>
                <p14:xfrm>
                  <a:off x="8029280" y="5165048"/>
                  <a:ext cx="2160" cy="1080"/>
                </p14:xfrm>
              </p:contentPart>
            </mc:Choice>
            <mc:Fallback xmlns="">
              <p:pic>
                <p:nvPicPr>
                  <p:cNvPr id="708" name="墨迹 707">
                    <a:extLst>
                      <a:ext uri="{FF2B5EF4-FFF2-40B4-BE49-F238E27FC236}">
                        <a16:creationId xmlns:a16="http://schemas.microsoft.com/office/drawing/2014/main" id="{48551160-A9ED-C1A5-7D47-8A9E6D99C837}"/>
                      </a:ext>
                    </a:extLst>
                  </p:cNvPr>
                  <p:cNvPicPr/>
                  <p:nvPr/>
                </p:nvPicPr>
                <p:blipFill>
                  <a:blip r:embed="rId408"/>
                  <a:stretch>
                    <a:fillRect/>
                  </a:stretch>
                </p:blipFill>
                <p:spPr>
                  <a:xfrm>
                    <a:off x="7986512" y="5057048"/>
                    <a:ext cx="88128" cy="2165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9">
                <p14:nvContentPartPr>
                  <p14:cNvPr id="709" name="墨迹 708">
                    <a:extLst>
                      <a:ext uri="{FF2B5EF4-FFF2-40B4-BE49-F238E27FC236}">
                        <a16:creationId xmlns:a16="http://schemas.microsoft.com/office/drawing/2014/main" id="{E246B27C-5C5B-107C-0542-6D82DC877304}"/>
                      </a:ext>
                    </a:extLst>
                  </p14:cNvPr>
                  <p14:cNvContentPartPr/>
                  <p14:nvPr/>
                </p14:nvContentPartPr>
                <p14:xfrm>
                  <a:off x="8315120" y="5143448"/>
                  <a:ext cx="548280" cy="19440"/>
                </p14:xfrm>
              </p:contentPart>
            </mc:Choice>
            <mc:Fallback xmlns="">
              <p:pic>
                <p:nvPicPr>
                  <p:cNvPr id="709" name="墨迹 708">
                    <a:extLst>
                      <a:ext uri="{FF2B5EF4-FFF2-40B4-BE49-F238E27FC236}">
                        <a16:creationId xmlns:a16="http://schemas.microsoft.com/office/drawing/2014/main" id="{E246B27C-5C5B-107C-0542-6D82DC877304}"/>
                      </a:ext>
                    </a:extLst>
                  </p:cNvPr>
                  <p:cNvPicPr/>
                  <p:nvPr/>
                </p:nvPicPr>
                <p:blipFill>
                  <a:blip r:embed="rId410"/>
                  <a:stretch>
                    <a:fillRect/>
                  </a:stretch>
                </p:blipFill>
                <p:spPr>
                  <a:xfrm>
                    <a:off x="8271117" y="5050877"/>
                    <a:ext cx="635846" cy="20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1">
                <p14:nvContentPartPr>
                  <p14:cNvPr id="710" name="墨迹 709">
                    <a:extLst>
                      <a:ext uri="{FF2B5EF4-FFF2-40B4-BE49-F238E27FC236}">
                        <a16:creationId xmlns:a16="http://schemas.microsoft.com/office/drawing/2014/main" id="{525254D2-F353-FE65-BE4E-4D8DA79C72C5}"/>
                      </a:ext>
                    </a:extLst>
                  </p14:cNvPr>
                  <p14:cNvContentPartPr/>
                  <p14:nvPr/>
                </p14:nvContentPartPr>
                <p14:xfrm>
                  <a:off x="10823575" y="2904915"/>
                  <a:ext cx="32400" cy="92160"/>
                </p14:xfrm>
              </p:contentPart>
            </mc:Choice>
            <mc:Fallback xmlns="">
              <p:pic>
                <p:nvPicPr>
                  <p:cNvPr id="710" name="墨迹 709">
                    <a:extLst>
                      <a:ext uri="{FF2B5EF4-FFF2-40B4-BE49-F238E27FC236}">
                        <a16:creationId xmlns:a16="http://schemas.microsoft.com/office/drawing/2014/main" id="{525254D2-F353-FE65-BE4E-4D8DA79C72C5}"/>
                      </a:ext>
                    </a:extLst>
                  </p:cNvPr>
                  <p:cNvPicPr/>
                  <p:nvPr/>
                </p:nvPicPr>
                <p:blipFill>
                  <a:blip r:embed="rId412"/>
                  <a:stretch>
                    <a:fillRect/>
                  </a:stretch>
                </p:blipFill>
                <p:spPr>
                  <a:xfrm>
                    <a:off x="10779191" y="2811824"/>
                    <a:ext cx="120723" cy="2778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3">
                <p14:nvContentPartPr>
                  <p14:cNvPr id="711" name="墨迹 710">
                    <a:extLst>
                      <a:ext uri="{FF2B5EF4-FFF2-40B4-BE49-F238E27FC236}">
                        <a16:creationId xmlns:a16="http://schemas.microsoft.com/office/drawing/2014/main" id="{1B980374-0EEA-26E0-C013-097A43328C5C}"/>
                      </a:ext>
                    </a:extLst>
                  </p14:cNvPr>
                  <p14:cNvContentPartPr/>
                  <p14:nvPr/>
                </p14:nvContentPartPr>
                <p14:xfrm>
                  <a:off x="10804495" y="2822475"/>
                  <a:ext cx="360" cy="360"/>
                </p14:xfrm>
              </p:contentPart>
            </mc:Choice>
            <mc:Fallback xmlns="">
              <p:pic>
                <p:nvPicPr>
                  <p:cNvPr id="711" name="墨迹 710">
                    <a:extLst>
                      <a:ext uri="{FF2B5EF4-FFF2-40B4-BE49-F238E27FC236}">
                        <a16:creationId xmlns:a16="http://schemas.microsoft.com/office/drawing/2014/main" id="{1B980374-0EEA-26E0-C013-097A43328C5C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768495" y="2750475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4">
                <p14:nvContentPartPr>
                  <p14:cNvPr id="712" name="墨迹 711">
                    <a:extLst>
                      <a:ext uri="{FF2B5EF4-FFF2-40B4-BE49-F238E27FC236}">
                        <a16:creationId xmlns:a16="http://schemas.microsoft.com/office/drawing/2014/main" id="{29950B6C-195A-5E14-B40D-A74D52CACBB9}"/>
                      </a:ext>
                    </a:extLst>
                  </p14:cNvPr>
                  <p14:cNvContentPartPr/>
                  <p14:nvPr/>
                </p14:nvContentPartPr>
                <p14:xfrm>
                  <a:off x="10823575" y="2806635"/>
                  <a:ext cx="67680" cy="593640"/>
                </p14:xfrm>
              </p:contentPart>
            </mc:Choice>
            <mc:Fallback xmlns="">
              <p:pic>
                <p:nvPicPr>
                  <p:cNvPr id="712" name="墨迹 711">
                    <a:extLst>
                      <a:ext uri="{FF2B5EF4-FFF2-40B4-BE49-F238E27FC236}">
                        <a16:creationId xmlns:a16="http://schemas.microsoft.com/office/drawing/2014/main" id="{29950B6C-195A-5E14-B40D-A74D52CACBB9}"/>
                      </a:ext>
                    </a:extLst>
                  </p:cNvPr>
                  <p:cNvPicPr/>
                  <p:nvPr/>
                </p:nvPicPr>
                <p:blipFill>
                  <a:blip r:embed="rId415"/>
                  <a:stretch>
                    <a:fillRect/>
                  </a:stretch>
                </p:blipFill>
                <p:spPr>
                  <a:xfrm>
                    <a:off x="10779627" y="2713295"/>
                    <a:ext cx="155137" cy="7798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6">
                <p14:nvContentPartPr>
                  <p14:cNvPr id="713" name="墨迹 712">
                    <a:extLst>
                      <a:ext uri="{FF2B5EF4-FFF2-40B4-BE49-F238E27FC236}">
                        <a16:creationId xmlns:a16="http://schemas.microsoft.com/office/drawing/2014/main" id="{6A2211C4-8142-8607-FB2E-5E9001EDA73F}"/>
                      </a:ext>
                    </a:extLst>
                  </p14:cNvPr>
                  <p14:cNvContentPartPr/>
                  <p14:nvPr/>
                </p14:nvContentPartPr>
                <p14:xfrm>
                  <a:off x="10826455" y="3330435"/>
                  <a:ext cx="360" cy="360"/>
                </p14:xfrm>
              </p:contentPart>
            </mc:Choice>
            <mc:Fallback xmlns="">
              <p:pic>
                <p:nvPicPr>
                  <p:cNvPr id="713" name="墨迹 712">
                    <a:extLst>
                      <a:ext uri="{FF2B5EF4-FFF2-40B4-BE49-F238E27FC236}">
                        <a16:creationId xmlns:a16="http://schemas.microsoft.com/office/drawing/2014/main" id="{6A2211C4-8142-8607-FB2E-5E9001EDA73F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790815" y="3258435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7">
                <p14:nvContentPartPr>
                  <p14:cNvPr id="714" name="墨迹 713">
                    <a:extLst>
                      <a:ext uri="{FF2B5EF4-FFF2-40B4-BE49-F238E27FC236}">
                        <a16:creationId xmlns:a16="http://schemas.microsoft.com/office/drawing/2014/main" id="{A99D9703-E908-F295-8DF2-CAA88E101DBA}"/>
                      </a:ext>
                    </a:extLst>
                  </p14:cNvPr>
                  <p14:cNvContentPartPr/>
                  <p14:nvPr/>
                </p14:nvContentPartPr>
                <p14:xfrm>
                  <a:off x="10892695" y="2917875"/>
                  <a:ext cx="30600" cy="511200"/>
                </p14:xfrm>
              </p:contentPart>
            </mc:Choice>
            <mc:Fallback xmlns="">
              <p:pic>
                <p:nvPicPr>
                  <p:cNvPr id="714" name="墨迹 713">
                    <a:extLst>
                      <a:ext uri="{FF2B5EF4-FFF2-40B4-BE49-F238E27FC236}">
                        <a16:creationId xmlns:a16="http://schemas.microsoft.com/office/drawing/2014/main" id="{A99D9703-E908-F295-8DF2-CAA88E101DBA}"/>
                      </a:ext>
                    </a:extLst>
                  </p:cNvPr>
                  <p:cNvPicPr/>
                  <p:nvPr/>
                </p:nvPicPr>
                <p:blipFill>
                  <a:blip r:embed="rId418"/>
                  <a:stretch>
                    <a:fillRect/>
                  </a:stretch>
                </p:blipFill>
                <p:spPr>
                  <a:xfrm>
                    <a:off x="10848791" y="2824505"/>
                    <a:ext cx="118852" cy="697473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772" name="矩形 771">
              <a:extLst>
                <a:ext uri="{FF2B5EF4-FFF2-40B4-BE49-F238E27FC236}">
                  <a16:creationId xmlns:a16="http://schemas.microsoft.com/office/drawing/2014/main" id="{1C359CE0-A3A7-E042-34AE-8F269828380C}"/>
                </a:ext>
              </a:extLst>
            </p:cNvPr>
            <p:cNvSpPr/>
            <p:nvPr/>
          </p:nvSpPr>
          <p:spPr>
            <a:xfrm>
              <a:off x="5485406" y="3937000"/>
              <a:ext cx="6319520" cy="2463800"/>
            </a:xfrm>
            <a:prstGeom prst="rect">
              <a:avLst/>
            </a:prstGeom>
            <a:solidFill>
              <a:schemeClr val="bg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1" name="组合 730">
              <a:extLst>
                <a:ext uri="{FF2B5EF4-FFF2-40B4-BE49-F238E27FC236}">
                  <a16:creationId xmlns:a16="http://schemas.microsoft.com/office/drawing/2014/main" id="{CBD75669-756D-FB07-9744-A818E3855F56}"/>
                </a:ext>
              </a:extLst>
            </p:cNvPr>
            <p:cNvGrpSpPr/>
            <p:nvPr/>
          </p:nvGrpSpPr>
          <p:grpSpPr>
            <a:xfrm>
              <a:off x="6237245" y="4227313"/>
              <a:ext cx="5262881" cy="2035573"/>
              <a:chOff x="995538" y="514897"/>
              <a:chExt cx="8978636" cy="3330456"/>
            </a:xfrm>
          </p:grpSpPr>
          <p:sp>
            <p:nvSpPr>
              <p:cNvPr id="732" name="矩形 731">
                <a:extLst>
                  <a:ext uri="{FF2B5EF4-FFF2-40B4-BE49-F238E27FC236}">
                    <a16:creationId xmlns:a16="http://schemas.microsoft.com/office/drawing/2014/main" id="{B44D6984-6E8C-0FDB-E535-B7D9BC76F551}"/>
                  </a:ext>
                </a:extLst>
              </p:cNvPr>
              <p:cNvSpPr/>
              <p:nvPr/>
            </p:nvSpPr>
            <p:spPr>
              <a:xfrm>
                <a:off x="995538" y="1117529"/>
                <a:ext cx="6758280" cy="133628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3" name="矩形 732">
                <a:extLst>
                  <a:ext uri="{FF2B5EF4-FFF2-40B4-BE49-F238E27FC236}">
                    <a16:creationId xmlns:a16="http://schemas.microsoft.com/office/drawing/2014/main" id="{AE7C5655-BDAC-77AA-B08D-9AAFF5BC1663}"/>
                  </a:ext>
                </a:extLst>
              </p:cNvPr>
              <p:cNvSpPr/>
              <p:nvPr/>
            </p:nvSpPr>
            <p:spPr>
              <a:xfrm>
                <a:off x="995538" y="2459941"/>
                <a:ext cx="6758280" cy="76457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4" name="矩形 733">
                <a:extLst>
                  <a:ext uri="{FF2B5EF4-FFF2-40B4-BE49-F238E27FC236}">
                    <a16:creationId xmlns:a16="http://schemas.microsoft.com/office/drawing/2014/main" id="{92E00210-6034-6573-304E-D56BC0A40E61}"/>
                  </a:ext>
                </a:extLst>
              </p:cNvPr>
              <p:cNvSpPr/>
              <p:nvPr/>
            </p:nvSpPr>
            <p:spPr>
              <a:xfrm>
                <a:off x="995538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5" name="矩形 734">
                <a:extLst>
                  <a:ext uri="{FF2B5EF4-FFF2-40B4-BE49-F238E27FC236}">
                    <a16:creationId xmlns:a16="http://schemas.microsoft.com/office/drawing/2014/main" id="{16969ECF-E5B4-5F75-BAEA-456FB8293D1E}"/>
                  </a:ext>
                </a:extLst>
              </p:cNvPr>
              <p:cNvSpPr/>
              <p:nvPr/>
            </p:nvSpPr>
            <p:spPr>
              <a:xfrm>
                <a:off x="2212789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6" name="矩形 735">
                <a:extLst>
                  <a:ext uri="{FF2B5EF4-FFF2-40B4-BE49-F238E27FC236}">
                    <a16:creationId xmlns:a16="http://schemas.microsoft.com/office/drawing/2014/main" id="{C8C0E3AC-B3D5-0A52-45A6-F8E1D1105EE8}"/>
                  </a:ext>
                </a:extLst>
              </p:cNvPr>
              <p:cNvSpPr/>
              <p:nvPr/>
            </p:nvSpPr>
            <p:spPr>
              <a:xfrm>
                <a:off x="3430041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7" name="矩形 736">
                <a:extLst>
                  <a:ext uri="{FF2B5EF4-FFF2-40B4-BE49-F238E27FC236}">
                    <a16:creationId xmlns:a16="http://schemas.microsoft.com/office/drawing/2014/main" id="{65997A0F-7488-43CF-D69A-DF9F3998C862}"/>
                  </a:ext>
                </a:extLst>
              </p:cNvPr>
              <p:cNvSpPr/>
              <p:nvPr/>
            </p:nvSpPr>
            <p:spPr>
              <a:xfrm>
                <a:off x="4619842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8" name="矩形 737">
                <a:extLst>
                  <a:ext uri="{FF2B5EF4-FFF2-40B4-BE49-F238E27FC236}">
                    <a16:creationId xmlns:a16="http://schemas.microsoft.com/office/drawing/2014/main" id="{218E40DA-D237-D410-8062-9D28E7C04377}"/>
                  </a:ext>
                </a:extLst>
              </p:cNvPr>
              <p:cNvSpPr/>
              <p:nvPr/>
            </p:nvSpPr>
            <p:spPr>
              <a:xfrm>
                <a:off x="5804389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9" name="矩形 738">
                <a:extLst>
                  <a:ext uri="{FF2B5EF4-FFF2-40B4-BE49-F238E27FC236}">
                    <a16:creationId xmlns:a16="http://schemas.microsoft.com/office/drawing/2014/main" id="{8FA102AF-3C08-1B70-5B46-78BBEAE3D6CA}"/>
                  </a:ext>
                </a:extLst>
              </p:cNvPr>
              <p:cNvSpPr/>
              <p:nvPr/>
            </p:nvSpPr>
            <p:spPr>
              <a:xfrm>
                <a:off x="6980210" y="1123652"/>
                <a:ext cx="759628" cy="53330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0" name="箭头: 下 739">
                <a:extLst>
                  <a:ext uri="{FF2B5EF4-FFF2-40B4-BE49-F238E27FC236}">
                    <a16:creationId xmlns:a16="http://schemas.microsoft.com/office/drawing/2014/main" id="{0166AA69-328C-5FF8-C456-7C12F9B2770F}"/>
                  </a:ext>
                </a:extLst>
              </p:cNvPr>
              <p:cNvSpPr/>
              <p:nvPr/>
            </p:nvSpPr>
            <p:spPr>
              <a:xfrm>
                <a:off x="1785728" y="544515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1" name="箭头: 下 740">
                <a:extLst>
                  <a:ext uri="{FF2B5EF4-FFF2-40B4-BE49-F238E27FC236}">
                    <a16:creationId xmlns:a16="http://schemas.microsoft.com/office/drawing/2014/main" id="{2499079C-5A6A-1A0D-85BC-5F688D3A396B}"/>
                  </a:ext>
                </a:extLst>
              </p:cNvPr>
              <p:cNvSpPr/>
              <p:nvPr/>
            </p:nvSpPr>
            <p:spPr>
              <a:xfrm>
                <a:off x="4220232" y="538391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2" name="箭头: 下 741">
                <a:extLst>
                  <a:ext uri="{FF2B5EF4-FFF2-40B4-BE49-F238E27FC236}">
                    <a16:creationId xmlns:a16="http://schemas.microsoft.com/office/drawing/2014/main" id="{37C0EA19-3612-B54B-F9CF-011C186C5D44}"/>
                  </a:ext>
                </a:extLst>
              </p:cNvPr>
              <p:cNvSpPr/>
              <p:nvPr/>
            </p:nvSpPr>
            <p:spPr>
              <a:xfrm>
                <a:off x="6567129" y="538391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3" name="矩形 742">
                <a:extLst>
                  <a:ext uri="{FF2B5EF4-FFF2-40B4-BE49-F238E27FC236}">
                    <a16:creationId xmlns:a16="http://schemas.microsoft.com/office/drawing/2014/main" id="{F1943C07-AC4A-20F9-462C-206E70147061}"/>
                  </a:ext>
                </a:extLst>
              </p:cNvPr>
              <p:cNvSpPr/>
              <p:nvPr/>
            </p:nvSpPr>
            <p:spPr>
              <a:xfrm>
                <a:off x="1999259" y="2866338"/>
                <a:ext cx="4669049" cy="35818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4" name="箭头: 下 743">
                <a:extLst>
                  <a:ext uri="{FF2B5EF4-FFF2-40B4-BE49-F238E27FC236}">
                    <a16:creationId xmlns:a16="http://schemas.microsoft.com/office/drawing/2014/main" id="{F6AAE1C0-0704-E308-2380-650FF0D181B4}"/>
                  </a:ext>
                </a:extLst>
              </p:cNvPr>
              <p:cNvSpPr/>
              <p:nvPr/>
            </p:nvSpPr>
            <p:spPr>
              <a:xfrm rot="16200000">
                <a:off x="1797565" y="1825794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5" name="箭头: 下 744">
                <a:extLst>
                  <a:ext uri="{FF2B5EF4-FFF2-40B4-BE49-F238E27FC236}">
                    <a16:creationId xmlns:a16="http://schemas.microsoft.com/office/drawing/2014/main" id="{2047C061-0848-4863-7DD6-9343609B706F}"/>
                  </a:ext>
                </a:extLst>
              </p:cNvPr>
              <p:cNvSpPr/>
              <p:nvPr/>
            </p:nvSpPr>
            <p:spPr>
              <a:xfrm rot="5400000">
                <a:off x="6558431" y="1855412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6" name="箭头: 下 745">
                <a:extLst>
                  <a:ext uri="{FF2B5EF4-FFF2-40B4-BE49-F238E27FC236}">
                    <a16:creationId xmlns:a16="http://schemas.microsoft.com/office/drawing/2014/main" id="{9E48F553-C5F7-0844-B760-8941300DBD44}"/>
                  </a:ext>
                </a:extLst>
              </p:cNvPr>
              <p:cNvSpPr/>
              <p:nvPr/>
            </p:nvSpPr>
            <p:spPr>
              <a:xfrm rot="16200000">
                <a:off x="4453992" y="1855412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7" name="箭头: 下 746">
                <a:extLst>
                  <a:ext uri="{FF2B5EF4-FFF2-40B4-BE49-F238E27FC236}">
                    <a16:creationId xmlns:a16="http://schemas.microsoft.com/office/drawing/2014/main" id="{83549C50-0949-43C3-02B7-D42C0AF01009}"/>
                  </a:ext>
                </a:extLst>
              </p:cNvPr>
              <p:cNvSpPr/>
              <p:nvPr/>
            </p:nvSpPr>
            <p:spPr>
              <a:xfrm rot="5400000">
                <a:off x="3939223" y="1855412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8" name="箭头: 下 747">
                <a:extLst>
                  <a:ext uri="{FF2B5EF4-FFF2-40B4-BE49-F238E27FC236}">
                    <a16:creationId xmlns:a16="http://schemas.microsoft.com/office/drawing/2014/main" id="{A3C7990D-CD3F-EF19-FD1D-9E7375F13588}"/>
                  </a:ext>
                </a:extLst>
              </p:cNvPr>
              <p:cNvSpPr/>
              <p:nvPr/>
            </p:nvSpPr>
            <p:spPr>
              <a:xfrm rot="10800000">
                <a:off x="5377328" y="514897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9" name="箭头: 下 748">
                <a:extLst>
                  <a:ext uri="{FF2B5EF4-FFF2-40B4-BE49-F238E27FC236}">
                    <a16:creationId xmlns:a16="http://schemas.microsoft.com/office/drawing/2014/main" id="{19FC6733-B116-17DE-A0CC-A80C29A9834D}"/>
                  </a:ext>
                </a:extLst>
              </p:cNvPr>
              <p:cNvSpPr/>
              <p:nvPr/>
            </p:nvSpPr>
            <p:spPr>
              <a:xfrm rot="10800000">
                <a:off x="3002980" y="514897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0" name="箭头: 下 749">
                <a:extLst>
                  <a:ext uri="{FF2B5EF4-FFF2-40B4-BE49-F238E27FC236}">
                    <a16:creationId xmlns:a16="http://schemas.microsoft.com/office/drawing/2014/main" id="{D858B3C7-AF8B-DC1D-754E-383410660EED}"/>
                  </a:ext>
                </a:extLst>
              </p:cNvPr>
              <p:cNvSpPr/>
              <p:nvPr/>
            </p:nvSpPr>
            <p:spPr>
              <a:xfrm rot="10800000">
                <a:off x="2973387" y="1785673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1" name="箭头: 下 750">
                <a:extLst>
                  <a:ext uri="{FF2B5EF4-FFF2-40B4-BE49-F238E27FC236}">
                    <a16:creationId xmlns:a16="http://schemas.microsoft.com/office/drawing/2014/main" id="{390BF3CF-22D3-AD9C-91BE-D85B7387EBFC}"/>
                  </a:ext>
                </a:extLst>
              </p:cNvPr>
              <p:cNvSpPr/>
              <p:nvPr/>
            </p:nvSpPr>
            <p:spPr>
              <a:xfrm rot="10800000">
                <a:off x="5417020" y="1785673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2180936-D94B-8DF2-0849-D5FFF30226D4}"/>
                  </a:ext>
                </a:extLst>
              </p:cNvPr>
              <p:cNvSpPr txBox="1"/>
              <p:nvPr/>
            </p:nvSpPr>
            <p:spPr>
              <a:xfrm>
                <a:off x="3702241" y="3239845"/>
                <a:ext cx="2805279" cy="605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芯片热源</a:t>
                </a:r>
              </a:p>
            </p:txBody>
          </p:sp>
          <p:sp>
            <p:nvSpPr>
              <p:cNvPr id="753" name="文本框 752">
                <a:extLst>
                  <a:ext uri="{FF2B5EF4-FFF2-40B4-BE49-F238E27FC236}">
                    <a16:creationId xmlns:a16="http://schemas.microsoft.com/office/drawing/2014/main" id="{34B56ABB-4CF9-FF4C-C54E-A2C33B9BD5A6}"/>
                  </a:ext>
                </a:extLst>
              </p:cNvPr>
              <p:cNvSpPr txBox="1"/>
              <p:nvPr/>
            </p:nvSpPr>
            <p:spPr>
              <a:xfrm>
                <a:off x="8049882" y="2657563"/>
                <a:ext cx="1463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衬底</a:t>
                </a:r>
              </a:p>
            </p:txBody>
          </p:sp>
          <p:sp>
            <p:nvSpPr>
              <p:cNvPr id="754" name="右大括号 753">
                <a:extLst>
                  <a:ext uri="{FF2B5EF4-FFF2-40B4-BE49-F238E27FC236}">
                    <a16:creationId xmlns:a16="http://schemas.microsoft.com/office/drawing/2014/main" id="{31F0BA3C-B22D-1C8D-E9B7-5E0B9E622AB8}"/>
                  </a:ext>
                </a:extLst>
              </p:cNvPr>
              <p:cNvSpPr/>
              <p:nvPr/>
            </p:nvSpPr>
            <p:spPr>
              <a:xfrm>
                <a:off x="7763187" y="1656961"/>
                <a:ext cx="222899" cy="796855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5" name="右大括号 754">
                <a:extLst>
                  <a:ext uri="{FF2B5EF4-FFF2-40B4-BE49-F238E27FC236}">
                    <a16:creationId xmlns:a16="http://schemas.microsoft.com/office/drawing/2014/main" id="{6A120C2B-63D4-F285-4191-F643C4FF6757}"/>
                  </a:ext>
                </a:extLst>
              </p:cNvPr>
              <p:cNvSpPr/>
              <p:nvPr/>
            </p:nvSpPr>
            <p:spPr>
              <a:xfrm>
                <a:off x="7753818" y="1109842"/>
                <a:ext cx="241638" cy="547119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6" name="右大括号 755">
                <a:extLst>
                  <a:ext uri="{FF2B5EF4-FFF2-40B4-BE49-F238E27FC236}">
                    <a16:creationId xmlns:a16="http://schemas.microsoft.com/office/drawing/2014/main" id="{FD8B81F1-2BDB-34FE-6364-F7926B9B9BAF}"/>
                  </a:ext>
                </a:extLst>
              </p:cNvPr>
              <p:cNvSpPr/>
              <p:nvPr/>
            </p:nvSpPr>
            <p:spPr>
              <a:xfrm>
                <a:off x="7766274" y="2459941"/>
                <a:ext cx="248684" cy="764577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7" name="文本框 756">
                <a:extLst>
                  <a:ext uri="{FF2B5EF4-FFF2-40B4-BE49-F238E27FC236}">
                    <a16:creationId xmlns:a16="http://schemas.microsoft.com/office/drawing/2014/main" id="{FD2A10AF-94DC-C03F-5BC0-0C54C08AE77F}"/>
                  </a:ext>
                </a:extLst>
              </p:cNvPr>
              <p:cNvSpPr txBox="1"/>
              <p:nvPr/>
            </p:nvSpPr>
            <p:spPr>
              <a:xfrm>
                <a:off x="8040284" y="1806960"/>
                <a:ext cx="1933890" cy="604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微通道层</a:t>
                </a:r>
              </a:p>
            </p:txBody>
          </p:sp>
          <p:sp>
            <p:nvSpPr>
              <p:cNvPr id="758" name="文本框 757">
                <a:extLst>
                  <a:ext uri="{FF2B5EF4-FFF2-40B4-BE49-F238E27FC236}">
                    <a16:creationId xmlns:a16="http://schemas.microsoft.com/office/drawing/2014/main" id="{8C447C47-27F5-3072-D454-3EBF9CAFA955}"/>
                  </a:ext>
                </a:extLst>
              </p:cNvPr>
              <p:cNvSpPr txBox="1"/>
              <p:nvPr/>
            </p:nvSpPr>
            <p:spPr>
              <a:xfrm>
                <a:off x="8075594" y="1198733"/>
                <a:ext cx="1759912" cy="604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歧管层</a:t>
                </a:r>
              </a:p>
            </p:txBody>
          </p:sp>
          <p:sp>
            <p:nvSpPr>
              <p:cNvPr id="759" name="矩形 758">
                <a:extLst>
                  <a:ext uri="{FF2B5EF4-FFF2-40B4-BE49-F238E27FC236}">
                    <a16:creationId xmlns:a16="http://schemas.microsoft.com/office/drawing/2014/main" id="{2D477FC6-D8AD-8492-7EA6-D2B1B1241AE0}"/>
                  </a:ext>
                </a:extLst>
              </p:cNvPr>
              <p:cNvSpPr/>
              <p:nvPr/>
            </p:nvSpPr>
            <p:spPr>
              <a:xfrm>
                <a:off x="1346381" y="1664649"/>
                <a:ext cx="190067" cy="79010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0" name="矩形 759">
                <a:extLst>
                  <a:ext uri="{FF2B5EF4-FFF2-40B4-BE49-F238E27FC236}">
                    <a16:creationId xmlns:a16="http://schemas.microsoft.com/office/drawing/2014/main" id="{0528FADF-E433-53A0-90E4-CA9872F20070}"/>
                  </a:ext>
                </a:extLst>
              </p:cNvPr>
              <p:cNvSpPr/>
              <p:nvPr/>
            </p:nvSpPr>
            <p:spPr>
              <a:xfrm>
                <a:off x="2519394" y="1664649"/>
                <a:ext cx="191438" cy="7972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61" name="直接箭头连接符 760">
                <a:extLst>
                  <a:ext uri="{FF2B5EF4-FFF2-40B4-BE49-F238E27FC236}">
                    <a16:creationId xmlns:a16="http://schemas.microsoft.com/office/drawing/2014/main" id="{6ABEE4C9-A0DD-A042-B461-5B68C4DE7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6196" y="2491162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62" name="矩形 761">
                <a:extLst>
                  <a:ext uri="{FF2B5EF4-FFF2-40B4-BE49-F238E27FC236}">
                    <a16:creationId xmlns:a16="http://schemas.microsoft.com/office/drawing/2014/main" id="{BC49D4EE-F6DE-A771-72AF-4A3E0D2ADC2B}"/>
                  </a:ext>
                </a:extLst>
              </p:cNvPr>
              <p:cNvSpPr/>
              <p:nvPr/>
            </p:nvSpPr>
            <p:spPr>
              <a:xfrm>
                <a:off x="4921270" y="1664648"/>
                <a:ext cx="213876" cy="77676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3" name="矩形 762">
                <a:extLst>
                  <a:ext uri="{FF2B5EF4-FFF2-40B4-BE49-F238E27FC236}">
                    <a16:creationId xmlns:a16="http://schemas.microsoft.com/office/drawing/2014/main" id="{F6D846DF-F394-804C-26D0-D0812C0304D1}"/>
                  </a:ext>
                </a:extLst>
              </p:cNvPr>
              <p:cNvSpPr/>
              <p:nvPr/>
            </p:nvSpPr>
            <p:spPr>
              <a:xfrm>
                <a:off x="6146485" y="1672713"/>
                <a:ext cx="193604" cy="77675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4" name="矩形 763">
                <a:extLst>
                  <a:ext uri="{FF2B5EF4-FFF2-40B4-BE49-F238E27FC236}">
                    <a16:creationId xmlns:a16="http://schemas.microsoft.com/office/drawing/2014/main" id="{55524630-B1E0-5BB5-4005-E43CDCD7BFDC}"/>
                  </a:ext>
                </a:extLst>
              </p:cNvPr>
              <p:cNvSpPr/>
              <p:nvPr/>
            </p:nvSpPr>
            <p:spPr>
              <a:xfrm>
                <a:off x="7323003" y="1672713"/>
                <a:ext cx="208529" cy="76869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5" name="矩形 764">
                <a:extLst>
                  <a:ext uri="{FF2B5EF4-FFF2-40B4-BE49-F238E27FC236}">
                    <a16:creationId xmlns:a16="http://schemas.microsoft.com/office/drawing/2014/main" id="{3637F73F-8CA2-E31D-FC27-A77540517A13}"/>
                  </a:ext>
                </a:extLst>
              </p:cNvPr>
              <p:cNvSpPr/>
              <p:nvPr/>
            </p:nvSpPr>
            <p:spPr>
              <a:xfrm>
                <a:off x="3693778" y="1664649"/>
                <a:ext cx="196829" cy="77676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66" name="直接箭头连接符 765">
                <a:extLst>
                  <a:ext uri="{FF2B5EF4-FFF2-40B4-BE49-F238E27FC236}">
                    <a16:creationId xmlns:a16="http://schemas.microsoft.com/office/drawing/2014/main" id="{EB1B6168-1562-6941-8D23-26ACA51776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857" y="2489826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67" name="直接箭头连接符 766">
                <a:extLst>
                  <a:ext uri="{FF2B5EF4-FFF2-40B4-BE49-F238E27FC236}">
                    <a16:creationId xmlns:a16="http://schemas.microsoft.com/office/drawing/2014/main" id="{2158E69A-9EA5-E903-D8E4-B0E0153C27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49442" y="2491161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68" name="直接箭头连接符 767">
                <a:extLst>
                  <a:ext uri="{FF2B5EF4-FFF2-40B4-BE49-F238E27FC236}">
                    <a16:creationId xmlns:a16="http://schemas.microsoft.com/office/drawing/2014/main" id="{081D2013-BBCA-23C3-7144-6CE34A707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43287" y="2489826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69" name="直接箭头连接符 768">
                <a:extLst>
                  <a:ext uri="{FF2B5EF4-FFF2-40B4-BE49-F238E27FC236}">
                    <a16:creationId xmlns:a16="http://schemas.microsoft.com/office/drawing/2014/main" id="{655E8931-9AC3-E10D-407C-30154DFB35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19806" y="2489825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70" name="直接箭头连接符 769">
                <a:extLst>
                  <a:ext uri="{FF2B5EF4-FFF2-40B4-BE49-F238E27FC236}">
                    <a16:creationId xmlns:a16="http://schemas.microsoft.com/office/drawing/2014/main" id="{5A487D3D-B366-6CE1-EAFF-A53AB221DA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8315" y="2512530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785" name="组合 784">
              <a:extLst>
                <a:ext uri="{FF2B5EF4-FFF2-40B4-BE49-F238E27FC236}">
                  <a16:creationId xmlns:a16="http://schemas.microsoft.com/office/drawing/2014/main" id="{77BDB57B-351C-253A-CE4C-5AC2B621D423}"/>
                </a:ext>
              </a:extLst>
            </p:cNvPr>
            <p:cNvGrpSpPr/>
            <p:nvPr/>
          </p:nvGrpSpPr>
          <p:grpSpPr>
            <a:xfrm>
              <a:off x="9214660" y="233680"/>
              <a:ext cx="2683694" cy="3708400"/>
              <a:chOff x="9091014" y="840579"/>
              <a:chExt cx="2607520" cy="3793973"/>
            </a:xfrm>
          </p:grpSpPr>
          <p:sp>
            <p:nvSpPr>
              <p:cNvPr id="786" name="矩形 785">
                <a:extLst>
                  <a:ext uri="{FF2B5EF4-FFF2-40B4-BE49-F238E27FC236}">
                    <a16:creationId xmlns:a16="http://schemas.microsoft.com/office/drawing/2014/main" id="{DAFA8B8D-6B24-04D7-B183-C63230B78A43}"/>
                  </a:ext>
                </a:extLst>
              </p:cNvPr>
              <p:cNvSpPr/>
              <p:nvPr/>
            </p:nvSpPr>
            <p:spPr>
              <a:xfrm>
                <a:off x="9091014" y="840579"/>
                <a:ext cx="2512519" cy="3793973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7" name="箭头: 下 786">
                <a:extLst>
                  <a:ext uri="{FF2B5EF4-FFF2-40B4-BE49-F238E27FC236}">
                    <a16:creationId xmlns:a16="http://schemas.microsoft.com/office/drawing/2014/main" id="{B34BD115-1F9A-58E5-3BF5-D69253B8A7B6}"/>
                  </a:ext>
                </a:extLst>
              </p:cNvPr>
              <p:cNvSpPr/>
              <p:nvPr/>
            </p:nvSpPr>
            <p:spPr>
              <a:xfrm>
                <a:off x="9237857" y="886422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箭头: 下 787">
                <a:extLst>
                  <a:ext uri="{FF2B5EF4-FFF2-40B4-BE49-F238E27FC236}">
                    <a16:creationId xmlns:a16="http://schemas.microsoft.com/office/drawing/2014/main" id="{1BFDCB11-6E98-8968-F6DA-E639C9B6EB7C}"/>
                  </a:ext>
                </a:extLst>
              </p:cNvPr>
              <p:cNvSpPr/>
              <p:nvPr/>
            </p:nvSpPr>
            <p:spPr>
              <a:xfrm rot="10800000">
                <a:off x="9237857" y="1409793"/>
                <a:ext cx="427061" cy="415890"/>
              </a:xfrm>
              <a:prstGeom prst="down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9" name="文本框 788">
                <a:extLst>
                  <a:ext uri="{FF2B5EF4-FFF2-40B4-BE49-F238E27FC236}">
                    <a16:creationId xmlns:a16="http://schemas.microsoft.com/office/drawing/2014/main" id="{263F9BE8-E44D-1FF8-222B-7E50186BE823}"/>
                  </a:ext>
                </a:extLst>
              </p:cNvPr>
              <p:cNvSpPr txBox="1"/>
              <p:nvPr/>
            </p:nvSpPr>
            <p:spPr>
              <a:xfrm>
                <a:off x="9726955" y="1489239"/>
                <a:ext cx="1963554" cy="377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吸热后的出口流</a:t>
                </a:r>
                <a:endParaRPr lang="zh-CN" altLang="en-US" dirty="0"/>
              </a:p>
            </p:txBody>
          </p:sp>
          <p:sp>
            <p:nvSpPr>
              <p:cNvPr id="790" name="文本框 789">
                <a:extLst>
                  <a:ext uri="{FF2B5EF4-FFF2-40B4-BE49-F238E27FC236}">
                    <a16:creationId xmlns:a16="http://schemas.microsoft.com/office/drawing/2014/main" id="{97FCF187-80A2-DE2B-D54C-5EA77AF1BBE3}"/>
                  </a:ext>
                </a:extLst>
              </p:cNvPr>
              <p:cNvSpPr txBox="1"/>
              <p:nvPr/>
            </p:nvSpPr>
            <p:spPr>
              <a:xfrm>
                <a:off x="9734980" y="955612"/>
                <a:ext cx="1963554" cy="377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低温入口流</a:t>
                </a:r>
              </a:p>
            </p:txBody>
          </p:sp>
          <p:cxnSp>
            <p:nvCxnSpPr>
              <p:cNvPr id="791" name="直接箭头连接符 790">
                <a:extLst>
                  <a:ext uri="{FF2B5EF4-FFF2-40B4-BE49-F238E27FC236}">
                    <a16:creationId xmlns:a16="http://schemas.microsoft.com/office/drawing/2014/main" id="{05AEDA64-BE76-DA9B-6BE0-7B1FA1C03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34006" y="2611735"/>
                <a:ext cx="0" cy="290065"/>
              </a:xfrm>
              <a:prstGeom prst="straightConnector1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92" name="文本框 791">
                <a:extLst>
                  <a:ext uri="{FF2B5EF4-FFF2-40B4-BE49-F238E27FC236}">
                    <a16:creationId xmlns:a16="http://schemas.microsoft.com/office/drawing/2014/main" id="{C3C31485-E58D-E8BA-E052-9F9CA5663F23}"/>
                  </a:ext>
                </a:extLst>
              </p:cNvPr>
              <p:cNvSpPr txBox="1"/>
              <p:nvPr/>
            </p:nvSpPr>
            <p:spPr>
              <a:xfrm>
                <a:off x="9734980" y="2590710"/>
                <a:ext cx="1963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热量传导</a:t>
                </a:r>
              </a:p>
            </p:txBody>
          </p:sp>
          <p:sp>
            <p:nvSpPr>
              <p:cNvPr id="793" name="矩形 792">
                <a:extLst>
                  <a:ext uri="{FF2B5EF4-FFF2-40B4-BE49-F238E27FC236}">
                    <a16:creationId xmlns:a16="http://schemas.microsoft.com/office/drawing/2014/main" id="{60215539-87BB-56E2-6120-6099A5F8A8CE}"/>
                  </a:ext>
                </a:extLst>
              </p:cNvPr>
              <p:cNvSpPr/>
              <p:nvPr/>
            </p:nvSpPr>
            <p:spPr>
              <a:xfrm>
                <a:off x="9326702" y="2079470"/>
                <a:ext cx="214609" cy="37871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文本框 793">
                <a:extLst>
                  <a:ext uri="{FF2B5EF4-FFF2-40B4-BE49-F238E27FC236}">
                    <a16:creationId xmlns:a16="http://schemas.microsoft.com/office/drawing/2014/main" id="{ED4921A5-B816-590B-562C-C93231934687}"/>
                  </a:ext>
                </a:extLst>
              </p:cNvPr>
              <p:cNvSpPr txBox="1"/>
              <p:nvPr/>
            </p:nvSpPr>
            <p:spPr>
              <a:xfrm>
                <a:off x="9734980" y="2057425"/>
                <a:ext cx="1963554" cy="377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圆柱针肋</a:t>
                </a:r>
              </a:p>
            </p:txBody>
          </p:sp>
          <p:sp>
            <p:nvSpPr>
              <p:cNvPr id="795" name="矩形 794">
                <a:extLst>
                  <a:ext uri="{FF2B5EF4-FFF2-40B4-BE49-F238E27FC236}">
                    <a16:creationId xmlns:a16="http://schemas.microsoft.com/office/drawing/2014/main" id="{2BEBC246-9913-391A-F9EC-91009B7DD11F}"/>
                  </a:ext>
                </a:extLst>
              </p:cNvPr>
              <p:cNvSpPr/>
              <p:nvPr/>
            </p:nvSpPr>
            <p:spPr>
              <a:xfrm>
                <a:off x="9239312" y="3121683"/>
                <a:ext cx="427058" cy="299823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19A0DE99-81FE-F2F3-EDF1-C3C1BC596BA6}"/>
                  </a:ext>
                </a:extLst>
              </p:cNvPr>
              <p:cNvSpPr txBox="1"/>
              <p:nvPr/>
            </p:nvSpPr>
            <p:spPr>
              <a:xfrm>
                <a:off x="9734980" y="3111195"/>
                <a:ext cx="1963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歧管壁</a:t>
                </a:r>
              </a:p>
            </p:txBody>
          </p:sp>
          <p:cxnSp>
            <p:nvCxnSpPr>
              <p:cNvPr id="797" name="直接连接符 796">
                <a:extLst>
                  <a:ext uri="{FF2B5EF4-FFF2-40B4-BE49-F238E27FC236}">
                    <a16:creationId xmlns:a16="http://schemas.microsoft.com/office/drawing/2014/main" id="{F24A6D97-706B-1031-B10A-26E059B8527F}"/>
                  </a:ext>
                </a:extLst>
              </p:cNvPr>
              <p:cNvCxnSpPr/>
              <p:nvPr/>
            </p:nvCxnSpPr>
            <p:spPr>
              <a:xfrm>
                <a:off x="9373046" y="3648051"/>
                <a:ext cx="0" cy="280685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>
                <a:extLst>
                  <a:ext uri="{FF2B5EF4-FFF2-40B4-BE49-F238E27FC236}">
                    <a16:creationId xmlns:a16="http://schemas.microsoft.com/office/drawing/2014/main" id="{306671D5-5D2A-20B4-CEC5-33CFEA54E40F}"/>
                  </a:ext>
                </a:extLst>
              </p:cNvPr>
              <p:cNvCxnSpPr/>
              <p:nvPr/>
            </p:nvCxnSpPr>
            <p:spPr>
              <a:xfrm>
                <a:off x="9554321" y="3648050"/>
                <a:ext cx="0" cy="280685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99" name="文本框 798">
                <a:extLst>
                  <a:ext uri="{FF2B5EF4-FFF2-40B4-BE49-F238E27FC236}">
                    <a16:creationId xmlns:a16="http://schemas.microsoft.com/office/drawing/2014/main" id="{71343098-9672-48A8-5059-4252735B3A6C}"/>
                  </a:ext>
                </a:extLst>
              </p:cNvPr>
              <p:cNvSpPr txBox="1"/>
              <p:nvPr/>
            </p:nvSpPr>
            <p:spPr>
              <a:xfrm>
                <a:off x="9734980" y="3630915"/>
                <a:ext cx="1963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微通道</a:t>
                </a:r>
              </a:p>
            </p:txBody>
          </p:sp>
          <p:sp>
            <p:nvSpPr>
              <p:cNvPr id="800" name="椭圆 799">
                <a:extLst>
                  <a:ext uri="{FF2B5EF4-FFF2-40B4-BE49-F238E27FC236}">
                    <a16:creationId xmlns:a16="http://schemas.microsoft.com/office/drawing/2014/main" id="{F08F2535-EE2F-34ED-B591-7C532875B419}"/>
                  </a:ext>
                </a:extLst>
              </p:cNvPr>
              <p:cNvSpPr/>
              <p:nvPr/>
            </p:nvSpPr>
            <p:spPr>
              <a:xfrm>
                <a:off x="9406493" y="4197799"/>
                <a:ext cx="120315" cy="120315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1" name="文本框 800">
                <a:extLst>
                  <a:ext uri="{FF2B5EF4-FFF2-40B4-BE49-F238E27FC236}">
                    <a16:creationId xmlns:a16="http://schemas.microsoft.com/office/drawing/2014/main" id="{94D790B8-25DB-9A90-9FFE-4636AFDBED2A}"/>
                  </a:ext>
                </a:extLst>
              </p:cNvPr>
              <p:cNvSpPr txBox="1"/>
              <p:nvPr/>
            </p:nvSpPr>
            <p:spPr>
              <a:xfrm>
                <a:off x="9734980" y="4073290"/>
                <a:ext cx="1963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针肋（截面）</a:t>
                </a:r>
              </a:p>
            </p:txBody>
          </p:sp>
        </p:grpSp>
        <p:sp>
          <p:nvSpPr>
            <p:cNvPr id="804" name="文本框 803">
              <a:extLst>
                <a:ext uri="{FF2B5EF4-FFF2-40B4-BE49-F238E27FC236}">
                  <a16:creationId xmlns:a16="http://schemas.microsoft.com/office/drawing/2014/main" id="{DD314638-B25A-65BD-39E5-DA3644C13A1A}"/>
                </a:ext>
              </a:extLst>
            </p:cNvPr>
            <p:cNvSpPr txBox="1"/>
            <p:nvPr/>
          </p:nvSpPr>
          <p:spPr>
            <a:xfrm>
              <a:off x="438912" y="5888736"/>
              <a:ext cx="5669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(a)</a:t>
              </a:r>
              <a:endParaRPr lang="zh-CN" altLang="en-US" b="1" dirty="0"/>
            </a:p>
          </p:txBody>
        </p:sp>
        <p:sp>
          <p:nvSpPr>
            <p:cNvPr id="806" name="文本框 805">
              <a:extLst>
                <a:ext uri="{FF2B5EF4-FFF2-40B4-BE49-F238E27FC236}">
                  <a16:creationId xmlns:a16="http://schemas.microsoft.com/office/drawing/2014/main" id="{FFFF8619-2417-E6BF-05F3-E58C59E0A6F6}"/>
                </a:ext>
              </a:extLst>
            </p:cNvPr>
            <p:cNvSpPr txBox="1"/>
            <p:nvPr/>
          </p:nvSpPr>
          <p:spPr>
            <a:xfrm>
              <a:off x="5482358" y="3567668"/>
              <a:ext cx="5669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(b)</a:t>
              </a:r>
              <a:endParaRPr lang="zh-CN" altLang="en-US" b="1" dirty="0"/>
            </a:p>
          </p:txBody>
        </p:sp>
        <p:sp>
          <p:nvSpPr>
            <p:cNvPr id="808" name="文本框 807">
              <a:extLst>
                <a:ext uri="{FF2B5EF4-FFF2-40B4-BE49-F238E27FC236}">
                  <a16:creationId xmlns:a16="http://schemas.microsoft.com/office/drawing/2014/main" id="{6E274802-0563-0539-E678-651553E6FD17}"/>
                </a:ext>
              </a:extLst>
            </p:cNvPr>
            <p:cNvSpPr txBox="1"/>
            <p:nvPr/>
          </p:nvSpPr>
          <p:spPr>
            <a:xfrm>
              <a:off x="5482358" y="5967460"/>
              <a:ext cx="5669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(c)</a:t>
              </a:r>
              <a:endParaRPr lang="zh-CN" altLang="en-US" b="1" dirty="0"/>
            </a:p>
          </p:txBody>
        </p:sp>
        <p:sp>
          <p:nvSpPr>
            <p:cNvPr id="809" name="文本框 808">
              <a:extLst>
                <a:ext uri="{FF2B5EF4-FFF2-40B4-BE49-F238E27FC236}">
                  <a16:creationId xmlns:a16="http://schemas.microsoft.com/office/drawing/2014/main" id="{07B8F244-E157-C253-89C9-52C9E0E99BF7}"/>
                </a:ext>
              </a:extLst>
            </p:cNvPr>
            <p:cNvSpPr txBox="1"/>
            <p:nvPr/>
          </p:nvSpPr>
          <p:spPr>
            <a:xfrm>
              <a:off x="5482358" y="621792"/>
              <a:ext cx="92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入口</a:t>
              </a:r>
            </a:p>
          </p:txBody>
        </p:sp>
        <p:sp>
          <p:nvSpPr>
            <p:cNvPr id="811" name="文本框 810">
              <a:extLst>
                <a:ext uri="{FF2B5EF4-FFF2-40B4-BE49-F238E27FC236}">
                  <a16:creationId xmlns:a16="http://schemas.microsoft.com/office/drawing/2014/main" id="{FAD1A304-989E-3726-DF5A-C24A903158FD}"/>
                </a:ext>
              </a:extLst>
            </p:cNvPr>
            <p:cNvSpPr txBox="1"/>
            <p:nvPr/>
          </p:nvSpPr>
          <p:spPr>
            <a:xfrm>
              <a:off x="5482358" y="1853692"/>
              <a:ext cx="92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入口</a:t>
              </a:r>
            </a:p>
          </p:txBody>
        </p:sp>
        <p:sp>
          <p:nvSpPr>
            <p:cNvPr id="813" name="文本框 812">
              <a:extLst>
                <a:ext uri="{FF2B5EF4-FFF2-40B4-BE49-F238E27FC236}">
                  <a16:creationId xmlns:a16="http://schemas.microsoft.com/office/drawing/2014/main" id="{08F53DF6-85F6-C127-232C-3E0452334DB3}"/>
                </a:ext>
              </a:extLst>
            </p:cNvPr>
            <p:cNvSpPr txBox="1"/>
            <p:nvPr/>
          </p:nvSpPr>
          <p:spPr>
            <a:xfrm>
              <a:off x="5482358" y="3085592"/>
              <a:ext cx="92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入口</a:t>
              </a:r>
            </a:p>
          </p:txBody>
        </p:sp>
        <p:sp>
          <p:nvSpPr>
            <p:cNvPr id="815" name="文本框 814">
              <a:extLst>
                <a:ext uri="{FF2B5EF4-FFF2-40B4-BE49-F238E27FC236}">
                  <a16:creationId xmlns:a16="http://schemas.microsoft.com/office/drawing/2014/main" id="{90E2103B-B9CA-2B5C-79CC-D61FC166407A}"/>
                </a:ext>
              </a:extLst>
            </p:cNvPr>
            <p:cNvSpPr txBox="1"/>
            <p:nvPr/>
          </p:nvSpPr>
          <p:spPr>
            <a:xfrm>
              <a:off x="8645166" y="1258824"/>
              <a:ext cx="92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出口</a:t>
              </a:r>
            </a:p>
          </p:txBody>
        </p:sp>
        <p:sp>
          <p:nvSpPr>
            <p:cNvPr id="819" name="文本框 818">
              <a:extLst>
                <a:ext uri="{FF2B5EF4-FFF2-40B4-BE49-F238E27FC236}">
                  <a16:creationId xmlns:a16="http://schemas.microsoft.com/office/drawing/2014/main" id="{5C74479D-7F08-528E-AEB6-251091CE4C1C}"/>
                </a:ext>
              </a:extLst>
            </p:cNvPr>
            <p:cNvSpPr txBox="1"/>
            <p:nvPr/>
          </p:nvSpPr>
          <p:spPr>
            <a:xfrm>
              <a:off x="8673636" y="2463554"/>
              <a:ext cx="920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出口</a:t>
              </a:r>
            </a:p>
          </p:txBody>
        </p:sp>
      </p:grpSp>
      <p:sp>
        <p:nvSpPr>
          <p:cNvPr id="6" name="箭头: 下 5">
            <a:extLst>
              <a:ext uri="{FF2B5EF4-FFF2-40B4-BE49-F238E27FC236}">
                <a16:creationId xmlns:a16="http://schemas.microsoft.com/office/drawing/2014/main" id="{B84CFE66-C49B-F50C-7545-8DF3D177A683}"/>
              </a:ext>
            </a:extLst>
          </p:cNvPr>
          <p:cNvSpPr/>
          <p:nvPr/>
        </p:nvSpPr>
        <p:spPr>
          <a:xfrm rot="16200000">
            <a:off x="6087379" y="684569"/>
            <a:ext cx="261019" cy="243776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E5242643-C60A-DB62-8B61-093A6002CC40}"/>
              </a:ext>
            </a:extLst>
          </p:cNvPr>
          <p:cNvSpPr/>
          <p:nvPr/>
        </p:nvSpPr>
        <p:spPr>
          <a:xfrm rot="16200000">
            <a:off x="6087379" y="1942839"/>
            <a:ext cx="261019" cy="243776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2850C2E6-0B62-1A8C-8380-7CDB1CA223BA}"/>
              </a:ext>
            </a:extLst>
          </p:cNvPr>
          <p:cNvSpPr/>
          <p:nvPr/>
        </p:nvSpPr>
        <p:spPr>
          <a:xfrm rot="16200000">
            <a:off x="6087378" y="3148369"/>
            <a:ext cx="261019" cy="243776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89FD91CB-E84F-00D8-EBD5-F36F73A2DADD}"/>
              </a:ext>
            </a:extLst>
          </p:cNvPr>
          <p:cNvSpPr/>
          <p:nvPr/>
        </p:nvSpPr>
        <p:spPr>
          <a:xfrm rot="16200000">
            <a:off x="8421239" y="1321601"/>
            <a:ext cx="261019" cy="24377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10E31588-6F8E-BD7C-A81B-8C4D3E60CD36}"/>
              </a:ext>
            </a:extLst>
          </p:cNvPr>
          <p:cNvSpPr/>
          <p:nvPr/>
        </p:nvSpPr>
        <p:spPr>
          <a:xfrm rot="16200000">
            <a:off x="8421239" y="2543356"/>
            <a:ext cx="261019" cy="24377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19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2B18E270-881B-A8A9-7174-399B590C4B45}"/>
              </a:ext>
            </a:extLst>
          </p:cNvPr>
          <p:cNvGrpSpPr/>
          <p:nvPr/>
        </p:nvGrpSpPr>
        <p:grpSpPr>
          <a:xfrm>
            <a:off x="995538" y="514897"/>
            <a:ext cx="8543097" cy="3116018"/>
            <a:chOff x="995538" y="514897"/>
            <a:chExt cx="8543097" cy="311601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6ADCB21-5374-135F-C249-C0F0814C5CF0}"/>
                </a:ext>
              </a:extLst>
            </p:cNvPr>
            <p:cNvSpPr/>
            <p:nvPr/>
          </p:nvSpPr>
          <p:spPr>
            <a:xfrm>
              <a:off x="995538" y="1117529"/>
              <a:ext cx="6758280" cy="13362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86C7B6-F1D0-D6C1-6B5E-D0E4B5E2115F}"/>
                </a:ext>
              </a:extLst>
            </p:cNvPr>
            <p:cNvSpPr/>
            <p:nvPr/>
          </p:nvSpPr>
          <p:spPr>
            <a:xfrm>
              <a:off x="995538" y="2459941"/>
              <a:ext cx="6758280" cy="7645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71C2EDD-FCEF-B97C-3C50-903FBB11DADD}"/>
                </a:ext>
              </a:extLst>
            </p:cNvPr>
            <p:cNvSpPr/>
            <p:nvPr/>
          </p:nvSpPr>
          <p:spPr>
            <a:xfrm>
              <a:off x="995538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55120DC-4297-DE86-755B-7B13EA334157}"/>
                </a:ext>
              </a:extLst>
            </p:cNvPr>
            <p:cNvSpPr/>
            <p:nvPr/>
          </p:nvSpPr>
          <p:spPr>
            <a:xfrm>
              <a:off x="2212789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BC93217-5B9C-6EDE-1327-15FC6CFA2A88}"/>
                </a:ext>
              </a:extLst>
            </p:cNvPr>
            <p:cNvSpPr/>
            <p:nvPr/>
          </p:nvSpPr>
          <p:spPr>
            <a:xfrm>
              <a:off x="3430041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E130565-90F7-2AF6-2003-B37DC7E9657C}"/>
                </a:ext>
              </a:extLst>
            </p:cNvPr>
            <p:cNvSpPr/>
            <p:nvPr/>
          </p:nvSpPr>
          <p:spPr>
            <a:xfrm>
              <a:off x="4619842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CA176ED-5BEF-2078-35DD-ACCAEDE8498E}"/>
                </a:ext>
              </a:extLst>
            </p:cNvPr>
            <p:cNvSpPr/>
            <p:nvPr/>
          </p:nvSpPr>
          <p:spPr>
            <a:xfrm>
              <a:off x="5804389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132BFAA-0E40-7D46-5EC1-D7F954CE2DAE}"/>
                </a:ext>
              </a:extLst>
            </p:cNvPr>
            <p:cNvSpPr/>
            <p:nvPr/>
          </p:nvSpPr>
          <p:spPr>
            <a:xfrm>
              <a:off x="6980210" y="1123652"/>
              <a:ext cx="759628" cy="53330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下 23">
              <a:extLst>
                <a:ext uri="{FF2B5EF4-FFF2-40B4-BE49-F238E27FC236}">
                  <a16:creationId xmlns:a16="http://schemas.microsoft.com/office/drawing/2014/main" id="{636F12C8-8805-0721-20A4-AB5BC57C93B6}"/>
                </a:ext>
              </a:extLst>
            </p:cNvPr>
            <p:cNvSpPr/>
            <p:nvPr/>
          </p:nvSpPr>
          <p:spPr>
            <a:xfrm>
              <a:off x="1785728" y="544515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7F3B16C1-F748-DD9D-4955-D96B1BF4D3FB}"/>
                </a:ext>
              </a:extLst>
            </p:cNvPr>
            <p:cNvSpPr/>
            <p:nvPr/>
          </p:nvSpPr>
          <p:spPr>
            <a:xfrm>
              <a:off x="4220232" y="538391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FAB047EB-77B0-31B9-D9D1-9F2788C68125}"/>
                </a:ext>
              </a:extLst>
            </p:cNvPr>
            <p:cNvSpPr/>
            <p:nvPr/>
          </p:nvSpPr>
          <p:spPr>
            <a:xfrm>
              <a:off x="6567129" y="538391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295B319-07D7-2FBC-BE0F-DBACE20A03E0}"/>
                </a:ext>
              </a:extLst>
            </p:cNvPr>
            <p:cNvSpPr/>
            <p:nvPr/>
          </p:nvSpPr>
          <p:spPr>
            <a:xfrm>
              <a:off x="1999259" y="2866338"/>
              <a:ext cx="4669049" cy="35818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5679F8B1-6A3A-F79F-984C-2C31B21C4543}"/>
                </a:ext>
              </a:extLst>
            </p:cNvPr>
            <p:cNvSpPr/>
            <p:nvPr/>
          </p:nvSpPr>
          <p:spPr>
            <a:xfrm rot="16200000">
              <a:off x="1797565" y="1825794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5F4F9ED4-CB09-7C8E-BF12-57B18A23E67B}"/>
                </a:ext>
              </a:extLst>
            </p:cNvPr>
            <p:cNvSpPr/>
            <p:nvPr/>
          </p:nvSpPr>
          <p:spPr>
            <a:xfrm rot="5400000">
              <a:off x="6558431" y="1855412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箭头: 下 35">
              <a:extLst>
                <a:ext uri="{FF2B5EF4-FFF2-40B4-BE49-F238E27FC236}">
                  <a16:creationId xmlns:a16="http://schemas.microsoft.com/office/drawing/2014/main" id="{7FA42908-5D5D-0ACF-960B-9E9A3C9C595D}"/>
                </a:ext>
              </a:extLst>
            </p:cNvPr>
            <p:cNvSpPr/>
            <p:nvPr/>
          </p:nvSpPr>
          <p:spPr>
            <a:xfrm rot="16200000">
              <a:off x="4453992" y="1855412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下 37">
              <a:extLst>
                <a:ext uri="{FF2B5EF4-FFF2-40B4-BE49-F238E27FC236}">
                  <a16:creationId xmlns:a16="http://schemas.microsoft.com/office/drawing/2014/main" id="{AE498BDA-119D-C3B8-5F22-3B963CB7A0F1}"/>
                </a:ext>
              </a:extLst>
            </p:cNvPr>
            <p:cNvSpPr/>
            <p:nvPr/>
          </p:nvSpPr>
          <p:spPr>
            <a:xfrm rot="5400000">
              <a:off x="3939223" y="1855412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箭头: 下 47">
              <a:extLst>
                <a:ext uri="{FF2B5EF4-FFF2-40B4-BE49-F238E27FC236}">
                  <a16:creationId xmlns:a16="http://schemas.microsoft.com/office/drawing/2014/main" id="{9329DFD0-8812-5FCE-3D55-AE5A31EB55E9}"/>
                </a:ext>
              </a:extLst>
            </p:cNvPr>
            <p:cNvSpPr/>
            <p:nvPr/>
          </p:nvSpPr>
          <p:spPr>
            <a:xfrm rot="10800000">
              <a:off x="5377328" y="514897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B2D7D57C-A63B-C826-31DD-A9C21AADE55D}"/>
                </a:ext>
              </a:extLst>
            </p:cNvPr>
            <p:cNvSpPr/>
            <p:nvPr/>
          </p:nvSpPr>
          <p:spPr>
            <a:xfrm rot="10800000">
              <a:off x="3002980" y="514897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箭头: 下 55">
              <a:extLst>
                <a:ext uri="{FF2B5EF4-FFF2-40B4-BE49-F238E27FC236}">
                  <a16:creationId xmlns:a16="http://schemas.microsoft.com/office/drawing/2014/main" id="{655F7489-FEB2-5EE3-A99E-C31A897E5B99}"/>
                </a:ext>
              </a:extLst>
            </p:cNvPr>
            <p:cNvSpPr/>
            <p:nvPr/>
          </p:nvSpPr>
          <p:spPr>
            <a:xfrm rot="10800000">
              <a:off x="2973387" y="1785673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箭头: 下 57">
              <a:extLst>
                <a:ext uri="{FF2B5EF4-FFF2-40B4-BE49-F238E27FC236}">
                  <a16:creationId xmlns:a16="http://schemas.microsoft.com/office/drawing/2014/main" id="{EE84F116-273A-F20A-B9FA-8D5A1E82C8F8}"/>
                </a:ext>
              </a:extLst>
            </p:cNvPr>
            <p:cNvSpPr/>
            <p:nvPr/>
          </p:nvSpPr>
          <p:spPr>
            <a:xfrm rot="10800000">
              <a:off x="5417020" y="1785673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831C04F7-EB59-F58D-E7C9-0A3EB6EAAF01}"/>
                </a:ext>
              </a:extLst>
            </p:cNvPr>
            <p:cNvSpPr txBox="1"/>
            <p:nvPr/>
          </p:nvSpPr>
          <p:spPr>
            <a:xfrm>
              <a:off x="3702242" y="3261583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芯片热源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5C6DA86-43BD-873F-0923-97A906E86E33}"/>
                </a:ext>
              </a:extLst>
            </p:cNvPr>
            <p:cNvSpPr txBox="1"/>
            <p:nvPr/>
          </p:nvSpPr>
          <p:spPr>
            <a:xfrm>
              <a:off x="8049882" y="2657563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衬底</a:t>
              </a:r>
            </a:p>
          </p:txBody>
        </p:sp>
        <p:sp>
          <p:nvSpPr>
            <p:cNvPr id="85" name="右大括号 84">
              <a:extLst>
                <a:ext uri="{FF2B5EF4-FFF2-40B4-BE49-F238E27FC236}">
                  <a16:creationId xmlns:a16="http://schemas.microsoft.com/office/drawing/2014/main" id="{D18EAC93-6280-5A43-F180-E80C1558154A}"/>
                </a:ext>
              </a:extLst>
            </p:cNvPr>
            <p:cNvSpPr/>
            <p:nvPr/>
          </p:nvSpPr>
          <p:spPr>
            <a:xfrm>
              <a:off x="7763187" y="1656961"/>
              <a:ext cx="222899" cy="796855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右大括号 86">
              <a:extLst>
                <a:ext uri="{FF2B5EF4-FFF2-40B4-BE49-F238E27FC236}">
                  <a16:creationId xmlns:a16="http://schemas.microsoft.com/office/drawing/2014/main" id="{5DCD8D08-266C-D467-4F2F-D6CCD967214C}"/>
                </a:ext>
              </a:extLst>
            </p:cNvPr>
            <p:cNvSpPr/>
            <p:nvPr/>
          </p:nvSpPr>
          <p:spPr>
            <a:xfrm>
              <a:off x="7753818" y="1109842"/>
              <a:ext cx="241638" cy="54711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右大括号 88">
              <a:extLst>
                <a:ext uri="{FF2B5EF4-FFF2-40B4-BE49-F238E27FC236}">
                  <a16:creationId xmlns:a16="http://schemas.microsoft.com/office/drawing/2014/main" id="{CC51F255-7043-79DA-CA14-AA62F95CA038}"/>
                </a:ext>
              </a:extLst>
            </p:cNvPr>
            <p:cNvSpPr/>
            <p:nvPr/>
          </p:nvSpPr>
          <p:spPr>
            <a:xfrm>
              <a:off x="7766274" y="2459941"/>
              <a:ext cx="248684" cy="764577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58C4C09A-2432-388B-52E2-6F8B4A4F1281}"/>
                </a:ext>
              </a:extLst>
            </p:cNvPr>
            <p:cNvSpPr txBox="1"/>
            <p:nvPr/>
          </p:nvSpPr>
          <p:spPr>
            <a:xfrm>
              <a:off x="8040286" y="1869708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微通道层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E223AE0-015F-509A-3FE2-27E295204460}"/>
                </a:ext>
              </a:extLst>
            </p:cNvPr>
            <p:cNvSpPr txBox="1"/>
            <p:nvPr/>
          </p:nvSpPr>
          <p:spPr>
            <a:xfrm>
              <a:off x="8075595" y="1198735"/>
              <a:ext cx="146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歧管层</a:t>
              </a: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BAEC51C-6975-8BE3-5192-C99ADE6FE0C1}"/>
                </a:ext>
              </a:extLst>
            </p:cNvPr>
            <p:cNvSpPr/>
            <p:nvPr/>
          </p:nvSpPr>
          <p:spPr>
            <a:xfrm>
              <a:off x="1346381" y="1664649"/>
              <a:ext cx="190067" cy="790108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26843554-F738-94E4-AC09-FF1B2F01E3E4}"/>
                </a:ext>
              </a:extLst>
            </p:cNvPr>
            <p:cNvSpPr/>
            <p:nvPr/>
          </p:nvSpPr>
          <p:spPr>
            <a:xfrm>
              <a:off x="2519394" y="1664649"/>
              <a:ext cx="191438" cy="7972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7A5FFF4-ED36-819F-52A8-4271E5E60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6196" y="2491162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A52395A6-5D67-D046-7559-C331F11B1722}"/>
                </a:ext>
              </a:extLst>
            </p:cNvPr>
            <p:cNvSpPr/>
            <p:nvPr/>
          </p:nvSpPr>
          <p:spPr>
            <a:xfrm>
              <a:off x="4921270" y="1664648"/>
              <a:ext cx="213876" cy="77676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E231894-5147-B866-64BE-BA6FDF01A109}"/>
                </a:ext>
              </a:extLst>
            </p:cNvPr>
            <p:cNvSpPr/>
            <p:nvPr/>
          </p:nvSpPr>
          <p:spPr>
            <a:xfrm>
              <a:off x="6146485" y="1672713"/>
              <a:ext cx="193604" cy="776759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570FE0DC-BCAA-7D88-85F9-2BFA6D400D29}"/>
                </a:ext>
              </a:extLst>
            </p:cNvPr>
            <p:cNvSpPr/>
            <p:nvPr/>
          </p:nvSpPr>
          <p:spPr>
            <a:xfrm>
              <a:off x="7323003" y="1672713"/>
              <a:ext cx="208529" cy="76869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6ED106E-837C-525F-363C-6E41A9EA9C08}"/>
                </a:ext>
              </a:extLst>
            </p:cNvPr>
            <p:cNvSpPr/>
            <p:nvPr/>
          </p:nvSpPr>
          <p:spPr>
            <a:xfrm>
              <a:off x="3693778" y="1664649"/>
              <a:ext cx="196829" cy="77676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5D315EDC-DFDA-81F6-60F2-CFC25745B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9857" y="2489826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6910BF69-CAD7-8F93-25FF-F65285F55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9442" y="2491161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8D3432AA-FF04-2820-9BEC-C0643FC41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3287" y="2489826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77595EB4-3F13-86A1-C9E6-C7DB6891E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806" y="2489825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E408582D-E2D2-F133-EFEB-F75DFC6594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315" y="2512530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2ADAD71C-6B1D-306E-89CA-ECFEC471D609}"/>
              </a:ext>
            </a:extLst>
          </p:cNvPr>
          <p:cNvGrpSpPr/>
          <p:nvPr/>
        </p:nvGrpSpPr>
        <p:grpSpPr>
          <a:xfrm>
            <a:off x="9364553" y="623339"/>
            <a:ext cx="2607520" cy="3778381"/>
            <a:chOff x="9091014" y="840579"/>
            <a:chExt cx="2607520" cy="3778381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BDF4ED25-B04F-E018-30FF-6E72E9DA14B6}"/>
                </a:ext>
              </a:extLst>
            </p:cNvPr>
            <p:cNvSpPr/>
            <p:nvPr/>
          </p:nvSpPr>
          <p:spPr>
            <a:xfrm>
              <a:off x="9091014" y="840579"/>
              <a:ext cx="2512519" cy="37783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箭头: 下 70">
              <a:extLst>
                <a:ext uri="{FF2B5EF4-FFF2-40B4-BE49-F238E27FC236}">
                  <a16:creationId xmlns:a16="http://schemas.microsoft.com/office/drawing/2014/main" id="{C13CFEFF-5158-7958-C86F-DA4B88A5CE30}"/>
                </a:ext>
              </a:extLst>
            </p:cNvPr>
            <p:cNvSpPr/>
            <p:nvPr/>
          </p:nvSpPr>
          <p:spPr>
            <a:xfrm>
              <a:off x="9237857" y="886422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箭头: 下 72">
              <a:extLst>
                <a:ext uri="{FF2B5EF4-FFF2-40B4-BE49-F238E27FC236}">
                  <a16:creationId xmlns:a16="http://schemas.microsoft.com/office/drawing/2014/main" id="{EC7FC93B-26AC-67B1-A191-27C32538BDA8}"/>
                </a:ext>
              </a:extLst>
            </p:cNvPr>
            <p:cNvSpPr/>
            <p:nvPr/>
          </p:nvSpPr>
          <p:spPr>
            <a:xfrm rot="10800000">
              <a:off x="9237857" y="1409793"/>
              <a:ext cx="427061" cy="415890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908BC5B-F670-EF9F-CF72-2F9EDDBC7D6B}"/>
                </a:ext>
              </a:extLst>
            </p:cNvPr>
            <p:cNvSpPr txBox="1"/>
            <p:nvPr/>
          </p:nvSpPr>
          <p:spPr>
            <a:xfrm>
              <a:off x="9726955" y="1489239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吸热后的冷却液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DCA0DB8-68D7-3BFA-EB58-2B043AFB55A9}"/>
                </a:ext>
              </a:extLst>
            </p:cNvPr>
            <p:cNvSpPr txBox="1"/>
            <p:nvPr/>
          </p:nvSpPr>
          <p:spPr>
            <a:xfrm>
              <a:off x="9734980" y="955612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冷却液</a:t>
              </a: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EB28FAE1-78C4-5ABC-FF1D-F972F7B3A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006" y="2611735"/>
              <a:ext cx="0" cy="290065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8472736-9BA9-46E4-E9CD-5D73AC32C901}"/>
                </a:ext>
              </a:extLst>
            </p:cNvPr>
            <p:cNvSpPr txBox="1"/>
            <p:nvPr/>
          </p:nvSpPr>
          <p:spPr>
            <a:xfrm>
              <a:off x="9734980" y="2590710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热量传导</a:t>
              </a: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A4D7634-30D7-1BFF-5B1D-6FB8E33BE866}"/>
                </a:ext>
              </a:extLst>
            </p:cNvPr>
            <p:cNvSpPr/>
            <p:nvPr/>
          </p:nvSpPr>
          <p:spPr>
            <a:xfrm>
              <a:off x="9326702" y="2079470"/>
              <a:ext cx="214609" cy="37871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2649B5D6-BDD9-45BD-4048-C36F6FB8E767}"/>
                </a:ext>
              </a:extLst>
            </p:cNvPr>
            <p:cNvSpPr txBox="1"/>
            <p:nvPr/>
          </p:nvSpPr>
          <p:spPr>
            <a:xfrm>
              <a:off x="9734980" y="2057425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吸热后的针肋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82D4669-A54E-FE10-DD06-B149C4DF7B4D}"/>
                </a:ext>
              </a:extLst>
            </p:cNvPr>
            <p:cNvSpPr/>
            <p:nvPr/>
          </p:nvSpPr>
          <p:spPr>
            <a:xfrm>
              <a:off x="9239312" y="3121683"/>
              <a:ext cx="427058" cy="29982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D234C165-ACCC-F7CB-B033-FC8C7CE1A3DC}"/>
                </a:ext>
              </a:extLst>
            </p:cNvPr>
            <p:cNvSpPr txBox="1"/>
            <p:nvPr/>
          </p:nvSpPr>
          <p:spPr>
            <a:xfrm>
              <a:off x="9734980" y="3111195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歧管壁</a:t>
              </a:r>
            </a:p>
          </p:txBody>
        </p: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A36C1EC0-77D8-4C72-929F-40CF7CA3F326}"/>
                </a:ext>
              </a:extLst>
            </p:cNvPr>
            <p:cNvCxnSpPr/>
            <p:nvPr/>
          </p:nvCxnSpPr>
          <p:spPr>
            <a:xfrm>
              <a:off x="9373046" y="3648051"/>
              <a:ext cx="0" cy="28068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E5A53E6A-BF5E-B9E1-E027-52B29B584A57}"/>
                </a:ext>
              </a:extLst>
            </p:cNvPr>
            <p:cNvCxnSpPr/>
            <p:nvPr/>
          </p:nvCxnSpPr>
          <p:spPr>
            <a:xfrm>
              <a:off x="9554321" y="3648050"/>
              <a:ext cx="0" cy="28068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7ECCEA67-58FC-1433-7006-9B68322E65D1}"/>
                </a:ext>
              </a:extLst>
            </p:cNvPr>
            <p:cNvSpPr txBox="1"/>
            <p:nvPr/>
          </p:nvSpPr>
          <p:spPr>
            <a:xfrm>
              <a:off x="9734980" y="3630915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微通道</a:t>
              </a:r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47EBDB13-A486-8519-3ED6-9059DBFAC3B2}"/>
                </a:ext>
              </a:extLst>
            </p:cNvPr>
            <p:cNvSpPr/>
            <p:nvPr/>
          </p:nvSpPr>
          <p:spPr>
            <a:xfrm>
              <a:off x="9406493" y="4197799"/>
              <a:ext cx="120315" cy="12031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A9A96801-424B-2C44-D9DC-73C8BE7FFA05}"/>
                </a:ext>
              </a:extLst>
            </p:cNvPr>
            <p:cNvSpPr txBox="1"/>
            <p:nvPr/>
          </p:nvSpPr>
          <p:spPr>
            <a:xfrm>
              <a:off x="9734980" y="4073290"/>
              <a:ext cx="196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针肋（截面）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906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>
            <a:extLst>
              <a:ext uri="{FF2B5EF4-FFF2-40B4-BE49-F238E27FC236}">
                <a16:creationId xmlns:a16="http://schemas.microsoft.com/office/drawing/2014/main" id="{AC25F15C-2F47-0C13-A03B-C73F790B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00" y="1813420"/>
            <a:ext cx="10711600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4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组合 612">
            <a:extLst>
              <a:ext uri="{FF2B5EF4-FFF2-40B4-BE49-F238E27FC236}">
                <a16:creationId xmlns:a16="http://schemas.microsoft.com/office/drawing/2014/main" id="{A02C2198-E640-8C6F-FB31-F5B0D2418D9E}"/>
              </a:ext>
            </a:extLst>
          </p:cNvPr>
          <p:cNvGrpSpPr/>
          <p:nvPr/>
        </p:nvGrpSpPr>
        <p:grpSpPr>
          <a:xfrm>
            <a:off x="101427" y="102551"/>
            <a:ext cx="11969517" cy="6404649"/>
            <a:chOff x="101427" y="102551"/>
            <a:chExt cx="11969517" cy="640464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42EDDED-A4F7-D240-429C-0FF5353BFC2A}"/>
                </a:ext>
              </a:extLst>
            </p:cNvPr>
            <p:cNvSpPr/>
            <p:nvPr/>
          </p:nvSpPr>
          <p:spPr>
            <a:xfrm>
              <a:off x="1410707" y="102551"/>
              <a:ext cx="5038344" cy="19160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F8ECE06-8343-E1AB-0B96-0A0AF94F8B3F}"/>
                </a:ext>
              </a:extLst>
            </p:cNvPr>
            <p:cNvSpPr/>
            <p:nvPr/>
          </p:nvSpPr>
          <p:spPr>
            <a:xfrm>
              <a:off x="6579263" y="102551"/>
              <a:ext cx="5444041" cy="187464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88630F2-5784-5748-8BCE-CB011FB3ED5A}"/>
                </a:ext>
              </a:extLst>
            </p:cNvPr>
            <p:cNvSpPr/>
            <p:nvPr/>
          </p:nvSpPr>
          <p:spPr>
            <a:xfrm>
              <a:off x="1344168" y="2098886"/>
              <a:ext cx="2881364" cy="25247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5A5178EE-F1EC-63BF-92EF-68C20C31D4E1}"/>
                </a:ext>
              </a:extLst>
            </p:cNvPr>
            <p:cNvGrpSpPr/>
            <p:nvPr/>
          </p:nvGrpSpPr>
          <p:grpSpPr>
            <a:xfrm>
              <a:off x="1606028" y="605141"/>
              <a:ext cx="3795632" cy="1160570"/>
              <a:chOff x="2254824" y="2971098"/>
              <a:chExt cx="2681747" cy="819984"/>
            </a:xfrm>
          </p:grpSpPr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07F22808-B6F2-DAE2-6B00-691C4B6019EB}"/>
                  </a:ext>
                </a:extLst>
              </p:cNvPr>
              <p:cNvGrpSpPr/>
              <p:nvPr/>
            </p:nvGrpSpPr>
            <p:grpSpPr>
              <a:xfrm>
                <a:off x="2254826" y="3029081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25562825-3464-0AB8-88AF-BBB203324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F6702370-D16F-3442-DD48-B5B4F02487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F06D63B8-D15A-A2F7-B6A1-3E2CCBFA0D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588F5F20-B319-2E87-9850-3174CFDF1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3231F3F9-F1AE-A6D1-AF8A-C4A63F6E12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30D90202-2D84-2A2E-FD53-905B5E87B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107720F4-9857-8910-71C5-4A32C0551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7828EFF0-A8C7-9B21-0513-71E56F5F5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748BA9E5-92D3-86ED-B1F0-5EA8381780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F406F3F0-46C1-5CF7-93A5-786634489974}"/>
                  </a:ext>
                </a:extLst>
              </p:cNvPr>
              <p:cNvGrpSpPr/>
              <p:nvPr/>
            </p:nvGrpSpPr>
            <p:grpSpPr>
              <a:xfrm>
                <a:off x="2254824" y="3295515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115" name="直接连接符 114">
                  <a:extLst>
                    <a:ext uri="{FF2B5EF4-FFF2-40B4-BE49-F238E27FC236}">
                      <a16:creationId xmlns:a16="http://schemas.microsoft.com/office/drawing/2014/main" id="{AE6C02CE-E35C-5735-4DED-DBD2EC0CB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211886BB-88A8-48F4-E4AF-B8DB3A6A7F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707517EF-700B-0710-B563-DE3DAC5993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>
                  <a:extLst>
                    <a:ext uri="{FF2B5EF4-FFF2-40B4-BE49-F238E27FC236}">
                      <a16:creationId xmlns:a16="http://schemas.microsoft.com/office/drawing/2014/main" id="{52DFD48B-89DB-1CA5-E4D0-C1007D953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>
                  <a:extLst>
                    <a:ext uri="{FF2B5EF4-FFF2-40B4-BE49-F238E27FC236}">
                      <a16:creationId xmlns:a16="http://schemas.microsoft.com/office/drawing/2014/main" id="{41DD76BD-BD06-825F-5C0E-7FBEBC6304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D324C0EF-7074-B5C1-41C8-1A14A99699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23AC43A7-6AA2-7743-FBF4-D29813BCD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D9098392-31D7-9AF4-FE12-2F979304D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722FBFC0-58D5-73C2-CAAA-E5E90DACB0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B7729AB2-968D-06F2-61C8-9C74B484E090}"/>
                  </a:ext>
                </a:extLst>
              </p:cNvPr>
              <p:cNvGrpSpPr/>
              <p:nvPr/>
            </p:nvGrpSpPr>
            <p:grpSpPr>
              <a:xfrm>
                <a:off x="2254826" y="3562481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BF224AF5-F4C8-1CC6-934B-B68C16D081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>
                  <a:extLst>
                    <a:ext uri="{FF2B5EF4-FFF2-40B4-BE49-F238E27FC236}">
                      <a16:creationId xmlns:a16="http://schemas.microsoft.com/office/drawing/2014/main" id="{5AF36C03-C404-4E15-7A59-427DCF1EE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B76E8666-1CE0-AA22-4DDC-02AA1692A6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>
                  <a:extLst>
                    <a:ext uri="{FF2B5EF4-FFF2-40B4-BE49-F238E27FC236}">
                      <a16:creationId xmlns:a16="http://schemas.microsoft.com/office/drawing/2014/main" id="{57535E12-C503-2640-8BEE-008DB70F5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>
                  <a:extLst>
                    <a:ext uri="{FF2B5EF4-FFF2-40B4-BE49-F238E27FC236}">
                      <a16:creationId xmlns:a16="http://schemas.microsoft.com/office/drawing/2014/main" id="{3E8B99EC-9596-D825-C1D9-04FBBAFDE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>
                  <a:extLst>
                    <a:ext uri="{FF2B5EF4-FFF2-40B4-BE49-F238E27FC236}">
                      <a16:creationId xmlns:a16="http://schemas.microsoft.com/office/drawing/2014/main" id="{C8FD72A1-09C3-58DC-5F5E-3E80AA0CCE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FCCDF29F-C9DF-FB8F-35AA-C6794B43FA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>
                  <a:extLst>
                    <a:ext uri="{FF2B5EF4-FFF2-40B4-BE49-F238E27FC236}">
                      <a16:creationId xmlns:a16="http://schemas.microsoft.com/office/drawing/2014/main" id="{2A803568-B39F-53E8-B0B6-2C21A11C4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BF70075D-9AE6-9BA9-1039-A6F966B88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ED5C4FEE-8507-C1A5-CE78-4AB1D997D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7" y="3066529"/>
                <a:ext cx="176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92">
                <a:extLst>
                  <a:ext uri="{FF2B5EF4-FFF2-40B4-BE49-F238E27FC236}">
                    <a16:creationId xmlns:a16="http://schemas.microsoft.com/office/drawing/2014/main" id="{86AA8057-0E14-039E-DF7C-D5C209EFD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7" y="3333882"/>
                <a:ext cx="176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3F374805-D9B8-DDB1-291A-C0BA301CA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6" y="3600581"/>
                <a:ext cx="176203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9B738D70-ABD3-C5A7-325C-E896A1D29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4447" y="3105281"/>
                <a:ext cx="0" cy="190237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63F9546D-7AC6-BACC-2A2D-9C45CB087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4447" y="3371982"/>
                <a:ext cx="0" cy="190499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5CA10415-28E3-4EF0-5250-96CF99E134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959" y="3257682"/>
                <a:ext cx="0" cy="19023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68ADD155-4011-E337-43AB-0E76A85C8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959" y="3524383"/>
                <a:ext cx="0" cy="190232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32109490-83A1-27C1-5DB0-3C3B64A19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4826" y="3257682"/>
                <a:ext cx="5722" cy="19023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A56474A9-BD48-B4E9-D7F8-0DF79D731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4826" y="3524383"/>
                <a:ext cx="0" cy="190232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01CAF0D6-C91E-0494-ACA8-C74E328D7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092" y="3515915"/>
                <a:ext cx="0" cy="46566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24284C78-2364-1BFE-59CA-5FBF62AB1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092" y="3257681"/>
                <a:ext cx="0" cy="37837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03064B7E-F272-D38C-8A2D-57EFD02FF961}"/>
                  </a:ext>
                </a:extLst>
              </p:cNvPr>
              <p:cNvSpPr txBox="1"/>
              <p:nvPr/>
            </p:nvSpPr>
            <p:spPr>
              <a:xfrm>
                <a:off x="3844373" y="2971098"/>
                <a:ext cx="1076324" cy="21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歧管层</a:t>
                </a: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51E5381-096B-0379-D016-B9F56A1D9CC8}"/>
                  </a:ext>
                </a:extLst>
              </p:cNvPr>
              <p:cNvSpPr txBox="1"/>
              <p:nvPr/>
            </p:nvSpPr>
            <p:spPr>
              <a:xfrm>
                <a:off x="3851801" y="3240287"/>
                <a:ext cx="1076324" cy="21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微通道层</a:t>
                </a: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1A90D28D-6062-314E-EAB3-AA03A41C2C5D}"/>
                  </a:ext>
                </a:extLst>
              </p:cNvPr>
              <p:cNvSpPr txBox="1"/>
              <p:nvPr/>
            </p:nvSpPr>
            <p:spPr>
              <a:xfrm>
                <a:off x="3860247" y="3494682"/>
                <a:ext cx="1076324" cy="217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芯片衬底</a:t>
                </a: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27A7226-4E3E-A112-C7A2-837E846A6B75}"/>
                </a:ext>
              </a:extLst>
            </p:cNvPr>
            <p:cNvGrpSpPr/>
            <p:nvPr/>
          </p:nvGrpSpPr>
          <p:grpSpPr>
            <a:xfrm>
              <a:off x="4862150" y="612789"/>
              <a:ext cx="1355771" cy="1059410"/>
              <a:chOff x="6391385" y="1307619"/>
              <a:chExt cx="1215610" cy="949887"/>
            </a:xfrm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65A12F33-7D0F-8AFE-83D4-68656D4158AD}"/>
                  </a:ext>
                </a:extLst>
              </p:cNvPr>
              <p:cNvGrpSpPr/>
              <p:nvPr/>
            </p:nvGrpSpPr>
            <p:grpSpPr>
              <a:xfrm>
                <a:off x="6391385" y="1981547"/>
                <a:ext cx="1189717" cy="275959"/>
                <a:chOff x="6429918" y="2010441"/>
                <a:chExt cx="1189717" cy="275959"/>
              </a:xfrm>
            </p:grpSpPr>
            <p:pic>
              <p:nvPicPr>
                <p:cNvPr id="87" name="图片 86" descr="温度计 1图标">
                  <a:extLst>
                    <a:ext uri="{FF2B5EF4-FFF2-40B4-BE49-F238E27FC236}">
                      <a16:creationId xmlns:a16="http://schemas.microsoft.com/office/drawing/2014/main" id="{353FB301-2E82-AEDB-9BF1-977714C39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29918" y="2022068"/>
                  <a:ext cx="248920" cy="248920"/>
                </a:xfrm>
                <a:prstGeom prst="rect">
                  <a:avLst/>
                </a:prstGeom>
              </p:spPr>
            </p:pic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D9B827F0-36B4-D4B0-BA5C-A85D1287A954}"/>
                    </a:ext>
                  </a:extLst>
                </p:cNvPr>
                <p:cNvSpPr txBox="1"/>
                <p:nvPr/>
              </p:nvSpPr>
              <p:spPr>
                <a:xfrm>
                  <a:off x="6727868" y="2010441"/>
                  <a:ext cx="891767" cy="27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/>
                    <a:t>边界条件</a:t>
                  </a:r>
                </a:p>
              </p:txBody>
            </p: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3531DB05-8C90-CFFF-E1FD-D17D6283069A}"/>
                  </a:ext>
                </a:extLst>
              </p:cNvPr>
              <p:cNvGrpSpPr/>
              <p:nvPr/>
            </p:nvGrpSpPr>
            <p:grpSpPr>
              <a:xfrm>
                <a:off x="6429918" y="1307619"/>
                <a:ext cx="1067761" cy="275959"/>
                <a:chOff x="6480135" y="1307619"/>
                <a:chExt cx="1067761" cy="275959"/>
              </a:xfrm>
            </p:grpSpPr>
            <p:sp>
              <p:nvSpPr>
                <p:cNvPr id="85" name="立方体 84">
                  <a:extLst>
                    <a:ext uri="{FF2B5EF4-FFF2-40B4-BE49-F238E27FC236}">
                      <a16:creationId xmlns:a16="http://schemas.microsoft.com/office/drawing/2014/main" id="{5628527B-4517-99C5-509B-E993DECE0CA6}"/>
                    </a:ext>
                  </a:extLst>
                </p:cNvPr>
                <p:cNvSpPr/>
                <p:nvPr/>
              </p:nvSpPr>
              <p:spPr>
                <a:xfrm>
                  <a:off x="6480135" y="1307619"/>
                  <a:ext cx="180061" cy="180061"/>
                </a:xfrm>
                <a:prstGeom prst="cub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DF4EE13-15F9-AA78-594E-0F075F3F8994}"/>
                    </a:ext>
                  </a:extLst>
                </p:cNvPr>
                <p:cNvSpPr txBox="1"/>
                <p:nvPr/>
              </p:nvSpPr>
              <p:spPr>
                <a:xfrm>
                  <a:off x="6727870" y="1307619"/>
                  <a:ext cx="820026" cy="27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/>
                    <a:t>几何尺寸</a:t>
                  </a: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021B4868-03A4-30CE-5979-A48481FE8A04}"/>
                  </a:ext>
                </a:extLst>
              </p:cNvPr>
              <p:cNvGrpSpPr/>
              <p:nvPr/>
            </p:nvGrpSpPr>
            <p:grpSpPr>
              <a:xfrm>
                <a:off x="6412062" y="1644583"/>
                <a:ext cx="1194933" cy="275959"/>
                <a:chOff x="6450596" y="1644583"/>
                <a:chExt cx="1194933" cy="275959"/>
              </a:xfrm>
            </p:grpSpPr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89B7051D-B550-1CCD-79BB-0B9E454BDC91}"/>
                    </a:ext>
                  </a:extLst>
                </p:cNvPr>
                <p:cNvGrpSpPr/>
                <p:nvPr/>
              </p:nvGrpSpPr>
              <p:grpSpPr>
                <a:xfrm>
                  <a:off x="6450596" y="1644583"/>
                  <a:ext cx="207564" cy="166534"/>
                  <a:chOff x="6371180" y="769675"/>
                  <a:chExt cx="207564" cy="166534"/>
                </a:xfrm>
              </p:grpSpPr>
              <p:grpSp>
                <p:nvGrpSpPr>
                  <p:cNvPr id="72" name="组合 71">
                    <a:extLst>
                      <a:ext uri="{FF2B5EF4-FFF2-40B4-BE49-F238E27FC236}">
                        <a16:creationId xmlns:a16="http://schemas.microsoft.com/office/drawing/2014/main" id="{BCD67321-B038-231F-67F5-0C454177D025}"/>
                      </a:ext>
                    </a:extLst>
                  </p:cNvPr>
                  <p:cNvGrpSpPr/>
                  <p:nvPr/>
                </p:nvGrpSpPr>
                <p:grpSpPr>
                  <a:xfrm>
                    <a:off x="6371180" y="769675"/>
                    <a:ext cx="197218" cy="78431"/>
                    <a:chOff x="6417420" y="677214"/>
                    <a:chExt cx="197218" cy="78431"/>
                  </a:xfrm>
                </p:grpSpPr>
                <p:cxnSp>
                  <p:nvCxnSpPr>
                    <p:cNvPr id="81" name="直接连接符 80">
                      <a:extLst>
                        <a:ext uri="{FF2B5EF4-FFF2-40B4-BE49-F238E27FC236}">
                          <a16:creationId xmlns:a16="http://schemas.microsoft.com/office/drawing/2014/main" id="{BB35B5A2-CD55-A1D5-18C3-A6D6850668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417420" y="677214"/>
                      <a:ext cx="60715" cy="78431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直接连接符 81">
                      <a:extLst>
                        <a:ext uri="{FF2B5EF4-FFF2-40B4-BE49-F238E27FC236}">
                          <a16:creationId xmlns:a16="http://schemas.microsoft.com/office/drawing/2014/main" id="{2414151F-450A-BE6A-51DD-662E979361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417420" y="755645"/>
                      <a:ext cx="136958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直接连接符 82">
                      <a:extLst>
                        <a:ext uri="{FF2B5EF4-FFF2-40B4-BE49-F238E27FC236}">
                          <a16:creationId xmlns:a16="http://schemas.microsoft.com/office/drawing/2014/main" id="{12918011-5826-8988-8BCA-2F6BD63D23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553923" y="677214"/>
                      <a:ext cx="60715" cy="78431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直接连接符 83">
                      <a:extLst>
                        <a:ext uri="{FF2B5EF4-FFF2-40B4-BE49-F238E27FC236}">
                          <a16:creationId xmlns:a16="http://schemas.microsoft.com/office/drawing/2014/main" id="{85C3E426-BD2B-32D0-17D1-7AD04F4843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478135" y="677214"/>
                      <a:ext cx="136503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5D5D7D38-FCB1-B30A-3C50-A7C07E4F9B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81526" y="848106"/>
                    <a:ext cx="35992" cy="40813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0EE2A690-F7A5-0A3A-21F8-4713B129A3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81526" y="888919"/>
                    <a:ext cx="1369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接连接符 74">
                    <a:extLst>
                      <a:ext uri="{FF2B5EF4-FFF2-40B4-BE49-F238E27FC236}">
                        <a16:creationId xmlns:a16="http://schemas.microsoft.com/office/drawing/2014/main" id="{3B1E8609-E394-36BD-6115-8009FDA06A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18029" y="810488"/>
                    <a:ext cx="60715" cy="78431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直接连接符 75">
                    <a:extLst>
                      <a:ext uri="{FF2B5EF4-FFF2-40B4-BE49-F238E27FC236}">
                        <a16:creationId xmlns:a16="http://schemas.microsoft.com/office/drawing/2014/main" id="{752C0E77-A0F0-833D-3396-36042158C4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8040" y="810488"/>
                    <a:ext cx="40704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接连接符 76">
                    <a:extLst>
                      <a:ext uri="{FF2B5EF4-FFF2-40B4-BE49-F238E27FC236}">
                        <a16:creationId xmlns:a16="http://schemas.microsoft.com/office/drawing/2014/main" id="{B4E3290B-9449-8D77-BACE-F2B61B23C0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81526" y="887495"/>
                    <a:ext cx="35992" cy="48714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44C69244-071C-9225-AA94-A87195E6B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81526" y="936209"/>
                    <a:ext cx="1369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AA555890-E855-4DFC-96F1-3619F72885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18029" y="857778"/>
                    <a:ext cx="60715" cy="78431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连接符 79">
                    <a:extLst>
                      <a:ext uri="{FF2B5EF4-FFF2-40B4-BE49-F238E27FC236}">
                        <a16:creationId xmlns:a16="http://schemas.microsoft.com/office/drawing/2014/main" id="{1F73407E-7EDC-57CA-F512-35726B5BE8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48386" y="857778"/>
                    <a:ext cx="303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EE2993DF-BB83-7BBF-7CA5-1662C750793B}"/>
                    </a:ext>
                  </a:extLst>
                </p:cNvPr>
                <p:cNvSpPr txBox="1"/>
                <p:nvPr/>
              </p:nvSpPr>
              <p:spPr>
                <a:xfrm>
                  <a:off x="6727869" y="1644583"/>
                  <a:ext cx="917660" cy="27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/>
                    <a:t>材料参数</a:t>
                  </a:r>
                </a:p>
              </p:txBody>
            </p:sp>
          </p:grp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73B04342-076D-DD3F-456D-378CB3304C15}"/>
                </a:ext>
              </a:extLst>
            </p:cNvPr>
            <p:cNvGrpSpPr/>
            <p:nvPr/>
          </p:nvGrpSpPr>
          <p:grpSpPr>
            <a:xfrm>
              <a:off x="6951188" y="168523"/>
              <a:ext cx="3585820" cy="1695011"/>
              <a:chOff x="2898878" y="2640625"/>
              <a:chExt cx="3994428" cy="1888159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BCB7AD0-72EA-62F8-6333-DF0499CA2542}"/>
                  </a:ext>
                </a:extLst>
              </p:cNvPr>
              <p:cNvGrpSpPr/>
              <p:nvPr/>
            </p:nvGrpSpPr>
            <p:grpSpPr>
              <a:xfrm>
                <a:off x="2898878" y="3047999"/>
                <a:ext cx="3764390" cy="1480785"/>
                <a:chOff x="2898878" y="3048000"/>
                <a:chExt cx="3120922" cy="1227666"/>
              </a:xfrm>
            </p:grpSpPr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15C5C49D-B67C-2591-E80F-8BFD19B23CC4}"/>
                    </a:ext>
                  </a:extLst>
                </p:cNvPr>
                <p:cNvSpPr/>
                <p:nvPr/>
              </p:nvSpPr>
              <p:spPr>
                <a:xfrm>
                  <a:off x="2898878" y="3048000"/>
                  <a:ext cx="938284" cy="122766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8" name="矩形 217">
                  <a:extLst>
                    <a:ext uri="{FF2B5EF4-FFF2-40B4-BE49-F238E27FC236}">
                      <a16:creationId xmlns:a16="http://schemas.microsoft.com/office/drawing/2014/main" id="{8461F088-0482-E2AB-C6D3-CD9BB24E8F59}"/>
                    </a:ext>
                  </a:extLst>
                </p:cNvPr>
                <p:cNvSpPr/>
                <p:nvPr/>
              </p:nvSpPr>
              <p:spPr>
                <a:xfrm>
                  <a:off x="3837161" y="3048000"/>
                  <a:ext cx="2182639" cy="122766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65BC3F8E-F6EE-269E-6861-349413BD6D7D}"/>
                  </a:ext>
                </a:extLst>
              </p:cNvPr>
              <p:cNvSpPr/>
              <p:nvPr/>
            </p:nvSpPr>
            <p:spPr>
              <a:xfrm>
                <a:off x="3090333" y="3429000"/>
                <a:ext cx="734290" cy="9990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60D8046F-3CC8-A568-CF61-A9BC8B0940FA}"/>
                  </a:ext>
                </a:extLst>
              </p:cNvPr>
              <p:cNvSpPr txBox="1"/>
              <p:nvPr/>
            </p:nvSpPr>
            <p:spPr>
              <a:xfrm>
                <a:off x="3045483" y="3087704"/>
                <a:ext cx="2038930" cy="308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无针肋 </a:t>
                </a:r>
                <a:r>
                  <a:rPr lang="zh-CN" altLang="zh-CN" sz="1200" b="1" dirty="0"/>
                  <a:t>×</a:t>
                </a:r>
                <a:r>
                  <a:rPr lang="en-US" altLang="zh-CN" sz="1200" b="1" dirty="0"/>
                  <a:t> 4</a:t>
                </a:r>
                <a:endParaRPr lang="zh-CN" altLang="en-US" sz="1200" b="1" dirty="0"/>
              </a:p>
            </p:txBody>
          </p:sp>
          <p:grpSp>
            <p:nvGrpSpPr>
              <p:cNvPr id="147" name="组合 146">
                <a:extLst>
                  <a:ext uri="{FF2B5EF4-FFF2-40B4-BE49-F238E27FC236}">
                    <a16:creationId xmlns:a16="http://schemas.microsoft.com/office/drawing/2014/main" id="{6D022EDA-9799-74D7-C29A-A8DBC03D0071}"/>
                  </a:ext>
                </a:extLst>
              </p:cNvPr>
              <p:cNvGrpSpPr/>
              <p:nvPr/>
            </p:nvGrpSpPr>
            <p:grpSpPr>
              <a:xfrm>
                <a:off x="3172200" y="3562959"/>
                <a:ext cx="564956" cy="558902"/>
                <a:chOff x="3293533" y="4955380"/>
                <a:chExt cx="564956" cy="558902"/>
              </a:xfrm>
            </p:grpSpPr>
            <p:grpSp>
              <p:nvGrpSpPr>
                <p:cNvPr id="202" name="组合 201">
                  <a:extLst>
                    <a:ext uri="{FF2B5EF4-FFF2-40B4-BE49-F238E27FC236}">
                      <a16:creationId xmlns:a16="http://schemas.microsoft.com/office/drawing/2014/main" id="{E38D4BB8-F7FC-5179-3AAB-21E669E617A2}"/>
                    </a:ext>
                  </a:extLst>
                </p:cNvPr>
                <p:cNvGrpSpPr/>
                <p:nvPr/>
              </p:nvGrpSpPr>
              <p:grpSpPr>
                <a:xfrm>
                  <a:off x="3293533" y="4955380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213" name="椭圆 212">
                    <a:extLst>
                      <a:ext uri="{FF2B5EF4-FFF2-40B4-BE49-F238E27FC236}">
                        <a16:creationId xmlns:a16="http://schemas.microsoft.com/office/drawing/2014/main" id="{A76ED547-DC7B-CF0F-FB82-106025D90BE7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椭圆 213">
                    <a:extLst>
                      <a:ext uri="{FF2B5EF4-FFF2-40B4-BE49-F238E27FC236}">
                        <a16:creationId xmlns:a16="http://schemas.microsoft.com/office/drawing/2014/main" id="{8D11C72E-01A2-C222-83FD-4296731B7895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5" name="椭圆 214">
                    <a:extLst>
                      <a:ext uri="{FF2B5EF4-FFF2-40B4-BE49-F238E27FC236}">
                        <a16:creationId xmlns:a16="http://schemas.microsoft.com/office/drawing/2014/main" id="{AF31B966-1A5F-DDCD-6219-F71E50BBE996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6" name="椭圆 215">
                    <a:extLst>
                      <a:ext uri="{FF2B5EF4-FFF2-40B4-BE49-F238E27FC236}">
                        <a16:creationId xmlns:a16="http://schemas.microsoft.com/office/drawing/2014/main" id="{85698A21-C151-0575-4A69-B0FB7DB6FDBB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03" name="组合 202">
                  <a:extLst>
                    <a:ext uri="{FF2B5EF4-FFF2-40B4-BE49-F238E27FC236}">
                      <a16:creationId xmlns:a16="http://schemas.microsoft.com/office/drawing/2014/main" id="{30581313-A4C9-1E8F-17CE-F7845A16D5A7}"/>
                    </a:ext>
                  </a:extLst>
                </p:cNvPr>
                <p:cNvGrpSpPr/>
                <p:nvPr/>
              </p:nvGrpSpPr>
              <p:grpSpPr>
                <a:xfrm>
                  <a:off x="3293533" y="5200965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209" name="椭圆 208">
                    <a:extLst>
                      <a:ext uri="{FF2B5EF4-FFF2-40B4-BE49-F238E27FC236}">
                        <a16:creationId xmlns:a16="http://schemas.microsoft.com/office/drawing/2014/main" id="{D4AED944-8B6F-A3D0-9E09-30C25D39BAE5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椭圆 209">
                    <a:extLst>
                      <a:ext uri="{FF2B5EF4-FFF2-40B4-BE49-F238E27FC236}">
                        <a16:creationId xmlns:a16="http://schemas.microsoft.com/office/drawing/2014/main" id="{57AF9C6D-CDF6-11FD-A55A-7688FEBF77B9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58ECF0C3-DF28-1398-6E2F-E8050DB40A92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608C9E3D-9E40-E67F-9311-E8649577EEAC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58557E34-B033-48BA-7301-FE443A0ED5BE}"/>
                    </a:ext>
                  </a:extLst>
                </p:cNvPr>
                <p:cNvGrpSpPr/>
                <p:nvPr/>
              </p:nvGrpSpPr>
              <p:grpSpPr>
                <a:xfrm>
                  <a:off x="3293533" y="5446549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205" name="椭圆 204">
                    <a:extLst>
                      <a:ext uri="{FF2B5EF4-FFF2-40B4-BE49-F238E27FC236}">
                        <a16:creationId xmlns:a16="http://schemas.microsoft.com/office/drawing/2014/main" id="{395FD4E7-6270-A122-ACC4-0018B0C40F64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椭圆 205">
                    <a:extLst>
                      <a:ext uri="{FF2B5EF4-FFF2-40B4-BE49-F238E27FC236}">
                        <a16:creationId xmlns:a16="http://schemas.microsoft.com/office/drawing/2014/main" id="{B1F9D068-BD1E-CC29-1ECD-815F380A9C35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7" name="椭圆 206">
                    <a:extLst>
                      <a:ext uri="{FF2B5EF4-FFF2-40B4-BE49-F238E27FC236}">
                        <a16:creationId xmlns:a16="http://schemas.microsoft.com/office/drawing/2014/main" id="{7789A823-4352-95AD-88C1-99112936F2A2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8" name="椭圆 207">
                    <a:extLst>
                      <a:ext uri="{FF2B5EF4-FFF2-40B4-BE49-F238E27FC236}">
                        <a16:creationId xmlns:a16="http://schemas.microsoft.com/office/drawing/2014/main" id="{C00CC83F-3407-09EB-4002-487FE9C978D9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884C18FB-3BAD-C94A-6B79-082AFD04AD7E}"/>
                  </a:ext>
                </a:extLst>
              </p:cNvPr>
              <p:cNvSpPr txBox="1"/>
              <p:nvPr/>
            </p:nvSpPr>
            <p:spPr>
              <a:xfrm>
                <a:off x="3275338" y="4109093"/>
                <a:ext cx="42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25DE2F44-4C80-11B9-27FE-7521D4277E05}"/>
                  </a:ext>
                </a:extLst>
              </p:cNvPr>
              <p:cNvSpPr/>
              <p:nvPr/>
            </p:nvSpPr>
            <p:spPr>
              <a:xfrm>
                <a:off x="4190369" y="3428999"/>
                <a:ext cx="2295098" cy="9990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E51F8E75-05C7-47B8-001C-85B383C0BA49}"/>
                  </a:ext>
                </a:extLst>
              </p:cNvPr>
              <p:cNvSpPr txBox="1"/>
              <p:nvPr/>
            </p:nvSpPr>
            <p:spPr>
              <a:xfrm>
                <a:off x="4854376" y="3087703"/>
                <a:ext cx="2038930" cy="308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有针肋 </a:t>
                </a:r>
                <a:r>
                  <a:rPr lang="zh-CN" altLang="zh-CN" sz="1200" dirty="0"/>
                  <a:t>×</a:t>
                </a:r>
                <a:r>
                  <a:rPr lang="en-US" altLang="zh-CN" sz="1200" dirty="0"/>
                  <a:t> </a:t>
                </a:r>
                <a:r>
                  <a:rPr lang="en-US" altLang="zh-CN" sz="1200" b="1" dirty="0"/>
                  <a:t>80</a:t>
                </a:r>
                <a:endParaRPr lang="zh-CN" altLang="en-US" sz="1200" b="1" dirty="0"/>
              </a:p>
            </p:txBody>
          </p: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95C390C5-262F-18FD-9E64-07499CB51D09}"/>
                  </a:ext>
                </a:extLst>
              </p:cNvPr>
              <p:cNvGrpSpPr/>
              <p:nvPr/>
            </p:nvGrpSpPr>
            <p:grpSpPr>
              <a:xfrm>
                <a:off x="4387369" y="3562959"/>
                <a:ext cx="1901098" cy="558902"/>
                <a:chOff x="4194902" y="5095426"/>
                <a:chExt cx="1901098" cy="558902"/>
              </a:xfrm>
            </p:grpSpPr>
            <p:grpSp>
              <p:nvGrpSpPr>
                <p:cNvPr id="154" name="组合 153">
                  <a:extLst>
                    <a:ext uri="{FF2B5EF4-FFF2-40B4-BE49-F238E27FC236}">
                      <a16:creationId xmlns:a16="http://schemas.microsoft.com/office/drawing/2014/main" id="{A522C2D3-C344-F3CB-E0C7-D83C2BBA08F8}"/>
                    </a:ext>
                  </a:extLst>
                </p:cNvPr>
                <p:cNvGrpSpPr/>
                <p:nvPr/>
              </p:nvGrpSpPr>
              <p:grpSpPr>
                <a:xfrm>
                  <a:off x="4194902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187" name="组合 186">
                    <a:extLst>
                      <a:ext uri="{FF2B5EF4-FFF2-40B4-BE49-F238E27FC236}">
                        <a16:creationId xmlns:a16="http://schemas.microsoft.com/office/drawing/2014/main" id="{2E6FE155-68EB-2DD0-08FD-7B6A8032C113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98" name="椭圆 197">
                      <a:extLst>
                        <a:ext uri="{FF2B5EF4-FFF2-40B4-BE49-F238E27FC236}">
                          <a16:creationId xmlns:a16="http://schemas.microsoft.com/office/drawing/2014/main" id="{B4898A70-A92C-D054-C65B-0206DDC70E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9" name="椭圆 198">
                      <a:extLst>
                        <a:ext uri="{FF2B5EF4-FFF2-40B4-BE49-F238E27FC236}">
                          <a16:creationId xmlns:a16="http://schemas.microsoft.com/office/drawing/2014/main" id="{2FF7944B-944B-CB52-ED4E-0FF386FB69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0" name="椭圆 199">
                      <a:extLst>
                        <a:ext uri="{FF2B5EF4-FFF2-40B4-BE49-F238E27FC236}">
                          <a16:creationId xmlns:a16="http://schemas.microsoft.com/office/drawing/2014/main" id="{FD20CD9C-F27B-003A-5D56-7E34E630A8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1" name="椭圆 200">
                      <a:extLst>
                        <a:ext uri="{FF2B5EF4-FFF2-40B4-BE49-F238E27FC236}">
                          <a16:creationId xmlns:a16="http://schemas.microsoft.com/office/drawing/2014/main" id="{F77195D4-E21A-23CA-2768-165DC91A44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88" name="组合 187">
                    <a:extLst>
                      <a:ext uri="{FF2B5EF4-FFF2-40B4-BE49-F238E27FC236}">
                        <a16:creationId xmlns:a16="http://schemas.microsoft.com/office/drawing/2014/main" id="{6EF86D3E-C4F6-49A3-BFE0-FD5278723DF8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94" name="椭圆 193">
                      <a:extLst>
                        <a:ext uri="{FF2B5EF4-FFF2-40B4-BE49-F238E27FC236}">
                          <a16:creationId xmlns:a16="http://schemas.microsoft.com/office/drawing/2014/main" id="{E138D19C-034B-6E9B-27E1-E18E57F4A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5" name="椭圆 194">
                      <a:extLst>
                        <a:ext uri="{FF2B5EF4-FFF2-40B4-BE49-F238E27FC236}">
                          <a16:creationId xmlns:a16="http://schemas.microsoft.com/office/drawing/2014/main" id="{E777CA85-499D-B958-A416-3E4256614F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6" name="椭圆 195">
                      <a:extLst>
                        <a:ext uri="{FF2B5EF4-FFF2-40B4-BE49-F238E27FC236}">
                          <a16:creationId xmlns:a16="http://schemas.microsoft.com/office/drawing/2014/main" id="{91B40148-8A5D-94B2-64F7-1C6864B0F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7" name="椭圆 196">
                      <a:extLst>
                        <a:ext uri="{FF2B5EF4-FFF2-40B4-BE49-F238E27FC236}">
                          <a16:creationId xmlns:a16="http://schemas.microsoft.com/office/drawing/2014/main" id="{64DE5E37-A527-91BA-CCEA-B2E77997A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89" name="组合 188">
                    <a:extLst>
                      <a:ext uri="{FF2B5EF4-FFF2-40B4-BE49-F238E27FC236}">
                        <a16:creationId xmlns:a16="http://schemas.microsoft.com/office/drawing/2014/main" id="{A1A810D1-D446-D12C-9478-DC20CC4D3992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90" name="椭圆 189">
                      <a:extLst>
                        <a:ext uri="{FF2B5EF4-FFF2-40B4-BE49-F238E27FC236}">
                          <a16:creationId xmlns:a16="http://schemas.microsoft.com/office/drawing/2014/main" id="{32EBE3EF-DA64-24E1-9C8F-22FB13C3E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1" name="椭圆 190">
                      <a:extLst>
                        <a:ext uri="{FF2B5EF4-FFF2-40B4-BE49-F238E27FC236}">
                          <a16:creationId xmlns:a16="http://schemas.microsoft.com/office/drawing/2014/main" id="{62E6864F-813C-0AFB-CDCC-6018A74EC8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2" name="椭圆 191">
                      <a:extLst>
                        <a:ext uri="{FF2B5EF4-FFF2-40B4-BE49-F238E27FC236}">
                          <a16:creationId xmlns:a16="http://schemas.microsoft.com/office/drawing/2014/main" id="{F71EB021-8746-422C-8F96-3F4C245F22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3" name="椭圆 192">
                      <a:extLst>
                        <a:ext uri="{FF2B5EF4-FFF2-40B4-BE49-F238E27FC236}">
                          <a16:creationId xmlns:a16="http://schemas.microsoft.com/office/drawing/2014/main" id="{7EA2C710-119E-30BC-BAE0-F9B9B2788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155" name="组合 154">
                  <a:extLst>
                    <a:ext uri="{FF2B5EF4-FFF2-40B4-BE49-F238E27FC236}">
                      <a16:creationId xmlns:a16="http://schemas.microsoft.com/office/drawing/2014/main" id="{1144F307-F816-F552-426C-366D04BEC33E}"/>
                    </a:ext>
                  </a:extLst>
                </p:cNvPr>
                <p:cNvGrpSpPr/>
                <p:nvPr/>
              </p:nvGrpSpPr>
              <p:grpSpPr>
                <a:xfrm>
                  <a:off x="4862973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172" name="组合 171">
                    <a:extLst>
                      <a:ext uri="{FF2B5EF4-FFF2-40B4-BE49-F238E27FC236}">
                        <a16:creationId xmlns:a16="http://schemas.microsoft.com/office/drawing/2014/main" id="{77D6DED0-7AAF-6421-6EFA-B5721D293625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83" name="椭圆 182">
                      <a:extLst>
                        <a:ext uri="{FF2B5EF4-FFF2-40B4-BE49-F238E27FC236}">
                          <a16:creationId xmlns:a16="http://schemas.microsoft.com/office/drawing/2014/main" id="{D110D977-026E-262A-53C4-8DAD75733C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4" name="椭圆 183">
                      <a:extLst>
                        <a:ext uri="{FF2B5EF4-FFF2-40B4-BE49-F238E27FC236}">
                          <a16:creationId xmlns:a16="http://schemas.microsoft.com/office/drawing/2014/main" id="{FA8FEC37-46EF-0356-8019-E726506AE2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5" name="椭圆 184">
                      <a:extLst>
                        <a:ext uri="{FF2B5EF4-FFF2-40B4-BE49-F238E27FC236}">
                          <a16:creationId xmlns:a16="http://schemas.microsoft.com/office/drawing/2014/main" id="{ABA385DF-FB44-E32D-5390-B2A7322EB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6" name="椭圆 185">
                      <a:extLst>
                        <a:ext uri="{FF2B5EF4-FFF2-40B4-BE49-F238E27FC236}">
                          <a16:creationId xmlns:a16="http://schemas.microsoft.com/office/drawing/2014/main" id="{18B2C7A3-C3D9-EC87-AA6A-5BAF220736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73" name="组合 172">
                    <a:extLst>
                      <a:ext uri="{FF2B5EF4-FFF2-40B4-BE49-F238E27FC236}">
                        <a16:creationId xmlns:a16="http://schemas.microsoft.com/office/drawing/2014/main" id="{3DA2F72D-CB14-574F-491E-4FC18DF30CFB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79" name="椭圆 178">
                      <a:extLst>
                        <a:ext uri="{FF2B5EF4-FFF2-40B4-BE49-F238E27FC236}">
                          <a16:creationId xmlns:a16="http://schemas.microsoft.com/office/drawing/2014/main" id="{51B19BA3-7962-60EF-82B8-A47F61ED4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0" name="椭圆 179">
                      <a:extLst>
                        <a:ext uri="{FF2B5EF4-FFF2-40B4-BE49-F238E27FC236}">
                          <a16:creationId xmlns:a16="http://schemas.microsoft.com/office/drawing/2014/main" id="{F15D8F2D-FC20-735B-A234-32B363B90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1" name="椭圆 180">
                      <a:extLst>
                        <a:ext uri="{FF2B5EF4-FFF2-40B4-BE49-F238E27FC236}">
                          <a16:creationId xmlns:a16="http://schemas.microsoft.com/office/drawing/2014/main" id="{03BBA290-EEF2-1F32-9392-33155AA02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2" name="椭圆 181">
                      <a:extLst>
                        <a:ext uri="{FF2B5EF4-FFF2-40B4-BE49-F238E27FC236}">
                          <a16:creationId xmlns:a16="http://schemas.microsoft.com/office/drawing/2014/main" id="{53D88E39-1E50-AA30-11F2-5A555BFEF1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74" name="组合 173">
                    <a:extLst>
                      <a:ext uri="{FF2B5EF4-FFF2-40B4-BE49-F238E27FC236}">
                        <a16:creationId xmlns:a16="http://schemas.microsoft.com/office/drawing/2014/main" id="{B6BBB83F-9E5F-B12E-F899-D5AA340944C1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75" name="椭圆 174">
                      <a:extLst>
                        <a:ext uri="{FF2B5EF4-FFF2-40B4-BE49-F238E27FC236}">
                          <a16:creationId xmlns:a16="http://schemas.microsoft.com/office/drawing/2014/main" id="{8888E98E-D579-E0A0-7E2D-51652EAC4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6" name="椭圆 175">
                      <a:extLst>
                        <a:ext uri="{FF2B5EF4-FFF2-40B4-BE49-F238E27FC236}">
                          <a16:creationId xmlns:a16="http://schemas.microsoft.com/office/drawing/2014/main" id="{E01B737A-241F-AF92-5657-6973FE1C59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7" name="椭圆 176">
                      <a:extLst>
                        <a:ext uri="{FF2B5EF4-FFF2-40B4-BE49-F238E27FC236}">
                          <a16:creationId xmlns:a16="http://schemas.microsoft.com/office/drawing/2014/main" id="{02203B35-88F2-1070-8F98-10FB764112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8" name="椭圆 177">
                      <a:extLst>
                        <a:ext uri="{FF2B5EF4-FFF2-40B4-BE49-F238E27FC236}">
                          <a16:creationId xmlns:a16="http://schemas.microsoft.com/office/drawing/2014/main" id="{0442FE17-A5C4-B09A-6C7A-E93CF87A07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156" name="组合 155">
                  <a:extLst>
                    <a:ext uri="{FF2B5EF4-FFF2-40B4-BE49-F238E27FC236}">
                      <a16:creationId xmlns:a16="http://schemas.microsoft.com/office/drawing/2014/main" id="{BEB4BE23-DB4F-8568-EF57-84D18FDEC13B}"/>
                    </a:ext>
                  </a:extLst>
                </p:cNvPr>
                <p:cNvGrpSpPr/>
                <p:nvPr/>
              </p:nvGrpSpPr>
              <p:grpSpPr>
                <a:xfrm>
                  <a:off x="5531044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157" name="组合 156">
                    <a:extLst>
                      <a:ext uri="{FF2B5EF4-FFF2-40B4-BE49-F238E27FC236}">
                        <a16:creationId xmlns:a16="http://schemas.microsoft.com/office/drawing/2014/main" id="{1A2573BE-1E0B-5644-6EC7-E6C75B9573D5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68" name="椭圆 167">
                      <a:extLst>
                        <a:ext uri="{FF2B5EF4-FFF2-40B4-BE49-F238E27FC236}">
                          <a16:creationId xmlns:a16="http://schemas.microsoft.com/office/drawing/2014/main" id="{5BF7BD46-A5AE-7B3C-45E6-B0BFBDF3CE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9" name="椭圆 168">
                      <a:extLst>
                        <a:ext uri="{FF2B5EF4-FFF2-40B4-BE49-F238E27FC236}">
                          <a16:creationId xmlns:a16="http://schemas.microsoft.com/office/drawing/2014/main" id="{18B5733A-C367-00E8-96D1-E22C1698CC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0" name="椭圆 169">
                      <a:extLst>
                        <a:ext uri="{FF2B5EF4-FFF2-40B4-BE49-F238E27FC236}">
                          <a16:creationId xmlns:a16="http://schemas.microsoft.com/office/drawing/2014/main" id="{7A386ABC-0108-7864-69F8-DB4AA852FA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1" name="椭圆 170">
                      <a:extLst>
                        <a:ext uri="{FF2B5EF4-FFF2-40B4-BE49-F238E27FC236}">
                          <a16:creationId xmlns:a16="http://schemas.microsoft.com/office/drawing/2014/main" id="{3781B1F1-B8EE-9F91-ED9D-4FD4DAE34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58" name="组合 157">
                    <a:extLst>
                      <a:ext uri="{FF2B5EF4-FFF2-40B4-BE49-F238E27FC236}">
                        <a16:creationId xmlns:a16="http://schemas.microsoft.com/office/drawing/2014/main" id="{F8BA5B1A-4168-9BFF-2261-CC05D6C607E0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64" name="椭圆 163">
                      <a:extLst>
                        <a:ext uri="{FF2B5EF4-FFF2-40B4-BE49-F238E27FC236}">
                          <a16:creationId xmlns:a16="http://schemas.microsoft.com/office/drawing/2014/main" id="{5428743A-442B-F23D-6A50-2FD43DE874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5" name="椭圆 164">
                      <a:extLst>
                        <a:ext uri="{FF2B5EF4-FFF2-40B4-BE49-F238E27FC236}">
                          <a16:creationId xmlns:a16="http://schemas.microsoft.com/office/drawing/2014/main" id="{269F54FC-7475-B7F8-4986-B8F7B0170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6" name="椭圆 165">
                      <a:extLst>
                        <a:ext uri="{FF2B5EF4-FFF2-40B4-BE49-F238E27FC236}">
                          <a16:creationId xmlns:a16="http://schemas.microsoft.com/office/drawing/2014/main" id="{FD7F5F33-5B48-9377-BE0B-E3C6C0B87B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7" name="椭圆 166">
                      <a:extLst>
                        <a:ext uri="{FF2B5EF4-FFF2-40B4-BE49-F238E27FC236}">
                          <a16:creationId xmlns:a16="http://schemas.microsoft.com/office/drawing/2014/main" id="{33BCE967-3FB1-786D-5B10-924076B98E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59" name="组合 158">
                    <a:extLst>
                      <a:ext uri="{FF2B5EF4-FFF2-40B4-BE49-F238E27FC236}">
                        <a16:creationId xmlns:a16="http://schemas.microsoft.com/office/drawing/2014/main" id="{98424B46-49D6-C834-25BE-43DF868EE1EE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160" name="椭圆 159">
                      <a:extLst>
                        <a:ext uri="{FF2B5EF4-FFF2-40B4-BE49-F238E27FC236}">
                          <a16:creationId xmlns:a16="http://schemas.microsoft.com/office/drawing/2014/main" id="{37B508B7-8854-CB79-8ADD-44C6A55678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1" name="椭圆 160">
                      <a:extLst>
                        <a:ext uri="{FF2B5EF4-FFF2-40B4-BE49-F238E27FC236}">
                          <a16:creationId xmlns:a16="http://schemas.microsoft.com/office/drawing/2014/main" id="{BF92BC10-7CD2-5F94-65E7-42C5B1787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2" name="椭圆 161">
                      <a:extLst>
                        <a:ext uri="{FF2B5EF4-FFF2-40B4-BE49-F238E27FC236}">
                          <a16:creationId xmlns:a16="http://schemas.microsoft.com/office/drawing/2014/main" id="{8C46915D-A509-E95D-559A-D661DAFBB7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3" name="椭圆 162">
                      <a:extLst>
                        <a:ext uri="{FF2B5EF4-FFF2-40B4-BE49-F238E27FC236}">
                          <a16:creationId xmlns:a16="http://schemas.microsoft.com/office/drawing/2014/main" id="{7A9DD306-AEF8-891A-9A2B-21FDBEA105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2159394-8918-A552-CEDE-E023DEFDA69F}"/>
                  </a:ext>
                </a:extLst>
              </p:cNvPr>
              <p:cNvSpPr txBox="1"/>
              <p:nvPr/>
            </p:nvSpPr>
            <p:spPr>
              <a:xfrm>
                <a:off x="5209454" y="4109093"/>
                <a:ext cx="42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F8856CC9-FDAD-7643-E1DD-0328CC4EE83A}"/>
                  </a:ext>
                </a:extLst>
              </p:cNvPr>
              <p:cNvSpPr txBox="1"/>
              <p:nvPr/>
            </p:nvSpPr>
            <p:spPr>
              <a:xfrm>
                <a:off x="4215204" y="2640625"/>
                <a:ext cx="1301841" cy="342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共</a:t>
                </a:r>
                <a:r>
                  <a:rPr lang="en-US" altLang="zh-CN" sz="1400" dirty="0"/>
                  <a:t>84</a:t>
                </a:r>
                <a:r>
                  <a:rPr lang="zh-CN" altLang="en-US" sz="1400" dirty="0"/>
                  <a:t>个样本</a:t>
                </a:r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0B280DBD-FAB5-DA1D-CFBD-26CF887B0F72}"/>
                </a:ext>
              </a:extLst>
            </p:cNvPr>
            <p:cNvGrpSpPr/>
            <p:nvPr/>
          </p:nvGrpSpPr>
          <p:grpSpPr>
            <a:xfrm>
              <a:off x="10763981" y="189199"/>
              <a:ext cx="1015967" cy="1677486"/>
              <a:chOff x="5388665" y="3457297"/>
              <a:chExt cx="1131738" cy="1868637"/>
            </a:xfrm>
          </p:grpSpPr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9726AB9-524C-86D3-4150-6546CD2E683D}"/>
                  </a:ext>
                </a:extLst>
              </p:cNvPr>
              <p:cNvSpPr txBox="1"/>
              <p:nvPr/>
            </p:nvSpPr>
            <p:spPr>
              <a:xfrm>
                <a:off x="5388665" y="3457297"/>
                <a:ext cx="11317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输出响应</a:t>
                </a:r>
              </a:p>
            </p:txBody>
          </p: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CE67ACFB-4D04-25C8-955B-7B4B72B118AD}"/>
                  </a:ext>
                </a:extLst>
              </p:cNvPr>
              <p:cNvGrpSpPr/>
              <p:nvPr/>
            </p:nvGrpSpPr>
            <p:grpSpPr>
              <a:xfrm>
                <a:off x="5641502" y="3841639"/>
                <a:ext cx="443068" cy="1484295"/>
                <a:chOff x="6985157" y="3841639"/>
                <a:chExt cx="443068" cy="1484295"/>
              </a:xfrm>
            </p:grpSpPr>
            <p:sp>
              <p:nvSpPr>
                <p:cNvPr id="139" name="矩形: 圆角 138">
                  <a:extLst>
                    <a:ext uri="{FF2B5EF4-FFF2-40B4-BE49-F238E27FC236}">
                      <a16:creationId xmlns:a16="http://schemas.microsoft.com/office/drawing/2014/main" id="{D22B1139-BA5B-DF91-B057-633B7CE4BA52}"/>
                    </a:ext>
                  </a:extLst>
                </p:cNvPr>
                <p:cNvSpPr/>
                <p:nvPr/>
              </p:nvSpPr>
              <p:spPr>
                <a:xfrm>
                  <a:off x="6985157" y="3841639"/>
                  <a:ext cx="443068" cy="148429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40" name="组合 139">
                  <a:extLst>
                    <a:ext uri="{FF2B5EF4-FFF2-40B4-BE49-F238E27FC236}">
                      <a16:creationId xmlns:a16="http://schemas.microsoft.com/office/drawing/2014/main" id="{B77EB7AE-AB79-D668-5F83-9E0F0FC8349D}"/>
                    </a:ext>
                  </a:extLst>
                </p:cNvPr>
                <p:cNvGrpSpPr/>
                <p:nvPr/>
              </p:nvGrpSpPr>
              <p:grpSpPr>
                <a:xfrm>
                  <a:off x="7055624" y="3979038"/>
                  <a:ext cx="320985" cy="1205986"/>
                  <a:chOff x="5490435" y="3881341"/>
                  <a:chExt cx="320985" cy="120598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1" name="文本框 140">
                        <a:extLst>
                          <a:ext uri="{FF2B5EF4-FFF2-40B4-BE49-F238E27FC236}">
                            <a16:creationId xmlns:a16="http://schemas.microsoft.com/office/drawing/2014/main" id="{F93CD31E-D554-28BA-4168-F4A677EEC8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4345835"/>
                        <a:ext cx="30213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141" name="文本框 140">
                        <a:extLst>
                          <a:ext uri="{FF2B5EF4-FFF2-40B4-BE49-F238E27FC236}">
                            <a16:creationId xmlns:a16="http://schemas.microsoft.com/office/drawing/2014/main" id="{F93CD31E-D554-28BA-4168-F4A677EEC8E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4345835"/>
                        <a:ext cx="302134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22222" r="-6667" b="-195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2" name="文本框 141">
                        <a:extLst>
                          <a:ext uri="{FF2B5EF4-FFF2-40B4-BE49-F238E27FC236}">
                            <a16:creationId xmlns:a16="http://schemas.microsoft.com/office/drawing/2014/main" id="{7E08650D-B6EA-B8AB-9CBE-90B7D9EA0E1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4810328"/>
                        <a:ext cx="320985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142" name="文本框 141">
                        <a:extLst>
                          <a:ext uri="{FF2B5EF4-FFF2-40B4-BE49-F238E27FC236}">
                            <a16:creationId xmlns:a16="http://schemas.microsoft.com/office/drawing/2014/main" id="{7E08650D-B6EA-B8AB-9CBE-90B7D9EA0E1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4810328"/>
                        <a:ext cx="320985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20833" r="-6250" b="-20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3" name="文本框 142">
                        <a:extLst>
                          <a:ext uri="{FF2B5EF4-FFF2-40B4-BE49-F238E27FC236}">
                            <a16:creationId xmlns:a16="http://schemas.microsoft.com/office/drawing/2014/main" id="{4284FFF6-F25B-6246-2D0E-CB29D29294C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3881341"/>
                        <a:ext cx="30803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143" name="文本框 142">
                        <a:extLst>
                          <a:ext uri="{FF2B5EF4-FFF2-40B4-BE49-F238E27FC236}">
                            <a16:creationId xmlns:a16="http://schemas.microsoft.com/office/drawing/2014/main" id="{4284FFF6-F25B-6246-2D0E-CB29D29294C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3881341"/>
                        <a:ext cx="308033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21739" r="-4348" b="-1707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17B5315B-D3B0-54AB-CFE6-BBA270125222}"/>
                </a:ext>
              </a:extLst>
            </p:cNvPr>
            <p:cNvSpPr/>
            <p:nvPr/>
          </p:nvSpPr>
          <p:spPr>
            <a:xfrm>
              <a:off x="10577630" y="1104726"/>
              <a:ext cx="186351" cy="18830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: 圆顶角 219">
              <a:extLst>
                <a:ext uri="{FF2B5EF4-FFF2-40B4-BE49-F238E27FC236}">
                  <a16:creationId xmlns:a16="http://schemas.microsoft.com/office/drawing/2014/main" id="{31DBFC36-57C9-C54C-7702-E782B61C48F9}"/>
                </a:ext>
              </a:extLst>
            </p:cNvPr>
            <p:cNvSpPr/>
            <p:nvPr/>
          </p:nvSpPr>
          <p:spPr>
            <a:xfrm>
              <a:off x="1501654" y="2504286"/>
              <a:ext cx="2536243" cy="1550428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9CF6546C-5898-729E-D453-17FA159FC734}"/>
                </a:ext>
              </a:extLst>
            </p:cNvPr>
            <p:cNvGrpSpPr/>
            <p:nvPr/>
          </p:nvGrpSpPr>
          <p:grpSpPr>
            <a:xfrm>
              <a:off x="1654048" y="2504286"/>
              <a:ext cx="2262233" cy="1550428"/>
              <a:chOff x="6552011" y="3860136"/>
              <a:chExt cx="2262233" cy="1550428"/>
            </a:xfrm>
          </p:grpSpPr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4F2D6ED6-FC17-03D5-BA53-DB2A269B187C}"/>
                  </a:ext>
                </a:extLst>
              </p:cNvPr>
              <p:cNvGrpSpPr/>
              <p:nvPr/>
            </p:nvGrpSpPr>
            <p:grpSpPr>
              <a:xfrm>
                <a:off x="6552011" y="4175406"/>
                <a:ext cx="2262233" cy="919888"/>
                <a:chOff x="7075420" y="4110564"/>
                <a:chExt cx="2262233" cy="919888"/>
              </a:xfrm>
            </p:grpSpPr>
            <p:grpSp>
              <p:nvGrpSpPr>
                <p:cNvPr id="227" name="组合 226">
                  <a:extLst>
                    <a:ext uri="{FF2B5EF4-FFF2-40B4-BE49-F238E27FC236}">
                      <a16:creationId xmlns:a16="http://schemas.microsoft.com/office/drawing/2014/main" id="{368AF8B5-610E-2B89-2B9E-1F2836645CB6}"/>
                    </a:ext>
                  </a:extLst>
                </p:cNvPr>
                <p:cNvGrpSpPr/>
                <p:nvPr/>
              </p:nvGrpSpPr>
              <p:grpSpPr>
                <a:xfrm>
                  <a:off x="7075420" y="4281134"/>
                  <a:ext cx="2262233" cy="749318"/>
                  <a:chOff x="7306306" y="3756449"/>
                  <a:chExt cx="2262233" cy="749318"/>
                </a:xfrm>
              </p:grpSpPr>
              <p:grpSp>
                <p:nvGrpSpPr>
                  <p:cNvPr id="239" name="组合 238">
                    <a:extLst>
                      <a:ext uri="{FF2B5EF4-FFF2-40B4-BE49-F238E27FC236}">
                        <a16:creationId xmlns:a16="http://schemas.microsoft.com/office/drawing/2014/main" id="{48556CF6-8FF8-502A-F182-7D224128FE11}"/>
                      </a:ext>
                    </a:extLst>
                  </p:cNvPr>
                  <p:cNvGrpSpPr/>
                  <p:nvPr/>
                </p:nvGrpSpPr>
                <p:grpSpPr>
                  <a:xfrm>
                    <a:off x="7365938" y="3756449"/>
                    <a:ext cx="2156882" cy="124893"/>
                    <a:chOff x="7365938" y="3756449"/>
                    <a:chExt cx="2156882" cy="124893"/>
                  </a:xfrm>
                </p:grpSpPr>
                <p:sp>
                  <p:nvSpPr>
                    <p:cNvPr id="248" name="矩形: 单圆角 247">
                      <a:extLst>
                        <a:ext uri="{FF2B5EF4-FFF2-40B4-BE49-F238E27FC236}">
                          <a16:creationId xmlns:a16="http://schemas.microsoft.com/office/drawing/2014/main" id="{A19B03DB-EC58-5306-28F7-99E283B85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56674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9" name="矩形: 单圆角 248">
                      <a:extLst>
                        <a:ext uri="{FF2B5EF4-FFF2-40B4-BE49-F238E27FC236}">
                          <a16:creationId xmlns:a16="http://schemas.microsoft.com/office/drawing/2014/main" id="{7023D1B4-A2BB-0C25-5A06-4E99F4677E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410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0" name="矩形: 单圆角 249">
                      <a:extLst>
                        <a:ext uri="{FF2B5EF4-FFF2-40B4-BE49-F238E27FC236}">
                          <a16:creationId xmlns:a16="http://schemas.microsoft.com/office/drawing/2014/main" id="{79372684-94C9-38B5-C0CF-AB59241D0C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8146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1" name="矩形: 单圆角 250">
                      <a:extLst>
                        <a:ext uri="{FF2B5EF4-FFF2-40B4-BE49-F238E27FC236}">
                          <a16:creationId xmlns:a16="http://schemas.microsoft.com/office/drawing/2014/main" id="{F5B896D7-A608-DF81-8E6F-D34537617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882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2" name="矩形: 单圆角 251">
                      <a:extLst>
                        <a:ext uri="{FF2B5EF4-FFF2-40B4-BE49-F238E27FC236}">
                          <a16:creationId xmlns:a16="http://schemas.microsoft.com/office/drawing/2014/main" id="{3B22D3C5-C66B-1CFE-57D8-EF2D561191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9620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3" name="矩形: 单圆角 252">
                      <a:extLst>
                        <a:ext uri="{FF2B5EF4-FFF2-40B4-BE49-F238E27FC236}">
                          <a16:creationId xmlns:a16="http://schemas.microsoft.com/office/drawing/2014/main" id="{142A6B0D-3C25-3EDF-07A4-2E1EE52ACE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5938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240" name="组合 239">
                    <a:extLst>
                      <a:ext uri="{FF2B5EF4-FFF2-40B4-BE49-F238E27FC236}">
                        <a16:creationId xmlns:a16="http://schemas.microsoft.com/office/drawing/2014/main" id="{F5EE3783-6504-508A-2C71-DBAAFE592242}"/>
                      </a:ext>
                    </a:extLst>
                  </p:cNvPr>
                  <p:cNvGrpSpPr/>
                  <p:nvPr/>
                </p:nvGrpSpPr>
                <p:grpSpPr>
                  <a:xfrm>
                    <a:off x="7441152" y="3881341"/>
                    <a:ext cx="2002927" cy="504975"/>
                    <a:chOff x="7441152" y="3881341"/>
                    <a:chExt cx="2002927" cy="504975"/>
                  </a:xfrm>
                </p:grpSpPr>
                <p:sp>
                  <p:nvSpPr>
                    <p:cNvPr id="242" name="矩形: 单圆角 241">
                      <a:extLst>
                        <a:ext uri="{FF2B5EF4-FFF2-40B4-BE49-F238E27FC236}">
                          <a16:creationId xmlns:a16="http://schemas.microsoft.com/office/drawing/2014/main" id="{99515972-F907-AB53-DAF8-5DC99B75C4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1152" y="388283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3" name="矩形: 单圆角 242">
                      <a:extLst>
                        <a:ext uri="{FF2B5EF4-FFF2-40B4-BE49-F238E27FC236}">
                          <a16:creationId xmlns:a16="http://schemas.microsoft.com/office/drawing/2014/main" id="{0FE17B60-F110-10AD-656F-D9E07D7BB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35414" y="388283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4" name="矩形: 单圆角 243">
                      <a:extLst>
                        <a:ext uri="{FF2B5EF4-FFF2-40B4-BE49-F238E27FC236}">
                          <a16:creationId xmlns:a16="http://schemas.microsoft.com/office/drawing/2014/main" id="{690C1B37-A8D1-86A3-8C52-E62FC004E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6150" y="3881342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5" name="矩形: 单圆角 244">
                      <a:extLst>
                        <a:ext uri="{FF2B5EF4-FFF2-40B4-BE49-F238E27FC236}">
                          <a16:creationId xmlns:a16="http://schemas.microsoft.com/office/drawing/2014/main" id="{52760AD6-CAA2-A14C-D418-77E70F56CE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6886" y="3881342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6" name="矩形: 单圆角 245">
                      <a:extLst>
                        <a:ext uri="{FF2B5EF4-FFF2-40B4-BE49-F238E27FC236}">
                          <a16:creationId xmlns:a16="http://schemas.microsoft.com/office/drawing/2014/main" id="{A80BCCC5-4B2B-2F7E-5394-8E6918838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7622" y="3881341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7" name="矩形: 单圆角 246">
                      <a:extLst>
                        <a:ext uri="{FF2B5EF4-FFF2-40B4-BE49-F238E27FC236}">
                          <a16:creationId xmlns:a16="http://schemas.microsoft.com/office/drawing/2014/main" id="{DD99281C-CA61-8D25-D2D2-77C40524A0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98360" y="388678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241" name="矩形: 单圆角 240">
                    <a:extLst>
                      <a:ext uri="{FF2B5EF4-FFF2-40B4-BE49-F238E27FC236}">
                        <a16:creationId xmlns:a16="http://schemas.microsoft.com/office/drawing/2014/main" id="{9BA71A92-6A17-860B-9A18-67087C692410}"/>
                      </a:ext>
                    </a:extLst>
                  </p:cNvPr>
                  <p:cNvSpPr/>
                  <p:nvPr/>
                </p:nvSpPr>
                <p:spPr>
                  <a:xfrm>
                    <a:off x="7306306" y="4400886"/>
                    <a:ext cx="2262233" cy="104881"/>
                  </a:xfrm>
                  <a:prstGeom prst="round1Rect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228" name="直接箭头连接符 227">
                  <a:extLst>
                    <a:ext uri="{FF2B5EF4-FFF2-40B4-BE49-F238E27FC236}">
                      <a16:creationId xmlns:a16="http://schemas.microsoft.com/office/drawing/2014/main" id="{A003F6C3-67A6-5B46-39CD-8EF6CC00C2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31468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1BB2101D-9D5A-2CC9-5741-7BCA57A5A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18450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箭头连接符 229">
                  <a:extLst>
                    <a:ext uri="{FF2B5EF4-FFF2-40B4-BE49-F238E27FC236}">
                      <a16:creationId xmlns:a16="http://schemas.microsoft.com/office/drawing/2014/main" id="{B03CC104-0B65-6D8E-9D29-2653CE5893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05433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箭头连接符 230">
                  <a:extLst>
                    <a:ext uri="{FF2B5EF4-FFF2-40B4-BE49-F238E27FC236}">
                      <a16:creationId xmlns:a16="http://schemas.microsoft.com/office/drawing/2014/main" id="{AB5C25D2-2716-C56D-3159-CF331477C5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98114" y="411056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箭头连接符 231">
                  <a:extLst>
                    <a:ext uri="{FF2B5EF4-FFF2-40B4-BE49-F238E27FC236}">
                      <a16:creationId xmlns:a16="http://schemas.microsoft.com/office/drawing/2014/main" id="{1BCE7F31-E1AF-49AA-9491-DD7C0DFBC3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2061" y="411056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箭头连接符 232">
                  <a:extLst>
                    <a:ext uri="{FF2B5EF4-FFF2-40B4-BE49-F238E27FC236}">
                      <a16:creationId xmlns:a16="http://schemas.microsoft.com/office/drawing/2014/main" id="{7D077CC7-193B-5B9D-42EC-98F142BDF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32022" y="4883159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箭头连接符 233">
                  <a:extLst>
                    <a:ext uri="{FF2B5EF4-FFF2-40B4-BE49-F238E27FC236}">
                      <a16:creationId xmlns:a16="http://schemas.microsoft.com/office/drawing/2014/main" id="{C86921D5-8D7A-EDE9-EEFE-FA6A824094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623310" y="487362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箭头连接符 234">
                  <a:extLst>
                    <a:ext uri="{FF2B5EF4-FFF2-40B4-BE49-F238E27FC236}">
                      <a16:creationId xmlns:a16="http://schemas.microsoft.com/office/drawing/2014/main" id="{8D9E4DDA-C4F0-B2F9-80D4-5DA1034578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14047" y="4883158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箭头连接符 235">
                  <a:extLst>
                    <a:ext uri="{FF2B5EF4-FFF2-40B4-BE49-F238E27FC236}">
                      <a16:creationId xmlns:a16="http://schemas.microsoft.com/office/drawing/2014/main" id="{3866D988-0BCC-CEC3-1692-F0592B074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403189" y="487362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箭头连接符 236">
                  <a:extLst>
                    <a:ext uri="{FF2B5EF4-FFF2-40B4-BE49-F238E27FC236}">
                      <a16:creationId xmlns:a16="http://schemas.microsoft.com/office/drawing/2014/main" id="{BA5040B9-602A-93F5-9B59-9730C570B1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798493" y="487135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箭头连接符 237">
                  <a:extLst>
                    <a:ext uri="{FF2B5EF4-FFF2-40B4-BE49-F238E27FC236}">
                      <a16:creationId xmlns:a16="http://schemas.microsoft.com/office/drawing/2014/main" id="{5FD9338F-A188-E0ED-5DDE-27CDDB100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189229" y="4875740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B6809C98-94F1-AC25-3B13-C722775B6F58}"/>
                  </a:ext>
                </a:extLst>
              </p:cNvPr>
              <p:cNvSpPr txBox="1"/>
              <p:nvPr/>
            </p:nvSpPr>
            <p:spPr>
              <a:xfrm>
                <a:off x="7448719" y="5133565"/>
                <a:ext cx="711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FF0000"/>
                    </a:solidFill>
                  </a:rPr>
                  <a:t>热量</a:t>
                </a:r>
              </a:p>
            </p:txBody>
          </p:sp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4D6DD152-9867-9753-A7C2-219FCF71BD98}"/>
                  </a:ext>
                </a:extLst>
              </p:cNvPr>
              <p:cNvSpPr txBox="1"/>
              <p:nvPr/>
            </p:nvSpPr>
            <p:spPr>
              <a:xfrm>
                <a:off x="7362805" y="3860136"/>
                <a:ext cx="711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0070C0"/>
                    </a:solidFill>
                  </a:rPr>
                  <a:t>冷却液</a:t>
                </a:r>
              </a:p>
            </p:txBody>
          </p:sp>
        </p:grp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7ABB68D4-10E3-1EB2-6226-68A259B3DC11}"/>
                </a:ext>
              </a:extLst>
            </p:cNvPr>
            <p:cNvSpPr txBox="1"/>
            <p:nvPr/>
          </p:nvSpPr>
          <p:spPr>
            <a:xfrm>
              <a:off x="1446043" y="4152606"/>
              <a:ext cx="26845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流量分配、针肋换热、温度分布</a:t>
              </a:r>
            </a:p>
          </p:txBody>
        </p:sp>
        <p:sp>
          <p:nvSpPr>
            <p:cNvPr id="405" name="文本框 404">
              <a:extLst>
                <a:ext uri="{FF2B5EF4-FFF2-40B4-BE49-F238E27FC236}">
                  <a16:creationId xmlns:a16="http://schemas.microsoft.com/office/drawing/2014/main" id="{FBBD1ACB-F944-898D-DED0-290D79F5E364}"/>
                </a:ext>
              </a:extLst>
            </p:cNvPr>
            <p:cNvSpPr txBox="1"/>
            <p:nvPr/>
          </p:nvSpPr>
          <p:spPr>
            <a:xfrm>
              <a:off x="1623233" y="168632"/>
              <a:ext cx="1397000" cy="380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附件 </a:t>
              </a:r>
              <a:r>
                <a:rPr lang="en-US" altLang="zh-CN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7" name="文本框 406">
              <a:extLst>
                <a:ext uri="{FF2B5EF4-FFF2-40B4-BE49-F238E27FC236}">
                  <a16:creationId xmlns:a16="http://schemas.microsoft.com/office/drawing/2014/main" id="{48630373-A8B9-7E18-09C0-D3B2F0B3D03F}"/>
                </a:ext>
              </a:extLst>
            </p:cNvPr>
            <p:cNvSpPr txBox="1"/>
            <p:nvPr/>
          </p:nvSpPr>
          <p:spPr>
            <a:xfrm>
              <a:off x="6854874" y="168523"/>
              <a:ext cx="1397000" cy="380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附件 </a:t>
              </a:r>
              <a:r>
                <a:rPr lang="en-US" altLang="zh-CN" dirty="0">
                  <a:solidFill>
                    <a:schemeClr val="accent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9" name="文本框 408">
              <a:extLst>
                <a:ext uri="{FF2B5EF4-FFF2-40B4-BE49-F238E27FC236}">
                  <a16:creationId xmlns:a16="http://schemas.microsoft.com/office/drawing/2014/main" id="{950A964A-E0E4-872B-BB46-A927EAF50D47}"/>
                </a:ext>
              </a:extLst>
            </p:cNvPr>
            <p:cNvSpPr txBox="1"/>
            <p:nvPr/>
          </p:nvSpPr>
          <p:spPr>
            <a:xfrm>
              <a:off x="1623232" y="2146142"/>
              <a:ext cx="229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①</a:t>
              </a:r>
              <a:r>
                <a:rPr lang="en-US" altLang="zh-CN" dirty="0">
                  <a:solidFill>
                    <a:schemeClr val="accent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solidFill>
                    <a:schemeClr val="accent4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流动与传热机理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C2BD213-F2CF-D4F7-0745-7242122C57E1}"/>
                </a:ext>
              </a:extLst>
            </p:cNvPr>
            <p:cNvSpPr/>
            <p:nvPr/>
          </p:nvSpPr>
          <p:spPr>
            <a:xfrm>
              <a:off x="8110567" y="2103544"/>
              <a:ext cx="3929031" cy="25247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2DF93B75-BAE9-DEF2-F0FC-B15EEBA0AC6E}"/>
                </a:ext>
              </a:extLst>
            </p:cNvPr>
            <p:cNvGrpSpPr/>
            <p:nvPr/>
          </p:nvGrpSpPr>
          <p:grpSpPr>
            <a:xfrm>
              <a:off x="8285558" y="2533168"/>
              <a:ext cx="3785386" cy="2024870"/>
              <a:chOff x="8014915" y="2225618"/>
              <a:chExt cx="3785386" cy="2024870"/>
            </a:xfrm>
          </p:grpSpPr>
          <p:pic>
            <p:nvPicPr>
              <p:cNvPr id="261" name="图片 260">
                <a:extLst>
                  <a:ext uri="{FF2B5EF4-FFF2-40B4-BE49-F238E27FC236}">
                    <a16:creationId xmlns:a16="http://schemas.microsoft.com/office/drawing/2014/main" id="{75554FB3-6577-D1CE-8F97-11515040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24149" y="2574336"/>
                <a:ext cx="1676152" cy="1676152"/>
              </a:xfrm>
              <a:prstGeom prst="rect">
                <a:avLst/>
              </a:prstGeom>
            </p:spPr>
          </p:pic>
          <p:grpSp>
            <p:nvGrpSpPr>
              <p:cNvPr id="262" name="组合 261">
                <a:extLst>
                  <a:ext uri="{FF2B5EF4-FFF2-40B4-BE49-F238E27FC236}">
                    <a16:creationId xmlns:a16="http://schemas.microsoft.com/office/drawing/2014/main" id="{265CB594-3319-153C-E406-41013C9F1B82}"/>
                  </a:ext>
                </a:extLst>
              </p:cNvPr>
              <p:cNvGrpSpPr/>
              <p:nvPr/>
            </p:nvGrpSpPr>
            <p:grpSpPr>
              <a:xfrm>
                <a:off x="8014915" y="2473459"/>
                <a:ext cx="656331" cy="1099529"/>
                <a:chOff x="8192672" y="2730788"/>
                <a:chExt cx="682733" cy="1143760"/>
              </a:xfrm>
            </p:grpSpPr>
            <p:grpSp>
              <p:nvGrpSpPr>
                <p:cNvPr id="272" name="组合 271">
                  <a:extLst>
                    <a:ext uri="{FF2B5EF4-FFF2-40B4-BE49-F238E27FC236}">
                      <a16:creationId xmlns:a16="http://schemas.microsoft.com/office/drawing/2014/main" id="{6143C3F2-38AD-1AFC-0FFA-EA70BAC77364}"/>
                    </a:ext>
                  </a:extLst>
                </p:cNvPr>
                <p:cNvGrpSpPr/>
                <p:nvPr/>
              </p:nvGrpSpPr>
              <p:grpSpPr>
                <a:xfrm>
                  <a:off x="8192672" y="3069540"/>
                  <a:ext cx="676302" cy="805008"/>
                  <a:chOff x="8192672" y="3069540"/>
                  <a:chExt cx="676302" cy="805008"/>
                </a:xfrm>
              </p:grpSpPr>
              <p:sp>
                <p:nvSpPr>
                  <p:cNvPr id="274" name="矩形 273">
                    <a:extLst>
                      <a:ext uri="{FF2B5EF4-FFF2-40B4-BE49-F238E27FC236}">
                        <a16:creationId xmlns:a16="http://schemas.microsoft.com/office/drawing/2014/main" id="{03DDC4C9-9B65-5A61-E59F-C4F2651CFC5D}"/>
                      </a:ext>
                    </a:extLst>
                  </p:cNvPr>
                  <p:cNvSpPr/>
                  <p:nvPr/>
                </p:nvSpPr>
                <p:spPr>
                  <a:xfrm>
                    <a:off x="8192672" y="3069540"/>
                    <a:ext cx="676302" cy="805008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5" name="椭圆 274">
                    <a:extLst>
                      <a:ext uri="{FF2B5EF4-FFF2-40B4-BE49-F238E27FC236}">
                        <a16:creationId xmlns:a16="http://schemas.microsoft.com/office/drawing/2014/main" id="{182761AC-D007-AD42-87FD-CEBAACF92360}"/>
                      </a:ext>
                    </a:extLst>
                  </p:cNvPr>
                  <p:cNvSpPr/>
                  <p:nvPr/>
                </p:nvSpPr>
                <p:spPr>
                  <a:xfrm>
                    <a:off x="8261252" y="3147924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6" name="椭圆 275">
                    <a:extLst>
                      <a:ext uri="{FF2B5EF4-FFF2-40B4-BE49-F238E27FC236}">
                        <a16:creationId xmlns:a16="http://schemas.microsoft.com/office/drawing/2014/main" id="{2328B201-5EDB-B591-6119-F62F8529B99F}"/>
                      </a:ext>
                    </a:extLst>
                  </p:cNvPr>
                  <p:cNvSpPr/>
                  <p:nvPr/>
                </p:nvSpPr>
                <p:spPr>
                  <a:xfrm>
                    <a:off x="8403493" y="3362993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7" name="椭圆 276">
                    <a:extLst>
                      <a:ext uri="{FF2B5EF4-FFF2-40B4-BE49-F238E27FC236}">
                        <a16:creationId xmlns:a16="http://schemas.microsoft.com/office/drawing/2014/main" id="{32925A1C-800A-5E6A-2251-DA5CD432C2DF}"/>
                      </a:ext>
                    </a:extLst>
                  </p:cNvPr>
                  <p:cNvSpPr/>
                  <p:nvPr/>
                </p:nvSpPr>
                <p:spPr>
                  <a:xfrm>
                    <a:off x="8606080" y="3188860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8" name="椭圆 277">
                    <a:extLst>
                      <a:ext uri="{FF2B5EF4-FFF2-40B4-BE49-F238E27FC236}">
                        <a16:creationId xmlns:a16="http://schemas.microsoft.com/office/drawing/2014/main" id="{8E462464-7ACD-6626-E761-E6100192692D}"/>
                      </a:ext>
                    </a:extLst>
                  </p:cNvPr>
                  <p:cNvSpPr/>
                  <p:nvPr/>
                </p:nvSpPr>
                <p:spPr>
                  <a:xfrm>
                    <a:off x="8301893" y="3530806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9" name="椭圆 278">
                    <a:extLst>
                      <a:ext uri="{FF2B5EF4-FFF2-40B4-BE49-F238E27FC236}">
                        <a16:creationId xmlns:a16="http://schemas.microsoft.com/office/drawing/2014/main" id="{A6014AF1-7C3B-760C-D935-4272EFBE8536}"/>
                      </a:ext>
                    </a:extLst>
                  </p:cNvPr>
                  <p:cNvSpPr/>
                  <p:nvPr/>
                </p:nvSpPr>
                <p:spPr>
                  <a:xfrm>
                    <a:off x="8519805" y="3530806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0" name="椭圆 279">
                    <a:extLst>
                      <a:ext uri="{FF2B5EF4-FFF2-40B4-BE49-F238E27FC236}">
                        <a16:creationId xmlns:a16="http://schemas.microsoft.com/office/drawing/2014/main" id="{596BE2B0-B79C-ED9B-B4A5-B953ED8924E4}"/>
                      </a:ext>
                    </a:extLst>
                  </p:cNvPr>
                  <p:cNvSpPr/>
                  <p:nvPr/>
                </p:nvSpPr>
                <p:spPr>
                  <a:xfrm>
                    <a:off x="8705773" y="3671483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1" name="椭圆 280">
                    <a:extLst>
                      <a:ext uri="{FF2B5EF4-FFF2-40B4-BE49-F238E27FC236}">
                        <a16:creationId xmlns:a16="http://schemas.microsoft.com/office/drawing/2014/main" id="{6A77A15C-B19F-39B4-D10A-7E4DA1311312}"/>
                      </a:ext>
                    </a:extLst>
                  </p:cNvPr>
                  <p:cNvSpPr/>
                  <p:nvPr/>
                </p:nvSpPr>
                <p:spPr>
                  <a:xfrm>
                    <a:off x="8705772" y="3379298"/>
                    <a:ext cx="109051" cy="109051"/>
                  </a:xfrm>
                  <a:prstGeom prst="ellipse">
                    <a:avLst/>
                  </a:prstGeom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6F849725-9106-74F8-57D0-B78386027CC7}"/>
                    </a:ext>
                  </a:extLst>
                </p:cNvPr>
                <p:cNvSpPr txBox="1"/>
                <p:nvPr/>
              </p:nvSpPr>
              <p:spPr>
                <a:xfrm>
                  <a:off x="8199103" y="2730788"/>
                  <a:ext cx="67630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样本点</a:t>
                  </a:r>
                </a:p>
              </p:txBody>
            </p:sp>
          </p:grpSp>
          <p:grpSp>
            <p:nvGrpSpPr>
              <p:cNvPr id="263" name="组合 262">
                <a:extLst>
                  <a:ext uri="{FF2B5EF4-FFF2-40B4-BE49-F238E27FC236}">
                    <a16:creationId xmlns:a16="http://schemas.microsoft.com/office/drawing/2014/main" id="{13F283FB-B74A-D133-8C2C-46692C9DCB6C}"/>
                  </a:ext>
                </a:extLst>
              </p:cNvPr>
              <p:cNvGrpSpPr/>
              <p:nvPr/>
            </p:nvGrpSpPr>
            <p:grpSpPr>
              <a:xfrm>
                <a:off x="8869106" y="2225618"/>
                <a:ext cx="1136197" cy="1997751"/>
                <a:chOff x="9020387" y="2196461"/>
                <a:chExt cx="1136197" cy="1997751"/>
              </a:xfrm>
            </p:grpSpPr>
            <p:grpSp>
              <p:nvGrpSpPr>
                <p:cNvPr id="266" name="组合 265">
                  <a:extLst>
                    <a:ext uri="{FF2B5EF4-FFF2-40B4-BE49-F238E27FC236}">
                      <a16:creationId xmlns:a16="http://schemas.microsoft.com/office/drawing/2014/main" id="{4F95B424-9095-546C-6070-1880E5BE7CE5}"/>
                    </a:ext>
                  </a:extLst>
                </p:cNvPr>
                <p:cNvGrpSpPr/>
                <p:nvPr/>
              </p:nvGrpSpPr>
              <p:grpSpPr>
                <a:xfrm>
                  <a:off x="9020387" y="2506133"/>
                  <a:ext cx="1136197" cy="1688079"/>
                  <a:chOff x="9020387" y="2506133"/>
                  <a:chExt cx="1136197" cy="1688079"/>
                </a:xfrm>
              </p:grpSpPr>
              <p:sp>
                <p:nvSpPr>
                  <p:cNvPr id="268" name="矩形 267">
                    <a:extLst>
                      <a:ext uri="{FF2B5EF4-FFF2-40B4-BE49-F238E27FC236}">
                        <a16:creationId xmlns:a16="http://schemas.microsoft.com/office/drawing/2014/main" id="{4F163796-7E5B-66CA-5546-9787AF983FE0}"/>
                      </a:ext>
                    </a:extLst>
                  </p:cNvPr>
                  <p:cNvSpPr/>
                  <p:nvPr/>
                </p:nvSpPr>
                <p:spPr>
                  <a:xfrm>
                    <a:off x="9025467" y="2506133"/>
                    <a:ext cx="1131117" cy="1688079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dirty="0"/>
                      <a:t>二次响应面</a:t>
                    </a:r>
                    <a:endParaRPr lang="en-US" altLang="zh-CN" sz="1400" dirty="0"/>
                  </a:p>
                  <a:p>
                    <a:pPr algn="ctr"/>
                    <a:endParaRPr lang="en-US" altLang="zh-CN" sz="1400" dirty="0"/>
                  </a:p>
                  <a:p>
                    <a:pPr algn="ctr"/>
                    <a:r>
                      <a:rPr lang="zh-CN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三次响应面</a:t>
                    </a:r>
                    <a:endParaRPr lang="en-US" altLang="zh-CN" sz="1400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  <a:p>
                    <a:pPr algn="ctr"/>
                    <a:endParaRPr lang="en-US" altLang="zh-CN" sz="1400" dirty="0"/>
                  </a:p>
                  <a:p>
                    <a:pPr algn="ctr"/>
                    <a:r>
                      <a:rPr lang="zh-CN" altLang="en-US" sz="1400" dirty="0"/>
                      <a:t>高斯过程</a:t>
                    </a:r>
                    <a:r>
                      <a:rPr lang="en-US" altLang="zh-CN" sz="1400" dirty="0"/>
                      <a:t>-1</a:t>
                    </a:r>
                  </a:p>
                  <a:p>
                    <a:pPr algn="ctr"/>
                    <a:endParaRPr lang="en-US" altLang="zh-CN" sz="1400" dirty="0"/>
                  </a:p>
                  <a:p>
                    <a:pPr algn="ctr"/>
                    <a:r>
                      <a:rPr lang="zh-CN" altLang="en-US" sz="1400" dirty="0"/>
                      <a:t>高斯过程</a:t>
                    </a:r>
                    <a:r>
                      <a:rPr lang="en-US" altLang="zh-CN" sz="1400" dirty="0"/>
                      <a:t>-2</a:t>
                    </a:r>
                    <a:endParaRPr lang="zh-CN" altLang="en-US" sz="1400" dirty="0"/>
                  </a:p>
                </p:txBody>
              </p:sp>
              <p:cxnSp>
                <p:nvCxnSpPr>
                  <p:cNvPr id="269" name="直接连接符 268">
                    <a:extLst>
                      <a:ext uri="{FF2B5EF4-FFF2-40B4-BE49-F238E27FC236}">
                        <a16:creationId xmlns:a16="http://schemas.microsoft.com/office/drawing/2014/main" id="{102239F8-12C1-A5C5-932E-3064896A4C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0387" y="2908823"/>
                    <a:ext cx="1131117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直接连接符 269">
                    <a:extLst>
                      <a:ext uri="{FF2B5EF4-FFF2-40B4-BE49-F238E27FC236}">
                        <a16:creationId xmlns:a16="http://schemas.microsoft.com/office/drawing/2014/main" id="{AE93265A-BF75-5A6C-6E14-65C99E9788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5467" y="3313777"/>
                    <a:ext cx="1131117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直接连接符 270">
                    <a:extLst>
                      <a:ext uri="{FF2B5EF4-FFF2-40B4-BE49-F238E27FC236}">
                        <a16:creationId xmlns:a16="http://schemas.microsoft.com/office/drawing/2014/main" id="{4E1C9FE5-D1CF-1D89-E43B-0E592DF706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5466" y="3754066"/>
                    <a:ext cx="1131117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1086960D-A386-2FEF-D2D9-C7D95DFB3573}"/>
                    </a:ext>
                  </a:extLst>
                </p:cNvPr>
                <p:cNvSpPr txBox="1"/>
                <p:nvPr/>
              </p:nvSpPr>
              <p:spPr>
                <a:xfrm>
                  <a:off x="9174386" y="2196461"/>
                  <a:ext cx="93612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候选模型</a:t>
                  </a:r>
                </a:p>
              </p:txBody>
            </p:sp>
          </p:grpSp>
          <p:sp>
            <p:nvSpPr>
              <p:cNvPr id="264" name="箭头: 右 263">
                <a:extLst>
                  <a:ext uri="{FF2B5EF4-FFF2-40B4-BE49-F238E27FC236}">
                    <a16:creationId xmlns:a16="http://schemas.microsoft.com/office/drawing/2014/main" id="{A9D5C087-01CF-EA5A-5C76-B77FE363A47B}"/>
                  </a:ext>
                </a:extLst>
              </p:cNvPr>
              <p:cNvSpPr/>
              <p:nvPr/>
            </p:nvSpPr>
            <p:spPr>
              <a:xfrm>
                <a:off x="8704023" y="3061342"/>
                <a:ext cx="160565" cy="130531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箭头: 右 264">
                <a:extLst>
                  <a:ext uri="{FF2B5EF4-FFF2-40B4-BE49-F238E27FC236}">
                    <a16:creationId xmlns:a16="http://schemas.microsoft.com/office/drawing/2014/main" id="{3279B192-A606-A22A-CD57-80AB841C5910}"/>
                  </a:ext>
                </a:extLst>
              </p:cNvPr>
              <p:cNvSpPr/>
              <p:nvPr/>
            </p:nvSpPr>
            <p:spPr>
              <a:xfrm>
                <a:off x="10047678" y="3061342"/>
                <a:ext cx="160565" cy="130531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1" name="文本框 410">
              <a:extLst>
                <a:ext uri="{FF2B5EF4-FFF2-40B4-BE49-F238E27FC236}">
                  <a16:creationId xmlns:a16="http://schemas.microsoft.com/office/drawing/2014/main" id="{380B1849-8ACD-0B26-2BC8-FBFB56E72AD3}"/>
                </a:ext>
              </a:extLst>
            </p:cNvPr>
            <p:cNvSpPr txBox="1"/>
            <p:nvPr/>
          </p:nvSpPr>
          <p:spPr>
            <a:xfrm>
              <a:off x="8402071" y="2122814"/>
              <a:ext cx="2461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② </a:t>
              </a:r>
              <a:r>
                <a:rPr lang="zh-CN" altLang="en-US" dirty="0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响应面性能预测</a:t>
              </a:r>
            </a:p>
          </p:txBody>
        </p:sp>
        <p:sp>
          <p:nvSpPr>
            <p:cNvPr id="414" name="矩形: 圆角 413">
              <a:extLst>
                <a:ext uri="{FF2B5EF4-FFF2-40B4-BE49-F238E27FC236}">
                  <a16:creationId xmlns:a16="http://schemas.microsoft.com/office/drawing/2014/main" id="{E23E254F-AA59-D562-A2B6-3F7A422F30DF}"/>
                </a:ext>
              </a:extLst>
            </p:cNvPr>
            <p:cNvSpPr/>
            <p:nvPr/>
          </p:nvSpPr>
          <p:spPr>
            <a:xfrm>
              <a:off x="4382430" y="2098885"/>
              <a:ext cx="3571240" cy="25247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18B1E113-40FB-9110-6AD7-667D55B59C1D}"/>
                </a:ext>
              </a:extLst>
            </p:cNvPr>
            <p:cNvGrpSpPr/>
            <p:nvPr/>
          </p:nvGrpSpPr>
          <p:grpSpPr>
            <a:xfrm>
              <a:off x="4625000" y="3213437"/>
              <a:ext cx="2430906" cy="1355991"/>
              <a:chOff x="6903720" y="1261872"/>
              <a:chExt cx="2430906" cy="1355991"/>
            </a:xfrm>
          </p:grpSpPr>
          <p:cxnSp>
            <p:nvCxnSpPr>
              <p:cNvPr id="436" name="直接箭头连接符 435">
                <a:extLst>
                  <a:ext uri="{FF2B5EF4-FFF2-40B4-BE49-F238E27FC236}">
                    <a16:creationId xmlns:a16="http://schemas.microsoft.com/office/drawing/2014/main" id="{3847D4DB-3116-1B59-DE1D-59743ADE8B9A}"/>
                  </a:ext>
                </a:extLst>
              </p:cNvPr>
              <p:cNvCxnSpPr/>
              <p:nvPr/>
            </p:nvCxnSpPr>
            <p:spPr>
              <a:xfrm flipV="1">
                <a:off x="7269480" y="1261872"/>
                <a:ext cx="0" cy="923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7" name="直接箭头连接符 436">
                <a:extLst>
                  <a:ext uri="{FF2B5EF4-FFF2-40B4-BE49-F238E27FC236}">
                    <a16:creationId xmlns:a16="http://schemas.microsoft.com/office/drawing/2014/main" id="{FC57F10A-F911-A043-F9E3-1C5593312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80" y="2185416"/>
                <a:ext cx="13045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8" name="直接箭头连接符 437">
                <a:extLst>
                  <a:ext uri="{FF2B5EF4-FFF2-40B4-BE49-F238E27FC236}">
                    <a16:creationId xmlns:a16="http://schemas.microsoft.com/office/drawing/2014/main" id="{D85A66CA-D733-BA56-5657-4F67C474F7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03720" y="2185416"/>
                <a:ext cx="365760" cy="3108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9" name="任意多边形: 形状 438">
                <a:extLst>
                  <a:ext uri="{FF2B5EF4-FFF2-40B4-BE49-F238E27FC236}">
                    <a16:creationId xmlns:a16="http://schemas.microsoft.com/office/drawing/2014/main" id="{C09D291A-2332-D523-5F62-3FCD184036FE}"/>
                  </a:ext>
                </a:extLst>
              </p:cNvPr>
              <p:cNvSpPr/>
              <p:nvPr/>
            </p:nvSpPr>
            <p:spPr>
              <a:xfrm>
                <a:off x="7415784" y="1435608"/>
                <a:ext cx="1078992" cy="594360"/>
              </a:xfrm>
              <a:custGeom>
                <a:avLst/>
                <a:gdLst>
                  <a:gd name="csX0" fmla="*/ 0 w 1078992"/>
                  <a:gd name="csY0" fmla="*/ 0 h 594360"/>
                  <a:gd name="csX1" fmla="*/ 54864 w 1078992"/>
                  <a:gd name="csY1" fmla="*/ 9144 h 594360"/>
                  <a:gd name="csX2" fmla="*/ 109728 w 1078992"/>
                  <a:gd name="csY2" fmla="*/ 82296 h 594360"/>
                  <a:gd name="csX3" fmla="*/ 118872 w 1078992"/>
                  <a:gd name="csY3" fmla="*/ 137160 h 594360"/>
                  <a:gd name="csX4" fmla="*/ 155448 w 1078992"/>
                  <a:gd name="csY4" fmla="*/ 219456 h 594360"/>
                  <a:gd name="csX5" fmla="*/ 192024 w 1078992"/>
                  <a:gd name="csY5" fmla="*/ 228600 h 594360"/>
                  <a:gd name="csX6" fmla="*/ 338328 w 1078992"/>
                  <a:gd name="csY6" fmla="*/ 246888 h 594360"/>
                  <a:gd name="csX7" fmla="*/ 374904 w 1078992"/>
                  <a:gd name="csY7" fmla="*/ 310896 h 594360"/>
                  <a:gd name="csX8" fmla="*/ 393192 w 1078992"/>
                  <a:gd name="csY8" fmla="*/ 429768 h 594360"/>
                  <a:gd name="csX9" fmla="*/ 512064 w 1078992"/>
                  <a:gd name="csY9" fmla="*/ 457200 h 594360"/>
                  <a:gd name="csX10" fmla="*/ 722376 w 1078992"/>
                  <a:gd name="csY10" fmla="*/ 484632 h 594360"/>
                  <a:gd name="csX11" fmla="*/ 822960 w 1078992"/>
                  <a:gd name="csY11" fmla="*/ 448056 h 594360"/>
                  <a:gd name="csX12" fmla="*/ 877824 w 1078992"/>
                  <a:gd name="csY12" fmla="*/ 475488 h 594360"/>
                  <a:gd name="csX13" fmla="*/ 923544 w 1078992"/>
                  <a:gd name="csY13" fmla="*/ 530352 h 594360"/>
                  <a:gd name="csX14" fmla="*/ 1078992 w 1078992"/>
                  <a:gd name="csY14" fmla="*/ 594360 h 594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78992" h="594360">
                    <a:moveTo>
                      <a:pt x="0" y="0"/>
                    </a:moveTo>
                    <a:cubicBezTo>
                      <a:pt x="18288" y="3048"/>
                      <a:pt x="38588" y="266"/>
                      <a:pt x="54864" y="9144"/>
                    </a:cubicBezTo>
                    <a:cubicBezTo>
                      <a:pt x="87825" y="27123"/>
                      <a:pt x="102523" y="49872"/>
                      <a:pt x="109728" y="82296"/>
                    </a:cubicBezTo>
                    <a:cubicBezTo>
                      <a:pt x="113750" y="100395"/>
                      <a:pt x="114375" y="119173"/>
                      <a:pt x="118872" y="137160"/>
                    </a:cubicBezTo>
                    <a:cubicBezTo>
                      <a:pt x="121397" y="147261"/>
                      <a:pt x="137434" y="207447"/>
                      <a:pt x="155448" y="219456"/>
                    </a:cubicBezTo>
                    <a:cubicBezTo>
                      <a:pt x="165905" y="226427"/>
                      <a:pt x="179596" y="226736"/>
                      <a:pt x="192024" y="228600"/>
                    </a:cubicBezTo>
                    <a:cubicBezTo>
                      <a:pt x="240628" y="235891"/>
                      <a:pt x="289560" y="240792"/>
                      <a:pt x="338328" y="246888"/>
                    </a:cubicBezTo>
                    <a:cubicBezTo>
                      <a:pt x="350520" y="268224"/>
                      <a:pt x="367843" y="287359"/>
                      <a:pt x="374904" y="310896"/>
                    </a:cubicBezTo>
                    <a:cubicBezTo>
                      <a:pt x="386424" y="349295"/>
                      <a:pt x="365773" y="400521"/>
                      <a:pt x="393192" y="429768"/>
                    </a:cubicBezTo>
                    <a:cubicBezTo>
                      <a:pt x="421005" y="459435"/>
                      <a:pt x="472078" y="449795"/>
                      <a:pt x="512064" y="457200"/>
                    </a:cubicBezTo>
                    <a:cubicBezTo>
                      <a:pt x="578638" y="469529"/>
                      <a:pt x="654076" y="477043"/>
                      <a:pt x="722376" y="484632"/>
                    </a:cubicBezTo>
                    <a:cubicBezTo>
                      <a:pt x="734293" y="479865"/>
                      <a:pt x="813245" y="447246"/>
                      <a:pt x="822960" y="448056"/>
                    </a:cubicBezTo>
                    <a:cubicBezTo>
                      <a:pt x="843336" y="449754"/>
                      <a:pt x="859536" y="466344"/>
                      <a:pt x="877824" y="475488"/>
                    </a:cubicBezTo>
                    <a:cubicBezTo>
                      <a:pt x="893064" y="493776"/>
                      <a:pt x="902875" y="518541"/>
                      <a:pt x="923544" y="530352"/>
                    </a:cubicBezTo>
                    <a:cubicBezTo>
                      <a:pt x="1142790" y="655635"/>
                      <a:pt x="1027316" y="542684"/>
                      <a:pt x="1078992" y="59436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椭圆 439">
                <a:extLst>
                  <a:ext uri="{FF2B5EF4-FFF2-40B4-BE49-F238E27FC236}">
                    <a16:creationId xmlns:a16="http://schemas.microsoft.com/office/drawing/2014/main" id="{C4273BBF-C959-71FD-B6D5-803B061A4CB8}"/>
                  </a:ext>
                </a:extLst>
              </p:cNvPr>
              <p:cNvSpPr/>
              <p:nvPr/>
            </p:nvSpPr>
            <p:spPr>
              <a:xfrm>
                <a:off x="7498082" y="1417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1" name="椭圆 440">
                <a:extLst>
                  <a:ext uri="{FF2B5EF4-FFF2-40B4-BE49-F238E27FC236}">
                    <a16:creationId xmlns:a16="http://schemas.microsoft.com/office/drawing/2014/main" id="{913F8439-FEF0-8E03-8DDF-85F66014A123}"/>
                  </a:ext>
                </a:extLst>
              </p:cNvPr>
              <p:cNvSpPr/>
              <p:nvPr/>
            </p:nvSpPr>
            <p:spPr>
              <a:xfrm>
                <a:off x="7543801" y="160286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椭圆 441">
                <a:extLst>
                  <a:ext uri="{FF2B5EF4-FFF2-40B4-BE49-F238E27FC236}">
                    <a16:creationId xmlns:a16="http://schemas.microsoft.com/office/drawing/2014/main" id="{D39B1AA5-8D81-243B-3B7E-B68207DE7062}"/>
                  </a:ext>
                </a:extLst>
              </p:cNvPr>
              <p:cNvSpPr/>
              <p:nvPr/>
            </p:nvSpPr>
            <p:spPr>
              <a:xfrm>
                <a:off x="7746746" y="1655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3" name="椭圆 442">
                <a:extLst>
                  <a:ext uri="{FF2B5EF4-FFF2-40B4-BE49-F238E27FC236}">
                    <a16:creationId xmlns:a16="http://schemas.microsoft.com/office/drawing/2014/main" id="{704030F5-93CB-02CF-8914-596C496ED69B}"/>
                  </a:ext>
                </a:extLst>
              </p:cNvPr>
              <p:cNvSpPr/>
              <p:nvPr/>
            </p:nvSpPr>
            <p:spPr>
              <a:xfrm>
                <a:off x="7792465" y="1837312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E999B1E2-0E92-236E-8770-8684BB557165}"/>
                  </a:ext>
                </a:extLst>
              </p:cNvPr>
              <p:cNvSpPr/>
              <p:nvPr/>
            </p:nvSpPr>
            <p:spPr>
              <a:xfrm>
                <a:off x="8120760" y="188303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5" name="椭圆 444">
                <a:extLst>
                  <a:ext uri="{FF2B5EF4-FFF2-40B4-BE49-F238E27FC236}">
                    <a16:creationId xmlns:a16="http://schemas.microsoft.com/office/drawing/2014/main" id="{C2C828B4-5E76-40EB-50F7-5E364E6D5ACD}"/>
                  </a:ext>
                </a:extLst>
              </p:cNvPr>
              <p:cNvSpPr/>
              <p:nvPr/>
            </p:nvSpPr>
            <p:spPr>
              <a:xfrm>
                <a:off x="8238871" y="186017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6" name="椭圆 445">
                <a:extLst>
                  <a:ext uri="{FF2B5EF4-FFF2-40B4-BE49-F238E27FC236}">
                    <a16:creationId xmlns:a16="http://schemas.microsoft.com/office/drawing/2014/main" id="{27111F11-1269-CF6C-9904-684EA53E1907}"/>
                  </a:ext>
                </a:extLst>
              </p:cNvPr>
              <p:cNvSpPr/>
              <p:nvPr/>
            </p:nvSpPr>
            <p:spPr>
              <a:xfrm>
                <a:off x="7955280" y="186017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C929D9C0-BC88-CC87-EBD5-0BD5EC6BA46D}"/>
                  </a:ext>
                </a:extLst>
              </p:cNvPr>
              <p:cNvSpPr/>
              <p:nvPr/>
            </p:nvSpPr>
            <p:spPr>
              <a:xfrm>
                <a:off x="8330946" y="193027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8" name="椭圆 447">
                <a:extLst>
                  <a:ext uri="{FF2B5EF4-FFF2-40B4-BE49-F238E27FC236}">
                    <a16:creationId xmlns:a16="http://schemas.microsoft.com/office/drawing/2014/main" id="{6773EED0-608F-4345-2CEF-C2B54EC250E1}"/>
                  </a:ext>
                </a:extLst>
              </p:cNvPr>
              <p:cNvSpPr/>
              <p:nvPr/>
            </p:nvSpPr>
            <p:spPr>
              <a:xfrm>
                <a:off x="8471916" y="1979424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9" name="文本框 448">
                    <a:extLst>
                      <a:ext uri="{FF2B5EF4-FFF2-40B4-BE49-F238E27FC236}">
                        <a16:creationId xmlns:a16="http://schemas.microsoft.com/office/drawing/2014/main" id="{37FDE247-A25E-FAC0-4F2E-3721D34B4E0C}"/>
                      </a:ext>
                    </a:extLst>
                  </p:cNvPr>
                  <p:cNvSpPr txBox="1"/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49" name="文本框 448">
                    <a:extLst>
                      <a:ext uri="{FF2B5EF4-FFF2-40B4-BE49-F238E27FC236}">
                        <a16:creationId xmlns:a16="http://schemas.microsoft.com/office/drawing/2014/main" id="{37FDE247-A25E-FAC0-4F2E-3721D34B4E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00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0" name="文本框 449">
                    <a:extLst>
                      <a:ext uri="{FF2B5EF4-FFF2-40B4-BE49-F238E27FC236}">
                        <a16:creationId xmlns:a16="http://schemas.microsoft.com/office/drawing/2014/main" id="{BDC81DC0-D041-352F-D2DD-A23AE1A26072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50" name="文本框 449">
                    <a:extLst>
                      <a:ext uri="{FF2B5EF4-FFF2-40B4-BE49-F238E27FC236}">
                        <a16:creationId xmlns:a16="http://schemas.microsoft.com/office/drawing/2014/main" id="{BDC81DC0-D041-352F-D2DD-A23AE1A260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509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1" name="文本框 450">
                    <a:extLst>
                      <a:ext uri="{FF2B5EF4-FFF2-40B4-BE49-F238E27FC236}">
                        <a16:creationId xmlns:a16="http://schemas.microsoft.com/office/drawing/2014/main" id="{65D10553-1E31-F24B-0A93-5F265F31ED46}"/>
                      </a:ext>
                    </a:extLst>
                  </p:cNvPr>
                  <p:cNvSpPr txBox="1"/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51" name="文本框 450">
                    <a:extLst>
                      <a:ext uri="{FF2B5EF4-FFF2-40B4-BE49-F238E27FC236}">
                        <a16:creationId xmlns:a16="http://schemas.microsoft.com/office/drawing/2014/main" id="{65D10553-1E31-F24B-0A93-5F265F31ED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6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2" name="文本框 451">
                <a:extLst>
                  <a:ext uri="{FF2B5EF4-FFF2-40B4-BE49-F238E27FC236}">
                    <a16:creationId xmlns:a16="http://schemas.microsoft.com/office/drawing/2014/main" id="{D84B4265-564E-F9D0-B8CC-5107EA924B72}"/>
                  </a:ext>
                </a:extLst>
              </p:cNvPr>
              <p:cNvSpPr txBox="1"/>
              <p:nvPr/>
            </p:nvSpPr>
            <p:spPr>
              <a:xfrm>
                <a:off x="7709027" y="1348031"/>
                <a:ext cx="16255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Pareto</a:t>
                </a:r>
                <a:r>
                  <a:rPr lang="zh-CN" altLang="en-US" sz="1400" dirty="0">
                    <a:latin typeface="Cambria Math" panose="02040503050406030204" pitchFamily="18" charset="0"/>
                  </a:rPr>
                  <a:t>前沿</a:t>
                </a:r>
              </a:p>
            </p:txBody>
          </p:sp>
        </p:grpSp>
        <p:sp>
          <p:nvSpPr>
            <p:cNvPr id="416" name="矩形: 圆角 415">
              <a:extLst>
                <a:ext uri="{FF2B5EF4-FFF2-40B4-BE49-F238E27FC236}">
                  <a16:creationId xmlns:a16="http://schemas.microsoft.com/office/drawing/2014/main" id="{1167356E-5238-3D14-4723-561B90CED853}"/>
                </a:ext>
              </a:extLst>
            </p:cNvPr>
            <p:cNvSpPr/>
            <p:nvPr/>
          </p:nvSpPr>
          <p:spPr>
            <a:xfrm>
              <a:off x="6577085" y="2916933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多目标优化搜索</a:t>
              </a:r>
            </a:p>
          </p:txBody>
        </p: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04A89CA3-9131-875A-3649-482E5F8B2A5C}"/>
                </a:ext>
              </a:extLst>
            </p:cNvPr>
            <p:cNvGrpSpPr/>
            <p:nvPr/>
          </p:nvGrpSpPr>
          <p:grpSpPr>
            <a:xfrm>
              <a:off x="6612581" y="2444212"/>
              <a:ext cx="1233550" cy="477473"/>
              <a:chOff x="4985353" y="2416619"/>
              <a:chExt cx="1233550" cy="477473"/>
            </a:xfrm>
          </p:grpSpPr>
          <p:grpSp>
            <p:nvGrpSpPr>
              <p:cNvPr id="423" name="组合 422">
                <a:extLst>
                  <a:ext uri="{FF2B5EF4-FFF2-40B4-BE49-F238E27FC236}">
                    <a16:creationId xmlns:a16="http://schemas.microsoft.com/office/drawing/2014/main" id="{208694C1-9D73-8843-2504-7127B838CA62}"/>
                  </a:ext>
                </a:extLst>
              </p:cNvPr>
              <p:cNvGrpSpPr/>
              <p:nvPr/>
            </p:nvGrpSpPr>
            <p:grpSpPr>
              <a:xfrm>
                <a:off x="4985353" y="2416619"/>
                <a:ext cx="1233550" cy="298450"/>
                <a:chOff x="6097905" y="876698"/>
                <a:chExt cx="1233550" cy="298450"/>
              </a:xfrm>
            </p:grpSpPr>
            <p:grpSp>
              <p:nvGrpSpPr>
                <p:cNvPr id="427" name="组合 426">
                  <a:extLst>
                    <a:ext uri="{FF2B5EF4-FFF2-40B4-BE49-F238E27FC236}">
                      <a16:creationId xmlns:a16="http://schemas.microsoft.com/office/drawing/2014/main" id="{AB3D6B37-D610-54DA-E82A-FB7BEE1253FB}"/>
                    </a:ext>
                  </a:extLst>
                </p:cNvPr>
                <p:cNvGrpSpPr/>
                <p:nvPr/>
              </p:nvGrpSpPr>
              <p:grpSpPr>
                <a:xfrm>
                  <a:off x="609790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434" name="椭圆 433">
                    <a:extLst>
                      <a:ext uri="{FF2B5EF4-FFF2-40B4-BE49-F238E27FC236}">
                        <a16:creationId xmlns:a16="http://schemas.microsoft.com/office/drawing/2014/main" id="{8D762F38-7ACE-3E36-18C3-F42A9F279518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5" name="文本框 434">
                        <a:extLst>
                          <a:ext uri="{FF2B5EF4-FFF2-40B4-BE49-F238E27FC236}">
                            <a16:creationId xmlns:a16="http://schemas.microsoft.com/office/drawing/2014/main" id="{2E82D0C0-8398-3C56-7DD9-DC04135F82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208967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35" name="文本框 434">
                        <a:extLst>
                          <a:ext uri="{FF2B5EF4-FFF2-40B4-BE49-F238E27FC236}">
                            <a16:creationId xmlns:a16="http://schemas.microsoft.com/office/drawing/2014/main" id="{2E82D0C0-8398-3C56-7DD9-DC04135F826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208967" cy="276999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38235" t="-2222" r="-35294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28" name="组合 427">
                  <a:extLst>
                    <a:ext uri="{FF2B5EF4-FFF2-40B4-BE49-F238E27FC236}">
                      <a16:creationId xmlns:a16="http://schemas.microsoft.com/office/drawing/2014/main" id="{C237BBFF-9D76-0D06-9EDC-8751069513F1}"/>
                    </a:ext>
                  </a:extLst>
                </p:cNvPr>
                <p:cNvGrpSpPr/>
                <p:nvPr/>
              </p:nvGrpSpPr>
              <p:grpSpPr>
                <a:xfrm>
                  <a:off x="656545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432" name="椭圆 431">
                    <a:extLst>
                      <a:ext uri="{FF2B5EF4-FFF2-40B4-BE49-F238E27FC236}">
                        <a16:creationId xmlns:a16="http://schemas.microsoft.com/office/drawing/2014/main" id="{30563BBE-AB35-F673-7F1F-E0285C788DD7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3" name="文本框 432">
                        <a:extLst>
                          <a:ext uri="{FF2B5EF4-FFF2-40B4-BE49-F238E27FC236}">
                            <a16:creationId xmlns:a16="http://schemas.microsoft.com/office/drawing/2014/main" id="{3BFE2DB7-82C0-6435-E138-3B19822F4A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19107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33" name="文本框 432">
                        <a:extLst>
                          <a:ext uri="{FF2B5EF4-FFF2-40B4-BE49-F238E27FC236}">
                            <a16:creationId xmlns:a16="http://schemas.microsoft.com/office/drawing/2014/main" id="{3BFE2DB7-82C0-6435-E138-3B19822F4AF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191078" cy="27699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28125" r="-21875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29" name="组合 428">
                  <a:extLst>
                    <a:ext uri="{FF2B5EF4-FFF2-40B4-BE49-F238E27FC236}">
                      <a16:creationId xmlns:a16="http://schemas.microsoft.com/office/drawing/2014/main" id="{90E09FAB-A228-13CB-F8EC-FA0571B52346}"/>
                    </a:ext>
                  </a:extLst>
                </p:cNvPr>
                <p:cNvGrpSpPr/>
                <p:nvPr/>
              </p:nvGrpSpPr>
              <p:grpSpPr>
                <a:xfrm>
                  <a:off x="703300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430" name="椭圆 429">
                    <a:extLst>
                      <a:ext uri="{FF2B5EF4-FFF2-40B4-BE49-F238E27FC236}">
                        <a16:creationId xmlns:a16="http://schemas.microsoft.com/office/drawing/2014/main" id="{550962FF-3CF4-04E0-ED6E-40A77E08D5DD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1" name="文本框 430">
                        <a:extLst>
                          <a:ext uri="{FF2B5EF4-FFF2-40B4-BE49-F238E27FC236}">
                            <a16:creationId xmlns:a16="http://schemas.microsoft.com/office/drawing/2014/main" id="{D1CE5FC9-5132-3918-A91C-339E75A00AA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236475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31" name="文本框 430">
                        <a:extLst>
                          <a:ext uri="{FF2B5EF4-FFF2-40B4-BE49-F238E27FC236}">
                            <a16:creationId xmlns:a16="http://schemas.microsoft.com/office/drawing/2014/main" id="{D1CE5FC9-5132-3918-A91C-339E75A00AA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23077" r="-17949"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994AFAF4-FFD7-8E25-5420-6F5C5556813F}"/>
                  </a:ext>
                </a:extLst>
              </p:cNvPr>
              <p:cNvCxnSpPr>
                <a:cxnSpLocks/>
                <a:stCxn id="434" idx="4"/>
              </p:cNvCxnSpPr>
              <p:nvPr/>
            </p:nvCxnSpPr>
            <p:spPr>
              <a:xfrm>
                <a:off x="5134578" y="2715069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5" name="直接箭头连接符 424">
                <a:extLst>
                  <a:ext uri="{FF2B5EF4-FFF2-40B4-BE49-F238E27FC236}">
                    <a16:creationId xmlns:a16="http://schemas.microsoft.com/office/drawing/2014/main" id="{48A99E42-AAFF-785B-953D-B0DD92C65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2128" y="2715069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6" name="直接箭头连接符 425">
                <a:extLst>
                  <a:ext uri="{FF2B5EF4-FFF2-40B4-BE49-F238E27FC236}">
                    <a16:creationId xmlns:a16="http://schemas.microsoft.com/office/drawing/2014/main" id="{F34969E9-E079-98D1-5CB9-F9DE00B88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758" y="2705570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18" name="文本框 417">
              <a:extLst>
                <a:ext uri="{FF2B5EF4-FFF2-40B4-BE49-F238E27FC236}">
                  <a16:creationId xmlns:a16="http://schemas.microsoft.com/office/drawing/2014/main" id="{6B8C5875-2724-A8BD-8845-B30449D833C8}"/>
                </a:ext>
              </a:extLst>
            </p:cNvPr>
            <p:cNvSpPr txBox="1"/>
            <p:nvPr/>
          </p:nvSpPr>
          <p:spPr>
            <a:xfrm>
              <a:off x="7055906" y="3194568"/>
              <a:ext cx="27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419" name="矩形: 圆角 418">
              <a:extLst>
                <a:ext uri="{FF2B5EF4-FFF2-40B4-BE49-F238E27FC236}">
                  <a16:creationId xmlns:a16="http://schemas.microsoft.com/office/drawing/2014/main" id="{7772353F-3C82-E468-A6D1-8BB5D1EC94E4}"/>
                </a:ext>
              </a:extLst>
            </p:cNvPr>
            <p:cNvSpPr/>
            <p:nvPr/>
          </p:nvSpPr>
          <p:spPr>
            <a:xfrm>
              <a:off x="6568861" y="3546327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Chebyshev </a:t>
              </a:r>
              <a:r>
                <a:rPr lang="zh-CN" altLang="en-US" sz="1200" dirty="0"/>
                <a:t>准则</a:t>
              </a:r>
            </a:p>
          </p:txBody>
        </p:sp>
        <p:sp>
          <p:nvSpPr>
            <p:cNvPr id="420" name="箭头: 右 419">
              <a:extLst>
                <a:ext uri="{FF2B5EF4-FFF2-40B4-BE49-F238E27FC236}">
                  <a16:creationId xmlns:a16="http://schemas.microsoft.com/office/drawing/2014/main" id="{98E0FD57-FE76-4AFB-54B6-485B91B3FD4C}"/>
                </a:ext>
              </a:extLst>
            </p:cNvPr>
            <p:cNvSpPr/>
            <p:nvPr/>
          </p:nvSpPr>
          <p:spPr>
            <a:xfrm rot="5400000">
              <a:off x="7054617" y="3989407"/>
              <a:ext cx="308031" cy="257003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文本框 420">
              <a:extLst>
                <a:ext uri="{FF2B5EF4-FFF2-40B4-BE49-F238E27FC236}">
                  <a16:creationId xmlns:a16="http://schemas.microsoft.com/office/drawing/2014/main" id="{25FE0CC5-5A24-BFCF-CE0B-64436EEF8609}"/>
                </a:ext>
              </a:extLst>
            </p:cNvPr>
            <p:cNvSpPr txBox="1"/>
            <p:nvPr/>
          </p:nvSpPr>
          <p:spPr>
            <a:xfrm>
              <a:off x="6761806" y="4246742"/>
              <a:ext cx="1153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综合方案</a:t>
              </a:r>
            </a:p>
          </p:txBody>
        </p:sp>
        <p:sp>
          <p:nvSpPr>
            <p:cNvPr id="422" name="文本框 421">
              <a:extLst>
                <a:ext uri="{FF2B5EF4-FFF2-40B4-BE49-F238E27FC236}">
                  <a16:creationId xmlns:a16="http://schemas.microsoft.com/office/drawing/2014/main" id="{F832159C-EE7D-59A6-E63E-396A742BA910}"/>
                </a:ext>
              </a:extLst>
            </p:cNvPr>
            <p:cNvSpPr txBox="1"/>
            <p:nvPr/>
          </p:nvSpPr>
          <p:spPr>
            <a:xfrm>
              <a:off x="4639500" y="2203286"/>
              <a:ext cx="25388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③ Pareto</a:t>
              </a: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多目标优化</a:t>
              </a:r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BF7A7DB9-CB29-662D-3DDF-F24D64140CEF}"/>
                </a:ext>
              </a:extLst>
            </p:cNvPr>
            <p:cNvSpPr/>
            <p:nvPr/>
          </p:nvSpPr>
          <p:spPr>
            <a:xfrm>
              <a:off x="1344341" y="4762446"/>
              <a:ext cx="5316341" cy="174475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A607874F-6E62-B13A-727C-5FF378B9F2A3}"/>
                </a:ext>
              </a:extLst>
            </p:cNvPr>
            <p:cNvGrpSpPr/>
            <p:nvPr/>
          </p:nvGrpSpPr>
          <p:grpSpPr>
            <a:xfrm>
              <a:off x="3754428" y="4917069"/>
              <a:ext cx="1817018" cy="1425710"/>
              <a:chOff x="1786467" y="4516967"/>
              <a:chExt cx="2163820" cy="1820965"/>
            </a:xfrm>
          </p:grpSpPr>
          <p:grpSp>
            <p:nvGrpSpPr>
              <p:cNvPr id="286" name="组合 285">
                <a:extLst>
                  <a:ext uri="{FF2B5EF4-FFF2-40B4-BE49-F238E27FC236}">
                    <a16:creationId xmlns:a16="http://schemas.microsoft.com/office/drawing/2014/main" id="{DC26669D-B067-3AC4-4068-2330C17500CA}"/>
                  </a:ext>
                </a:extLst>
              </p:cNvPr>
              <p:cNvGrpSpPr/>
              <p:nvPr/>
            </p:nvGrpSpPr>
            <p:grpSpPr>
              <a:xfrm>
                <a:off x="2143084" y="4901170"/>
                <a:ext cx="1447800" cy="1248103"/>
                <a:chOff x="2143084" y="4901170"/>
                <a:chExt cx="1447800" cy="1248103"/>
              </a:xfrm>
            </p:grpSpPr>
            <p:grpSp>
              <p:nvGrpSpPr>
                <p:cNvPr id="290" name="组合 289">
                  <a:extLst>
                    <a:ext uri="{FF2B5EF4-FFF2-40B4-BE49-F238E27FC236}">
                      <a16:creationId xmlns:a16="http://schemas.microsoft.com/office/drawing/2014/main" id="{FC589F88-0AAB-BB98-A7CC-66C0CE3B3AB0}"/>
                    </a:ext>
                  </a:extLst>
                </p:cNvPr>
                <p:cNvGrpSpPr/>
                <p:nvPr/>
              </p:nvGrpSpPr>
              <p:grpSpPr>
                <a:xfrm>
                  <a:off x="2143084" y="4901170"/>
                  <a:ext cx="1447800" cy="1248103"/>
                  <a:chOff x="2143084" y="4901170"/>
                  <a:chExt cx="1447800" cy="1248103"/>
                </a:xfrm>
              </p:grpSpPr>
              <p:sp>
                <p:nvSpPr>
                  <p:cNvPr id="399" name="等腰三角形 398">
                    <a:extLst>
                      <a:ext uri="{FF2B5EF4-FFF2-40B4-BE49-F238E27FC236}">
                        <a16:creationId xmlns:a16="http://schemas.microsoft.com/office/drawing/2014/main" id="{CD3E2A5D-0A86-7C7E-5996-1F22834C6B0B}"/>
                      </a:ext>
                    </a:extLst>
                  </p:cNvPr>
                  <p:cNvSpPr/>
                  <p:nvPr/>
                </p:nvSpPr>
                <p:spPr>
                  <a:xfrm>
                    <a:off x="2143084" y="4901170"/>
                    <a:ext cx="1447800" cy="1248103"/>
                  </a:xfrm>
                  <a:prstGeom prst="triangl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0" name="直接连接符 399">
                    <a:extLst>
                      <a:ext uri="{FF2B5EF4-FFF2-40B4-BE49-F238E27FC236}">
                        <a16:creationId xmlns:a16="http://schemas.microsoft.com/office/drawing/2014/main" id="{EF45C5E8-32D8-4BDB-BDF9-C36D76EB96D5}"/>
                      </a:ext>
                    </a:extLst>
                  </p:cNvPr>
                  <p:cNvCxnSpPr/>
                  <p:nvPr/>
                </p:nvCxnSpPr>
                <p:spPr>
                  <a:xfrm>
                    <a:off x="2679700" y="5223933"/>
                    <a:ext cx="188138" cy="36406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直接连接符 400">
                    <a:extLst>
                      <a:ext uri="{FF2B5EF4-FFF2-40B4-BE49-F238E27FC236}">
                        <a16:creationId xmlns:a16="http://schemas.microsoft.com/office/drawing/2014/main" id="{29645DEA-1822-1F52-B922-092CE7809DAF}"/>
                      </a:ext>
                    </a:extLst>
                  </p:cNvPr>
                  <p:cNvCxnSpPr>
                    <a:cxnSpLocks/>
                    <a:endCxn id="399" idx="5"/>
                  </p:cNvCxnSpPr>
                  <p:nvPr/>
                </p:nvCxnSpPr>
                <p:spPr>
                  <a:xfrm flipV="1">
                    <a:off x="2866984" y="5525222"/>
                    <a:ext cx="361950" cy="4676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直接连接符 401">
                    <a:extLst>
                      <a:ext uri="{FF2B5EF4-FFF2-40B4-BE49-F238E27FC236}">
                        <a16:creationId xmlns:a16="http://schemas.microsoft.com/office/drawing/2014/main" id="{018A9A8B-61D1-134C-2BEB-FDC9772347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47573" y="5571985"/>
                    <a:ext cx="619411" cy="56878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直接连接符 402">
                    <a:extLst>
                      <a:ext uri="{FF2B5EF4-FFF2-40B4-BE49-F238E27FC236}">
                        <a16:creationId xmlns:a16="http://schemas.microsoft.com/office/drawing/2014/main" id="{BBCE4B5F-D7FF-B634-715C-70616E3158B9}"/>
                      </a:ext>
                    </a:extLst>
                  </p:cNvPr>
                  <p:cNvCxnSpPr>
                    <a:cxnSpLocks/>
                    <a:endCxn id="399" idx="3"/>
                  </p:cNvCxnSpPr>
                  <p:nvPr/>
                </p:nvCxnSpPr>
                <p:spPr>
                  <a:xfrm>
                    <a:off x="2678846" y="5738003"/>
                    <a:ext cx="188138" cy="41127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直接连接符 403">
                    <a:extLst>
                      <a:ext uri="{FF2B5EF4-FFF2-40B4-BE49-F238E27FC236}">
                        <a16:creationId xmlns:a16="http://schemas.microsoft.com/office/drawing/2014/main" id="{14F9885B-FF93-1A34-19FD-671FD80AAE47}"/>
                      </a:ext>
                    </a:extLst>
                  </p:cNvPr>
                  <p:cNvCxnSpPr>
                    <a:cxnSpLocks/>
                    <a:stCxn id="399" idx="5"/>
                    <a:endCxn id="399" idx="3"/>
                  </p:cNvCxnSpPr>
                  <p:nvPr/>
                </p:nvCxnSpPr>
                <p:spPr>
                  <a:xfrm flipH="1">
                    <a:off x="2866984" y="5525222"/>
                    <a:ext cx="361950" cy="62405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291" name="墨迹 290">
                      <a:extLst>
                        <a:ext uri="{FF2B5EF4-FFF2-40B4-BE49-F238E27FC236}">
                          <a16:creationId xmlns:a16="http://schemas.microsoft.com/office/drawing/2014/main" id="{B5814DAF-C760-3110-1F10-F043BDEC68C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04593" y="5177150"/>
                    <a:ext cx="116640" cy="79200"/>
                  </p14:xfrm>
                </p:contentPart>
              </mc:Choice>
              <mc:Fallback xmlns="">
                <p:pic>
                  <p:nvPicPr>
                    <p:cNvPr id="291" name="墨迹 290">
                      <a:extLst>
                        <a:ext uri="{FF2B5EF4-FFF2-40B4-BE49-F238E27FC236}">
                          <a16:creationId xmlns:a16="http://schemas.microsoft.com/office/drawing/2014/main" id="{B5814DAF-C760-3110-1F10-F043BDEC68C3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2761711" y="5085517"/>
                      <a:ext cx="201976" cy="2629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">
                  <p14:nvContentPartPr>
                    <p14:cNvPr id="292" name="墨迹 291">
                      <a:extLst>
                        <a:ext uri="{FF2B5EF4-FFF2-40B4-BE49-F238E27FC236}">
                          <a16:creationId xmlns:a16="http://schemas.microsoft.com/office/drawing/2014/main" id="{8F9A0DA8-5A12-5D7D-879B-8DB4322A6EB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29513" y="5230070"/>
                    <a:ext cx="92880" cy="138960"/>
                  </p14:xfrm>
                </p:contentPart>
              </mc:Choice>
              <mc:Fallback xmlns="">
                <p:pic>
                  <p:nvPicPr>
                    <p:cNvPr id="292" name="墨迹 291">
                      <a:extLst>
                        <a:ext uri="{FF2B5EF4-FFF2-40B4-BE49-F238E27FC236}">
                          <a16:creationId xmlns:a16="http://schemas.microsoft.com/office/drawing/2014/main" id="{8F9A0DA8-5A12-5D7D-879B-8DB4322A6EBC}"/>
                        </a:ext>
                      </a:extLst>
                    </p:cNvPr>
                    <p:cNvPicPr/>
                    <p:nvPr/>
                  </p:nvPicPr>
                  <p:blipFill>
                    <a:blip r:embed="rId22"/>
                    <a:stretch>
                      <a:fillRect/>
                    </a:stretch>
                  </p:blipFill>
                  <p:spPr>
                    <a:xfrm>
                      <a:off x="2886711" y="5138806"/>
                      <a:ext cx="178056" cy="32194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">
                  <p14:nvContentPartPr>
                    <p14:cNvPr id="293" name="墨迹 292">
                      <a:extLst>
                        <a:ext uri="{FF2B5EF4-FFF2-40B4-BE49-F238E27FC236}">
                          <a16:creationId xmlns:a16="http://schemas.microsoft.com/office/drawing/2014/main" id="{1E8820B8-E095-4269-86F6-093FF818F76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87673" y="5181470"/>
                    <a:ext cx="59400" cy="79560"/>
                  </p14:xfrm>
                </p:contentPart>
              </mc:Choice>
              <mc:Fallback xmlns="">
                <p:pic>
                  <p:nvPicPr>
                    <p:cNvPr id="293" name="墨迹 292">
                      <a:extLst>
                        <a:ext uri="{FF2B5EF4-FFF2-40B4-BE49-F238E27FC236}">
                          <a16:creationId xmlns:a16="http://schemas.microsoft.com/office/drawing/2014/main" id="{1E8820B8-E095-4269-86F6-093FF818F765}"/>
                        </a:ext>
                      </a:extLst>
                    </p:cNvPr>
                    <p:cNvPicPr/>
                    <p:nvPr/>
                  </p:nvPicPr>
                  <p:blipFill>
                    <a:blip r:embed="rId24"/>
                    <a:stretch>
                      <a:fillRect/>
                    </a:stretch>
                  </p:blipFill>
                  <p:spPr>
                    <a:xfrm>
                      <a:off x="2744939" y="5089493"/>
                      <a:ext cx="144440" cy="2630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">
                  <p14:nvContentPartPr>
                    <p14:cNvPr id="294" name="墨迹 293">
                      <a:extLst>
                        <a:ext uri="{FF2B5EF4-FFF2-40B4-BE49-F238E27FC236}">
                          <a16:creationId xmlns:a16="http://schemas.microsoft.com/office/drawing/2014/main" id="{8040F637-3F84-C670-69E9-36695CD4664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97753" y="5072750"/>
                    <a:ext cx="61920" cy="113040"/>
                  </p14:xfrm>
                </p:contentPart>
              </mc:Choice>
              <mc:Fallback xmlns="">
                <p:pic>
                  <p:nvPicPr>
                    <p:cNvPr id="294" name="墨迹 293">
                      <a:extLst>
                        <a:ext uri="{FF2B5EF4-FFF2-40B4-BE49-F238E27FC236}">
                          <a16:creationId xmlns:a16="http://schemas.microsoft.com/office/drawing/2014/main" id="{8040F637-3F84-C670-69E9-36695CD46647}"/>
                        </a:ext>
                      </a:extLst>
                    </p:cNvPr>
                    <p:cNvPicPr/>
                    <p:nvPr/>
                  </p:nvPicPr>
                  <p:blipFill>
                    <a:blip r:embed="rId26"/>
                    <a:stretch>
                      <a:fillRect/>
                    </a:stretch>
                  </p:blipFill>
                  <p:spPr>
                    <a:xfrm>
                      <a:off x="2755050" y="4980848"/>
                      <a:ext cx="146900" cy="29638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">
                  <p14:nvContentPartPr>
                    <p14:cNvPr id="295" name="墨迹 294">
                      <a:extLst>
                        <a:ext uri="{FF2B5EF4-FFF2-40B4-BE49-F238E27FC236}">
                          <a16:creationId xmlns:a16="http://schemas.microsoft.com/office/drawing/2014/main" id="{4A8AAEC1-6866-3AD8-0187-CEA25C6ED7E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35913" y="4975910"/>
                    <a:ext cx="32400" cy="57240"/>
                  </p14:xfrm>
                </p:contentPart>
              </mc:Choice>
              <mc:Fallback xmlns="">
                <p:pic>
                  <p:nvPicPr>
                    <p:cNvPr id="295" name="墨迹 294">
                      <a:extLst>
                        <a:ext uri="{FF2B5EF4-FFF2-40B4-BE49-F238E27FC236}">
                          <a16:creationId xmlns:a16="http://schemas.microsoft.com/office/drawing/2014/main" id="{4A8AAEC1-6866-3AD8-0187-CEA25C6ED7EF}"/>
                        </a:ext>
                      </a:extLst>
                    </p:cNvPr>
                    <p:cNvPicPr/>
                    <p:nvPr/>
                  </p:nvPicPr>
                  <p:blipFill>
                    <a:blip r:embed="rId28"/>
                    <a:stretch>
                      <a:fillRect/>
                    </a:stretch>
                  </p:blipFill>
                  <p:spPr>
                    <a:xfrm>
                      <a:off x="2814597" y="4930576"/>
                      <a:ext cx="74605" cy="14836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9">
                  <p14:nvContentPartPr>
                    <p14:cNvPr id="296" name="墨迹 295">
                      <a:extLst>
                        <a:ext uri="{FF2B5EF4-FFF2-40B4-BE49-F238E27FC236}">
                          <a16:creationId xmlns:a16="http://schemas.microsoft.com/office/drawing/2014/main" id="{D9ADAA6F-5881-E2B6-904C-AB589D93DD2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70113" y="4991030"/>
                    <a:ext cx="165600" cy="284400"/>
                  </p14:xfrm>
                </p:contentPart>
              </mc:Choice>
              <mc:Fallback xmlns="">
                <p:pic>
                  <p:nvPicPr>
                    <p:cNvPr id="296" name="墨迹 295">
                      <a:extLst>
                        <a:ext uri="{FF2B5EF4-FFF2-40B4-BE49-F238E27FC236}">
                          <a16:creationId xmlns:a16="http://schemas.microsoft.com/office/drawing/2014/main" id="{D9ADAA6F-5881-E2B6-904C-AB589D93DD28}"/>
                        </a:ext>
                      </a:extLst>
                    </p:cNvPr>
                    <p:cNvPicPr/>
                    <p:nvPr/>
                  </p:nvPicPr>
                  <p:blipFill>
                    <a:blip r:embed="rId30"/>
                    <a:stretch>
                      <a:fillRect/>
                    </a:stretch>
                  </p:blipFill>
                  <p:spPr>
                    <a:xfrm>
                      <a:off x="2848662" y="4945085"/>
                      <a:ext cx="208073" cy="3758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1">
                  <p14:nvContentPartPr>
                    <p14:cNvPr id="297" name="墨迹 296">
                      <a:extLst>
                        <a:ext uri="{FF2B5EF4-FFF2-40B4-BE49-F238E27FC236}">
                          <a16:creationId xmlns:a16="http://schemas.microsoft.com/office/drawing/2014/main" id="{923DD1F6-D2C9-CDF5-C9A1-AC91383D7F1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35833" y="5162390"/>
                    <a:ext cx="24480" cy="56160"/>
                  </p14:xfrm>
                </p:contentPart>
              </mc:Choice>
              <mc:Fallback xmlns="">
                <p:pic>
                  <p:nvPicPr>
                    <p:cNvPr id="297" name="墨迹 296">
                      <a:extLst>
                        <a:ext uri="{FF2B5EF4-FFF2-40B4-BE49-F238E27FC236}">
                          <a16:creationId xmlns:a16="http://schemas.microsoft.com/office/drawing/2014/main" id="{923DD1F6-D2C9-CDF5-C9A1-AC91383D7F11}"/>
                        </a:ext>
                      </a:extLst>
                    </p:cNvPr>
                    <p:cNvPicPr/>
                    <p:nvPr/>
                  </p:nvPicPr>
                  <p:blipFill>
                    <a:blip r:embed="rId32"/>
                    <a:stretch>
                      <a:fillRect/>
                    </a:stretch>
                  </p:blipFill>
                  <p:spPr>
                    <a:xfrm>
                      <a:off x="2714359" y="5116357"/>
                      <a:ext cx="66998" cy="14776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3">
                  <p14:nvContentPartPr>
                    <p14:cNvPr id="298" name="墨迹 297">
                      <a:extLst>
                        <a:ext uri="{FF2B5EF4-FFF2-40B4-BE49-F238E27FC236}">
                          <a16:creationId xmlns:a16="http://schemas.microsoft.com/office/drawing/2014/main" id="{4B96A9E0-EE49-C38B-5FE2-432637AD34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9273" y="5221790"/>
                    <a:ext cx="20880" cy="360"/>
                  </p14:xfrm>
                </p:contentPart>
              </mc:Choice>
              <mc:Fallback xmlns="">
                <p:pic>
                  <p:nvPicPr>
                    <p:cNvPr id="298" name="墨迹 297">
                      <a:extLst>
                        <a:ext uri="{FF2B5EF4-FFF2-40B4-BE49-F238E27FC236}">
                          <a16:creationId xmlns:a16="http://schemas.microsoft.com/office/drawing/2014/main" id="{4B96A9E0-EE49-C38B-5FE2-432637AD3476}"/>
                        </a:ext>
                      </a:extLst>
                    </p:cNvPr>
                    <p:cNvPicPr/>
                    <p:nvPr/>
                  </p:nvPicPr>
                  <p:blipFill>
                    <a:blip r:embed="rId34"/>
                    <a:stretch>
                      <a:fillRect/>
                    </a:stretch>
                  </p:blipFill>
                  <p:spPr>
                    <a:xfrm>
                      <a:off x="2697967" y="5185790"/>
                      <a:ext cx="63066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5">
                  <p14:nvContentPartPr>
                    <p14:cNvPr id="299" name="墨迹 298">
                      <a:extLst>
                        <a:ext uri="{FF2B5EF4-FFF2-40B4-BE49-F238E27FC236}">
                          <a16:creationId xmlns:a16="http://schemas.microsoft.com/office/drawing/2014/main" id="{50897E93-F618-7428-024F-B30B55CDB3B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06573" y="5123228"/>
                    <a:ext cx="78120" cy="103680"/>
                  </p14:xfrm>
                </p:contentPart>
              </mc:Choice>
              <mc:Fallback xmlns="">
                <p:pic>
                  <p:nvPicPr>
                    <p:cNvPr id="299" name="墨迹 298">
                      <a:extLst>
                        <a:ext uri="{FF2B5EF4-FFF2-40B4-BE49-F238E27FC236}">
                          <a16:creationId xmlns:a16="http://schemas.microsoft.com/office/drawing/2014/main" id="{50897E93-F618-7428-024F-B30B55CDB3B1}"/>
                        </a:ext>
                      </a:extLst>
                    </p:cNvPr>
                    <p:cNvPicPr/>
                    <p:nvPr/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2685111" y="5077148"/>
                      <a:ext cx="120614" cy="19537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7">
                  <p14:nvContentPartPr>
                    <p14:cNvPr id="300" name="墨迹 299">
                      <a:extLst>
                        <a:ext uri="{FF2B5EF4-FFF2-40B4-BE49-F238E27FC236}">
                          <a16:creationId xmlns:a16="http://schemas.microsoft.com/office/drawing/2014/main" id="{BA3BC2B0-9478-BB78-FB64-24AA3EF98A1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60293" y="4954928"/>
                    <a:ext cx="70560" cy="262440"/>
                  </p14:xfrm>
                </p:contentPart>
              </mc:Choice>
              <mc:Fallback xmlns="">
                <p:pic>
                  <p:nvPicPr>
                    <p:cNvPr id="300" name="墨迹 299">
                      <a:extLst>
                        <a:ext uri="{FF2B5EF4-FFF2-40B4-BE49-F238E27FC236}">
                          <a16:creationId xmlns:a16="http://schemas.microsoft.com/office/drawing/2014/main" id="{BA3BC2B0-9478-BB78-FB64-24AA3EF98A12}"/>
                        </a:ext>
                      </a:extLst>
                    </p:cNvPr>
                    <p:cNvPicPr/>
                    <p:nvPr/>
                  </p:nvPicPr>
                  <p:blipFill>
                    <a:blip r:embed="rId38"/>
                    <a:stretch>
                      <a:fillRect/>
                    </a:stretch>
                  </p:blipFill>
                  <p:spPr>
                    <a:xfrm>
                      <a:off x="2838781" y="4908967"/>
                      <a:ext cx="113154" cy="35390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9">
                  <p14:nvContentPartPr>
                    <p14:cNvPr id="301" name="墨迹 300">
                      <a:extLst>
                        <a:ext uri="{FF2B5EF4-FFF2-40B4-BE49-F238E27FC236}">
                          <a16:creationId xmlns:a16="http://schemas.microsoft.com/office/drawing/2014/main" id="{740C6967-C25D-47BF-E7BB-19DFDA53A2F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25653" y="5272088"/>
                    <a:ext cx="111600" cy="198720"/>
                  </p14:xfrm>
                </p:contentPart>
              </mc:Choice>
              <mc:Fallback xmlns="">
                <p:pic>
                  <p:nvPicPr>
                    <p:cNvPr id="301" name="墨迹 300">
                      <a:extLst>
                        <a:ext uri="{FF2B5EF4-FFF2-40B4-BE49-F238E27FC236}">
                          <a16:creationId xmlns:a16="http://schemas.microsoft.com/office/drawing/2014/main" id="{740C6967-C25D-47BF-E7BB-19DFDA53A2F4}"/>
                        </a:ext>
                      </a:extLst>
                    </p:cNvPr>
                    <p:cNvPicPr/>
                    <p:nvPr/>
                  </p:nvPicPr>
                  <p:blipFill>
                    <a:blip r:embed="rId40"/>
                    <a:stretch>
                      <a:fillRect/>
                    </a:stretch>
                  </p:blipFill>
                  <p:spPr>
                    <a:xfrm>
                      <a:off x="2704191" y="5226088"/>
                      <a:ext cx="154094" cy="2902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1">
                  <p14:nvContentPartPr>
                    <p14:cNvPr id="302" name="墨迹 301">
                      <a:extLst>
                        <a:ext uri="{FF2B5EF4-FFF2-40B4-BE49-F238E27FC236}">
                          <a16:creationId xmlns:a16="http://schemas.microsoft.com/office/drawing/2014/main" id="{6580D340-181F-3821-AA5E-33E987D58AC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73173" y="5268848"/>
                    <a:ext cx="159120" cy="248400"/>
                  </p14:xfrm>
                </p:contentPart>
              </mc:Choice>
              <mc:Fallback xmlns="">
                <p:pic>
                  <p:nvPicPr>
                    <p:cNvPr id="302" name="墨迹 301">
                      <a:extLst>
                        <a:ext uri="{FF2B5EF4-FFF2-40B4-BE49-F238E27FC236}">
                          <a16:creationId xmlns:a16="http://schemas.microsoft.com/office/drawing/2014/main" id="{6580D340-181F-3821-AA5E-33E987D58AC4}"/>
                        </a:ext>
                      </a:extLst>
                    </p:cNvPr>
                    <p:cNvPicPr/>
                    <p:nvPr/>
                  </p:nvPicPr>
                  <p:blipFill>
                    <a:blip r:embed="rId42"/>
                    <a:stretch>
                      <a:fillRect/>
                    </a:stretch>
                  </p:blipFill>
                  <p:spPr>
                    <a:xfrm>
                      <a:off x="2751728" y="5222848"/>
                      <a:ext cx="201581" cy="3399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3">
                  <p14:nvContentPartPr>
                    <p14:cNvPr id="303" name="墨迹 302">
                      <a:extLst>
                        <a:ext uri="{FF2B5EF4-FFF2-40B4-BE49-F238E27FC236}">
                          <a16:creationId xmlns:a16="http://schemas.microsoft.com/office/drawing/2014/main" id="{099F88F8-AD2E-A799-53AF-97DBC785803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98813" y="5448128"/>
                    <a:ext cx="89640" cy="7560"/>
                  </p14:xfrm>
                </p:contentPart>
              </mc:Choice>
              <mc:Fallback xmlns="">
                <p:pic>
                  <p:nvPicPr>
                    <p:cNvPr id="303" name="墨迹 302">
                      <a:extLst>
                        <a:ext uri="{FF2B5EF4-FFF2-40B4-BE49-F238E27FC236}">
                          <a16:creationId xmlns:a16="http://schemas.microsoft.com/office/drawing/2014/main" id="{099F88F8-AD2E-A799-53AF-97DBC7858037}"/>
                        </a:ext>
                      </a:extLst>
                    </p:cNvPr>
                    <p:cNvPicPr/>
                    <p:nvPr/>
                  </p:nvPicPr>
                  <p:blipFill>
                    <a:blip r:embed="rId44"/>
                    <a:stretch>
                      <a:fillRect/>
                    </a:stretch>
                  </p:blipFill>
                  <p:spPr>
                    <a:xfrm>
                      <a:off x="2877368" y="5400878"/>
                      <a:ext cx="132101" cy="10158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5">
                  <p14:nvContentPartPr>
                    <p14:cNvPr id="304" name="墨迹 303">
                      <a:extLst>
                        <a:ext uri="{FF2B5EF4-FFF2-40B4-BE49-F238E27FC236}">
                          <a16:creationId xmlns:a16="http://schemas.microsoft.com/office/drawing/2014/main" id="{53F612D8-EB7D-422B-D557-FA7B84BCC76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49573" y="5394128"/>
                    <a:ext cx="98640" cy="65520"/>
                  </p14:xfrm>
                </p:contentPart>
              </mc:Choice>
              <mc:Fallback xmlns="">
                <p:pic>
                  <p:nvPicPr>
                    <p:cNvPr id="304" name="墨迹 303">
                      <a:extLst>
                        <a:ext uri="{FF2B5EF4-FFF2-40B4-BE49-F238E27FC236}">
                          <a16:creationId xmlns:a16="http://schemas.microsoft.com/office/drawing/2014/main" id="{53F612D8-EB7D-422B-D557-FA7B84BCC76D}"/>
                        </a:ext>
                      </a:extLst>
                    </p:cNvPr>
                    <p:cNvPicPr/>
                    <p:nvPr/>
                  </p:nvPicPr>
                  <p:blipFill>
                    <a:blip r:embed="rId46"/>
                    <a:stretch>
                      <a:fillRect/>
                    </a:stretch>
                  </p:blipFill>
                  <p:spPr>
                    <a:xfrm>
                      <a:off x="2928130" y="5348310"/>
                      <a:ext cx="141098" cy="15669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7">
                  <p14:nvContentPartPr>
                    <p14:cNvPr id="305" name="墨迹 304">
                      <a:extLst>
                        <a:ext uri="{FF2B5EF4-FFF2-40B4-BE49-F238E27FC236}">
                          <a16:creationId xmlns:a16="http://schemas.microsoft.com/office/drawing/2014/main" id="{87D7C146-B2DF-2918-2257-CFE44F98100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73253" y="5494568"/>
                    <a:ext cx="250560" cy="39600"/>
                  </p14:xfrm>
                </p:contentPart>
              </mc:Choice>
              <mc:Fallback xmlns="">
                <p:pic>
                  <p:nvPicPr>
                    <p:cNvPr id="305" name="墨迹 304">
                      <a:extLst>
                        <a:ext uri="{FF2B5EF4-FFF2-40B4-BE49-F238E27FC236}">
                          <a16:creationId xmlns:a16="http://schemas.microsoft.com/office/drawing/2014/main" id="{87D7C146-B2DF-2918-2257-CFE44F98100A}"/>
                        </a:ext>
                      </a:extLst>
                    </p:cNvPr>
                    <p:cNvPicPr/>
                    <p:nvPr/>
                  </p:nvPicPr>
                  <p:blipFill>
                    <a:blip r:embed="rId48"/>
                    <a:stretch>
                      <a:fillRect/>
                    </a:stretch>
                  </p:blipFill>
                  <p:spPr>
                    <a:xfrm>
                      <a:off x="2851838" y="5448521"/>
                      <a:ext cx="292962" cy="13123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9">
                  <p14:nvContentPartPr>
                    <p14:cNvPr id="306" name="墨迹 305">
                      <a:extLst>
                        <a:ext uri="{FF2B5EF4-FFF2-40B4-BE49-F238E27FC236}">
                          <a16:creationId xmlns:a16="http://schemas.microsoft.com/office/drawing/2014/main" id="{C76659E4-B0EB-C586-304D-23D125E4585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90533" y="5475128"/>
                    <a:ext cx="216720" cy="5400"/>
                  </p14:xfrm>
                </p:contentPart>
              </mc:Choice>
              <mc:Fallback xmlns="">
                <p:pic>
                  <p:nvPicPr>
                    <p:cNvPr id="306" name="墨迹 305">
                      <a:extLst>
                        <a:ext uri="{FF2B5EF4-FFF2-40B4-BE49-F238E27FC236}">
                          <a16:creationId xmlns:a16="http://schemas.microsoft.com/office/drawing/2014/main" id="{C76659E4-B0EB-C586-304D-23D125E45858}"/>
                        </a:ext>
                      </a:extLst>
                    </p:cNvPr>
                    <p:cNvPicPr/>
                    <p:nvPr/>
                  </p:nvPicPr>
                  <p:blipFill>
                    <a:blip r:embed="rId50"/>
                    <a:stretch>
                      <a:fillRect/>
                    </a:stretch>
                  </p:blipFill>
                  <p:spPr>
                    <a:xfrm>
                      <a:off x="2869546" y="5430128"/>
                      <a:ext cx="259122" cy="9495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1">
                  <p14:nvContentPartPr>
                    <p14:cNvPr id="307" name="墨迹 306">
                      <a:extLst>
                        <a:ext uri="{FF2B5EF4-FFF2-40B4-BE49-F238E27FC236}">
                          <a16:creationId xmlns:a16="http://schemas.microsoft.com/office/drawing/2014/main" id="{6C356306-5802-685A-729D-6533D7CA1FB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60453" y="5427608"/>
                    <a:ext cx="39960" cy="5040"/>
                  </p14:xfrm>
                </p:contentPart>
              </mc:Choice>
              <mc:Fallback xmlns="">
                <p:pic>
                  <p:nvPicPr>
                    <p:cNvPr id="307" name="墨迹 306">
                      <a:extLst>
                        <a:ext uri="{FF2B5EF4-FFF2-40B4-BE49-F238E27FC236}">
                          <a16:creationId xmlns:a16="http://schemas.microsoft.com/office/drawing/2014/main" id="{6C356306-5802-685A-729D-6533D7CA1FB4}"/>
                        </a:ext>
                      </a:extLst>
                    </p:cNvPr>
                    <p:cNvPicPr/>
                    <p:nvPr/>
                  </p:nvPicPr>
                  <p:blipFill>
                    <a:blip r:embed="rId52"/>
                    <a:stretch>
                      <a:fillRect/>
                    </a:stretch>
                  </p:blipFill>
                  <p:spPr>
                    <a:xfrm>
                      <a:off x="3039623" y="5381790"/>
                      <a:ext cx="82046" cy="9621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3">
                  <p14:nvContentPartPr>
                    <p14:cNvPr id="308" name="墨迹 307">
                      <a:extLst>
                        <a:ext uri="{FF2B5EF4-FFF2-40B4-BE49-F238E27FC236}">
                          <a16:creationId xmlns:a16="http://schemas.microsoft.com/office/drawing/2014/main" id="{AF737A67-62B7-CA34-1511-39229759473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44613" y="5276768"/>
                    <a:ext cx="75960" cy="172080"/>
                  </p14:xfrm>
                </p:contentPart>
              </mc:Choice>
              <mc:Fallback xmlns="">
                <p:pic>
                  <p:nvPicPr>
                    <p:cNvPr id="308" name="墨迹 307">
                      <a:extLst>
                        <a:ext uri="{FF2B5EF4-FFF2-40B4-BE49-F238E27FC236}">
                          <a16:creationId xmlns:a16="http://schemas.microsoft.com/office/drawing/2014/main" id="{AF737A67-62B7-CA34-1511-39229759473C}"/>
                        </a:ext>
                      </a:extLst>
                    </p:cNvPr>
                    <p:cNvPicPr/>
                    <p:nvPr/>
                  </p:nvPicPr>
                  <p:blipFill>
                    <a:blip r:embed="rId54"/>
                    <a:stretch>
                      <a:fillRect/>
                    </a:stretch>
                  </p:blipFill>
                  <p:spPr>
                    <a:xfrm>
                      <a:off x="3023155" y="5230880"/>
                      <a:ext cx="118446" cy="26339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5">
                  <p14:nvContentPartPr>
                    <p14:cNvPr id="309" name="墨迹 308">
                      <a:extLst>
                        <a:ext uri="{FF2B5EF4-FFF2-40B4-BE49-F238E27FC236}">
                          <a16:creationId xmlns:a16="http://schemas.microsoft.com/office/drawing/2014/main" id="{28030DDC-C615-553A-A5F2-7BC392D5BA3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55773" y="5384768"/>
                    <a:ext cx="91440" cy="82080"/>
                  </p14:xfrm>
                </p:contentPart>
              </mc:Choice>
              <mc:Fallback xmlns="">
                <p:pic>
                  <p:nvPicPr>
                    <p:cNvPr id="309" name="墨迹 308">
                      <a:extLst>
                        <a:ext uri="{FF2B5EF4-FFF2-40B4-BE49-F238E27FC236}">
                          <a16:creationId xmlns:a16="http://schemas.microsoft.com/office/drawing/2014/main" id="{28030DDC-C615-553A-A5F2-7BC392D5BA3D}"/>
                        </a:ext>
                      </a:extLst>
                    </p:cNvPr>
                    <p:cNvPicPr/>
                    <p:nvPr/>
                  </p:nvPicPr>
                  <p:blipFill>
                    <a:blip r:embed="rId56"/>
                    <a:stretch>
                      <a:fillRect/>
                    </a:stretch>
                  </p:blipFill>
                  <p:spPr>
                    <a:xfrm>
                      <a:off x="3034308" y="5338656"/>
                      <a:ext cx="133940" cy="17384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7">
                  <p14:nvContentPartPr>
                    <p14:cNvPr id="310" name="墨迹 309">
                      <a:extLst>
                        <a:ext uri="{FF2B5EF4-FFF2-40B4-BE49-F238E27FC236}">
                          <a16:creationId xmlns:a16="http://schemas.microsoft.com/office/drawing/2014/main" id="{3A14AF47-06F4-44FE-6C17-D539B7F4F67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05093" y="5388008"/>
                    <a:ext cx="52200" cy="92880"/>
                  </p14:xfrm>
                </p:contentPart>
              </mc:Choice>
              <mc:Fallback xmlns="">
                <p:pic>
                  <p:nvPicPr>
                    <p:cNvPr id="310" name="墨迹 309">
                      <a:extLst>
                        <a:ext uri="{FF2B5EF4-FFF2-40B4-BE49-F238E27FC236}">
                          <a16:creationId xmlns:a16="http://schemas.microsoft.com/office/drawing/2014/main" id="{3A14AF47-06F4-44FE-6C17-D539B7F4F678}"/>
                        </a:ext>
                      </a:extLst>
                    </p:cNvPr>
                    <p:cNvPicPr/>
                    <p:nvPr/>
                  </p:nvPicPr>
                  <p:blipFill>
                    <a:blip r:embed="rId58"/>
                    <a:stretch>
                      <a:fillRect/>
                    </a:stretch>
                  </p:blipFill>
                  <p:spPr>
                    <a:xfrm>
                      <a:off x="3083700" y="5342028"/>
                      <a:ext cx="94559" cy="1843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9">
                  <p14:nvContentPartPr>
                    <p14:cNvPr id="311" name="墨迹 310">
                      <a:extLst>
                        <a:ext uri="{FF2B5EF4-FFF2-40B4-BE49-F238E27FC236}">
                          <a16:creationId xmlns:a16="http://schemas.microsoft.com/office/drawing/2014/main" id="{0FFEA72E-4B98-06AD-A15E-0D466A198B2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13013" y="5487728"/>
                    <a:ext cx="59040" cy="1800"/>
                  </p14:xfrm>
                </p:contentPart>
              </mc:Choice>
              <mc:Fallback xmlns="">
                <p:pic>
                  <p:nvPicPr>
                    <p:cNvPr id="311" name="墨迹 310">
                      <a:extLst>
                        <a:ext uri="{FF2B5EF4-FFF2-40B4-BE49-F238E27FC236}">
                          <a16:creationId xmlns:a16="http://schemas.microsoft.com/office/drawing/2014/main" id="{0FFEA72E-4B98-06AD-A15E-0D466A198B26}"/>
                        </a:ext>
                      </a:extLst>
                    </p:cNvPr>
                    <p:cNvPicPr/>
                    <p:nvPr/>
                  </p:nvPicPr>
                  <p:blipFill>
                    <a:blip r:embed="rId60"/>
                    <a:stretch>
                      <a:fillRect/>
                    </a:stretch>
                  </p:blipFill>
                  <p:spPr>
                    <a:xfrm>
                      <a:off x="3091622" y="5443178"/>
                      <a:ext cx="101395" cy="9135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1">
                  <p14:nvContentPartPr>
                    <p14:cNvPr id="312" name="墨迹 311">
                      <a:extLst>
                        <a:ext uri="{FF2B5EF4-FFF2-40B4-BE49-F238E27FC236}">
                          <a16:creationId xmlns:a16="http://schemas.microsoft.com/office/drawing/2014/main" id="{7E014007-B087-EBFE-6DA6-4E665CB06CE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67013" y="5484848"/>
                    <a:ext cx="18720" cy="3960"/>
                  </p14:xfrm>
                </p:contentPart>
              </mc:Choice>
              <mc:Fallback xmlns="">
                <p:pic>
                  <p:nvPicPr>
                    <p:cNvPr id="312" name="墨迹 311">
                      <a:extLst>
                        <a:ext uri="{FF2B5EF4-FFF2-40B4-BE49-F238E27FC236}">
                          <a16:creationId xmlns:a16="http://schemas.microsoft.com/office/drawing/2014/main" id="{7E014007-B087-EBFE-6DA6-4E665CB06CE2}"/>
                        </a:ext>
                      </a:extLst>
                    </p:cNvPr>
                    <p:cNvPicPr/>
                    <p:nvPr/>
                  </p:nvPicPr>
                  <p:blipFill>
                    <a:blip r:embed="rId62"/>
                    <a:stretch>
                      <a:fillRect/>
                    </a:stretch>
                  </p:blipFill>
                  <p:spPr>
                    <a:xfrm>
                      <a:off x="3145740" y="5440848"/>
                      <a:ext cx="60840" cy="91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3">
                  <p14:nvContentPartPr>
                    <p14:cNvPr id="313" name="墨迹 312">
                      <a:extLst>
                        <a:ext uri="{FF2B5EF4-FFF2-40B4-BE49-F238E27FC236}">
                          <a16:creationId xmlns:a16="http://schemas.microsoft.com/office/drawing/2014/main" id="{2BEB70E9-377C-6D5B-D48A-CF44AA1FC8F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90773" y="5500688"/>
                    <a:ext cx="360" cy="360"/>
                  </p14:xfrm>
                </p:contentPart>
              </mc:Choice>
              <mc:Fallback xmlns="">
                <p:pic>
                  <p:nvPicPr>
                    <p:cNvPr id="313" name="墨迹 312">
                      <a:extLst>
                        <a:ext uri="{FF2B5EF4-FFF2-40B4-BE49-F238E27FC236}">
                          <a16:creationId xmlns:a16="http://schemas.microsoft.com/office/drawing/2014/main" id="{2BEB70E9-377C-6D5B-D48A-CF44AA1FC8FC}"/>
                        </a:ext>
                      </a:extLst>
                    </p:cNvPr>
                    <p:cNvPicPr/>
                    <p:nvPr/>
                  </p:nvPicPr>
                  <p:blipFill>
                    <a:blip r:embed="rId64"/>
                    <a:stretch>
                      <a:fillRect/>
                    </a:stretch>
                  </p:blipFill>
                  <p:spPr>
                    <a:xfrm>
                      <a:off x="3172773" y="546468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5">
                  <p14:nvContentPartPr>
                    <p14:cNvPr id="314" name="墨迹 313">
                      <a:extLst>
                        <a:ext uri="{FF2B5EF4-FFF2-40B4-BE49-F238E27FC236}">
                          <a16:creationId xmlns:a16="http://schemas.microsoft.com/office/drawing/2014/main" id="{AD5BEA37-42B9-9AA0-77CC-4299D782751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40693" y="5330768"/>
                    <a:ext cx="42480" cy="174960"/>
                  </p14:xfrm>
                </p:contentPart>
              </mc:Choice>
              <mc:Fallback xmlns="">
                <p:pic>
                  <p:nvPicPr>
                    <p:cNvPr id="314" name="墨迹 313">
                      <a:extLst>
                        <a:ext uri="{FF2B5EF4-FFF2-40B4-BE49-F238E27FC236}">
                          <a16:creationId xmlns:a16="http://schemas.microsoft.com/office/drawing/2014/main" id="{AD5BEA37-42B9-9AA0-77CC-4299D782751E}"/>
                        </a:ext>
                      </a:extLst>
                    </p:cNvPr>
                    <p:cNvPicPr/>
                    <p:nvPr/>
                  </p:nvPicPr>
                  <p:blipFill>
                    <a:blip r:embed="rId66"/>
                    <a:stretch>
                      <a:fillRect/>
                    </a:stretch>
                  </p:blipFill>
                  <p:spPr>
                    <a:xfrm>
                      <a:off x="2619238" y="5284847"/>
                      <a:ext cx="84960" cy="26634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7">
                  <p14:nvContentPartPr>
                    <p14:cNvPr id="315" name="墨迹 314">
                      <a:extLst>
                        <a:ext uri="{FF2B5EF4-FFF2-40B4-BE49-F238E27FC236}">
                          <a16:creationId xmlns:a16="http://schemas.microsoft.com/office/drawing/2014/main" id="{F6733561-7297-3CF5-60DB-2F1B788481F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85813" y="5314568"/>
                    <a:ext cx="324360" cy="463320"/>
                  </p14:xfrm>
                </p:contentPart>
              </mc:Choice>
              <mc:Fallback xmlns="">
                <p:pic>
                  <p:nvPicPr>
                    <p:cNvPr id="315" name="墨迹 314">
                      <a:extLst>
                        <a:ext uri="{FF2B5EF4-FFF2-40B4-BE49-F238E27FC236}">
                          <a16:creationId xmlns:a16="http://schemas.microsoft.com/office/drawing/2014/main" id="{F6733561-7297-3CF5-60DB-2F1B788481F8}"/>
                        </a:ext>
                      </a:extLst>
                    </p:cNvPr>
                    <p:cNvPicPr/>
                    <p:nvPr/>
                  </p:nvPicPr>
                  <p:blipFill>
                    <a:blip r:embed="rId68"/>
                    <a:stretch>
                      <a:fillRect/>
                    </a:stretch>
                  </p:blipFill>
                  <p:spPr>
                    <a:xfrm>
                      <a:off x="2364817" y="5268604"/>
                      <a:ext cx="366780" cy="5547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9">
                  <p14:nvContentPartPr>
                    <p14:cNvPr id="316" name="墨迹 315">
                      <a:extLst>
                        <a:ext uri="{FF2B5EF4-FFF2-40B4-BE49-F238E27FC236}">
                          <a16:creationId xmlns:a16="http://schemas.microsoft.com/office/drawing/2014/main" id="{D785805B-2371-D77E-37DA-29799FD546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07773" y="5475128"/>
                    <a:ext cx="259200" cy="263520"/>
                  </p14:xfrm>
                </p:contentPart>
              </mc:Choice>
              <mc:Fallback xmlns="">
                <p:pic>
                  <p:nvPicPr>
                    <p:cNvPr id="316" name="墨迹 315">
                      <a:extLst>
                        <a:ext uri="{FF2B5EF4-FFF2-40B4-BE49-F238E27FC236}">
                          <a16:creationId xmlns:a16="http://schemas.microsoft.com/office/drawing/2014/main" id="{D785805B-2371-D77E-37DA-29799FD546DF}"/>
                        </a:ext>
                      </a:extLst>
                    </p:cNvPr>
                    <p:cNvPicPr/>
                    <p:nvPr/>
                  </p:nvPicPr>
                  <p:blipFill>
                    <a:blip r:embed="rId70"/>
                    <a:stretch>
                      <a:fillRect/>
                    </a:stretch>
                  </p:blipFill>
                  <p:spPr>
                    <a:xfrm>
                      <a:off x="2386780" y="5429219"/>
                      <a:ext cx="301615" cy="354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1">
                  <p14:nvContentPartPr>
                    <p14:cNvPr id="317" name="墨迹 316">
                      <a:extLst>
                        <a:ext uri="{FF2B5EF4-FFF2-40B4-BE49-F238E27FC236}">
                          <a16:creationId xmlns:a16="http://schemas.microsoft.com/office/drawing/2014/main" id="{91F1B3F1-8BFA-4738-E295-A6E62CCDE7B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1253" y="5370368"/>
                    <a:ext cx="54000" cy="126000"/>
                  </p14:xfrm>
                </p:contentPart>
              </mc:Choice>
              <mc:Fallback xmlns="">
                <p:pic>
                  <p:nvPicPr>
                    <p:cNvPr id="317" name="墨迹 316">
                      <a:extLst>
                        <a:ext uri="{FF2B5EF4-FFF2-40B4-BE49-F238E27FC236}">
                          <a16:creationId xmlns:a16="http://schemas.microsoft.com/office/drawing/2014/main" id="{91F1B3F1-8BFA-4738-E295-A6E62CCDE7B2}"/>
                        </a:ext>
                      </a:extLst>
                    </p:cNvPr>
                    <p:cNvPicPr/>
                    <p:nvPr/>
                  </p:nvPicPr>
                  <p:blipFill>
                    <a:blip r:embed="rId72"/>
                    <a:stretch>
                      <a:fillRect/>
                    </a:stretch>
                  </p:blipFill>
                  <p:spPr>
                    <a:xfrm>
                      <a:off x="2689824" y="5324383"/>
                      <a:ext cx="96429" cy="21751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3">
                  <p14:nvContentPartPr>
                    <p14:cNvPr id="318" name="墨迹 317">
                      <a:extLst>
                        <a:ext uri="{FF2B5EF4-FFF2-40B4-BE49-F238E27FC236}">
                          <a16:creationId xmlns:a16="http://schemas.microsoft.com/office/drawing/2014/main" id="{E60BA8DB-E34D-5F9E-FFAC-B95E9D1DE23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25653" y="5384768"/>
                    <a:ext cx="63000" cy="151560"/>
                  </p14:xfrm>
                </p:contentPart>
              </mc:Choice>
              <mc:Fallback xmlns="">
                <p:pic>
                  <p:nvPicPr>
                    <p:cNvPr id="318" name="墨迹 317">
                      <a:extLst>
                        <a:ext uri="{FF2B5EF4-FFF2-40B4-BE49-F238E27FC236}">
                          <a16:creationId xmlns:a16="http://schemas.microsoft.com/office/drawing/2014/main" id="{E60BA8DB-E34D-5F9E-FFAC-B95E9D1DE232}"/>
                        </a:ext>
                      </a:extLst>
                    </p:cNvPr>
                    <p:cNvPicPr/>
                    <p:nvPr/>
                  </p:nvPicPr>
                  <p:blipFill>
                    <a:blip r:embed="rId74"/>
                    <a:stretch>
                      <a:fillRect/>
                    </a:stretch>
                  </p:blipFill>
                  <p:spPr>
                    <a:xfrm>
                      <a:off x="2704224" y="5338701"/>
                      <a:ext cx="105429" cy="24323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5">
                  <p14:nvContentPartPr>
                    <p14:cNvPr id="319" name="墨迹 318">
                      <a:extLst>
                        <a:ext uri="{FF2B5EF4-FFF2-40B4-BE49-F238E27FC236}">
                          <a16:creationId xmlns:a16="http://schemas.microsoft.com/office/drawing/2014/main" id="{9889ECC2-CA36-9683-DADF-23279CFB34A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62013" y="5457848"/>
                    <a:ext cx="49320" cy="104760"/>
                  </p14:xfrm>
                </p:contentPart>
              </mc:Choice>
              <mc:Fallback xmlns="">
                <p:pic>
                  <p:nvPicPr>
                    <p:cNvPr id="319" name="墨迹 318">
                      <a:extLst>
                        <a:ext uri="{FF2B5EF4-FFF2-40B4-BE49-F238E27FC236}">
                          <a16:creationId xmlns:a16="http://schemas.microsoft.com/office/drawing/2014/main" id="{9889ECC2-CA36-9683-DADF-23279CFB34A2}"/>
                        </a:ext>
                      </a:extLst>
                    </p:cNvPr>
                    <p:cNvPicPr/>
                    <p:nvPr/>
                  </p:nvPicPr>
                  <p:blipFill>
                    <a:blip r:embed="rId76"/>
                    <a:stretch>
                      <a:fillRect/>
                    </a:stretch>
                  </p:blipFill>
                  <p:spPr>
                    <a:xfrm>
                      <a:off x="2740998" y="5411901"/>
                      <a:ext cx="91778" cy="19619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7">
                  <p14:nvContentPartPr>
                    <p14:cNvPr id="320" name="墨迹 319">
                      <a:extLst>
                        <a:ext uri="{FF2B5EF4-FFF2-40B4-BE49-F238E27FC236}">
                          <a16:creationId xmlns:a16="http://schemas.microsoft.com/office/drawing/2014/main" id="{DABC98C7-2A19-AB90-F26E-D5FD8C85002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42773" y="5697248"/>
                    <a:ext cx="5760" cy="5760"/>
                  </p14:xfrm>
                </p:contentPart>
              </mc:Choice>
              <mc:Fallback xmlns="">
                <p:pic>
                  <p:nvPicPr>
                    <p:cNvPr id="320" name="墨迹 319">
                      <a:extLst>
                        <a:ext uri="{FF2B5EF4-FFF2-40B4-BE49-F238E27FC236}">
                          <a16:creationId xmlns:a16="http://schemas.microsoft.com/office/drawing/2014/main" id="{DABC98C7-2A19-AB90-F26E-D5FD8C850023}"/>
                        </a:ext>
                      </a:extLst>
                    </p:cNvPr>
                    <p:cNvPicPr/>
                    <p:nvPr/>
                  </p:nvPicPr>
                  <p:blipFill>
                    <a:blip r:embed="rId78"/>
                    <a:stretch>
                      <a:fillRect/>
                    </a:stretch>
                  </p:blipFill>
                  <p:spPr>
                    <a:xfrm>
                      <a:off x="2520619" y="5653383"/>
                      <a:ext cx="49625" cy="9393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9">
                  <p14:nvContentPartPr>
                    <p14:cNvPr id="321" name="墨迹 320">
                      <a:extLst>
                        <a:ext uri="{FF2B5EF4-FFF2-40B4-BE49-F238E27FC236}">
                          <a16:creationId xmlns:a16="http://schemas.microsoft.com/office/drawing/2014/main" id="{7F558E1D-9F1E-4F96-96E2-EFE2DA40BE6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48173" y="5453888"/>
                    <a:ext cx="280800" cy="243720"/>
                  </p14:xfrm>
                </p:contentPart>
              </mc:Choice>
              <mc:Fallback xmlns="">
                <p:pic>
                  <p:nvPicPr>
                    <p:cNvPr id="321" name="墨迹 320">
                      <a:extLst>
                        <a:ext uri="{FF2B5EF4-FFF2-40B4-BE49-F238E27FC236}">
                          <a16:creationId xmlns:a16="http://schemas.microsoft.com/office/drawing/2014/main" id="{7F558E1D-9F1E-4F96-96E2-EFE2DA40BE6E}"/>
                        </a:ext>
                      </a:extLst>
                    </p:cNvPr>
                    <p:cNvPicPr/>
                    <p:nvPr/>
                  </p:nvPicPr>
                  <p:blipFill>
                    <a:blip r:embed="rId80"/>
                    <a:stretch>
                      <a:fillRect/>
                    </a:stretch>
                  </p:blipFill>
                  <p:spPr>
                    <a:xfrm>
                      <a:off x="2526771" y="5408363"/>
                      <a:ext cx="323177" cy="33523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1">
                  <p14:nvContentPartPr>
                    <p14:cNvPr id="322" name="墨迹 321">
                      <a:extLst>
                        <a:ext uri="{FF2B5EF4-FFF2-40B4-BE49-F238E27FC236}">
                          <a16:creationId xmlns:a16="http://schemas.microsoft.com/office/drawing/2014/main" id="{57DD9DA3-E2CD-B2B0-C5A2-ECBC1A2CCBD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86413" y="5489888"/>
                    <a:ext cx="55440" cy="20880"/>
                  </p14:xfrm>
                </p:contentPart>
              </mc:Choice>
              <mc:Fallback xmlns="">
                <p:pic>
                  <p:nvPicPr>
                    <p:cNvPr id="322" name="墨迹 321">
                      <a:extLst>
                        <a:ext uri="{FF2B5EF4-FFF2-40B4-BE49-F238E27FC236}">
                          <a16:creationId xmlns:a16="http://schemas.microsoft.com/office/drawing/2014/main" id="{57DD9DA3-E2CD-B2B0-C5A2-ECBC1A2CCBD6}"/>
                        </a:ext>
                      </a:extLst>
                    </p:cNvPr>
                    <p:cNvPicPr/>
                    <p:nvPr/>
                  </p:nvPicPr>
                  <p:blipFill>
                    <a:blip r:embed="rId82"/>
                    <a:stretch>
                      <a:fillRect/>
                    </a:stretch>
                  </p:blipFill>
                  <p:spPr>
                    <a:xfrm>
                      <a:off x="2664925" y="5444497"/>
                      <a:ext cx="97987" cy="11120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3">
                  <p14:nvContentPartPr>
                    <p14:cNvPr id="323" name="墨迹 322">
                      <a:extLst>
                        <a:ext uri="{FF2B5EF4-FFF2-40B4-BE49-F238E27FC236}">
                          <a16:creationId xmlns:a16="http://schemas.microsoft.com/office/drawing/2014/main" id="{A473C8AC-2855-B306-9F53-87C3F98E49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0173" y="5414648"/>
                    <a:ext cx="7560" cy="12600"/>
                  </p14:xfrm>
                </p:contentPart>
              </mc:Choice>
              <mc:Fallback xmlns="">
                <p:pic>
                  <p:nvPicPr>
                    <p:cNvPr id="323" name="墨迹 322">
                      <a:extLst>
                        <a:ext uri="{FF2B5EF4-FFF2-40B4-BE49-F238E27FC236}">
                          <a16:creationId xmlns:a16="http://schemas.microsoft.com/office/drawing/2014/main" id="{A473C8AC-2855-B306-9F53-87C3F98E4976}"/>
                        </a:ext>
                      </a:extLst>
                    </p:cNvPr>
                    <p:cNvPicPr/>
                    <p:nvPr/>
                  </p:nvPicPr>
                  <p:blipFill>
                    <a:blip r:embed="rId84"/>
                    <a:stretch>
                      <a:fillRect/>
                    </a:stretch>
                  </p:blipFill>
                  <p:spPr>
                    <a:xfrm>
                      <a:off x="2689593" y="5368448"/>
                      <a:ext cx="49140" cy="10546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5">
                  <p14:nvContentPartPr>
                    <p14:cNvPr id="324" name="墨迹 323">
                      <a:extLst>
                        <a:ext uri="{FF2B5EF4-FFF2-40B4-BE49-F238E27FC236}">
                          <a16:creationId xmlns:a16="http://schemas.microsoft.com/office/drawing/2014/main" id="{58C21A0F-47A8-DAAF-3A7B-050EE6CE8E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4893" y="5274968"/>
                    <a:ext cx="3600" cy="113400"/>
                  </p14:xfrm>
                </p:contentPart>
              </mc:Choice>
              <mc:Fallback xmlns="">
                <p:pic>
                  <p:nvPicPr>
                    <p:cNvPr id="324" name="墨迹 323">
                      <a:extLst>
                        <a:ext uri="{FF2B5EF4-FFF2-40B4-BE49-F238E27FC236}">
                          <a16:creationId xmlns:a16="http://schemas.microsoft.com/office/drawing/2014/main" id="{58C21A0F-47A8-DAAF-3A7B-050EE6CE8E31}"/>
                        </a:ext>
                      </a:extLst>
                    </p:cNvPr>
                    <p:cNvPicPr/>
                    <p:nvPr/>
                  </p:nvPicPr>
                  <p:blipFill>
                    <a:blip r:embed="rId86"/>
                    <a:stretch>
                      <a:fillRect/>
                    </a:stretch>
                  </p:blipFill>
                  <p:spPr>
                    <a:xfrm>
                      <a:off x="2652393" y="5229516"/>
                      <a:ext cx="48150" cy="20476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7">
                  <p14:nvContentPartPr>
                    <p14:cNvPr id="325" name="墨迹 324">
                      <a:extLst>
                        <a:ext uri="{FF2B5EF4-FFF2-40B4-BE49-F238E27FC236}">
                          <a16:creationId xmlns:a16="http://schemas.microsoft.com/office/drawing/2014/main" id="{75C08A45-C261-F72A-E9FC-9FDB38CA78F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56173" y="5576648"/>
                    <a:ext cx="144360" cy="91080"/>
                  </p14:xfrm>
                </p:contentPart>
              </mc:Choice>
              <mc:Fallback xmlns="">
                <p:pic>
                  <p:nvPicPr>
                    <p:cNvPr id="325" name="墨迹 324">
                      <a:extLst>
                        <a:ext uri="{FF2B5EF4-FFF2-40B4-BE49-F238E27FC236}">
                          <a16:creationId xmlns:a16="http://schemas.microsoft.com/office/drawing/2014/main" id="{75C08A45-C261-F72A-E9FC-9FDB38CA78FA}"/>
                        </a:ext>
                      </a:extLst>
                    </p:cNvPr>
                    <p:cNvPicPr/>
                    <p:nvPr/>
                  </p:nvPicPr>
                  <p:blipFill>
                    <a:blip r:embed="rId88"/>
                    <a:stretch>
                      <a:fillRect/>
                    </a:stretch>
                  </p:blipFill>
                  <p:spPr>
                    <a:xfrm>
                      <a:off x="2635183" y="5530879"/>
                      <a:ext cx="186768" cy="182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9">
                  <p14:nvContentPartPr>
                    <p14:cNvPr id="326" name="墨迹 325">
                      <a:extLst>
                        <a:ext uri="{FF2B5EF4-FFF2-40B4-BE49-F238E27FC236}">
                          <a16:creationId xmlns:a16="http://schemas.microsoft.com/office/drawing/2014/main" id="{C1C26A30-19FC-90AE-DCD0-391D99D4876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33653" y="5568728"/>
                    <a:ext cx="360" cy="360"/>
                  </p14:xfrm>
                </p:contentPart>
              </mc:Choice>
              <mc:Fallback xmlns="">
                <p:pic>
                  <p:nvPicPr>
                    <p:cNvPr id="326" name="墨迹 325">
                      <a:extLst>
                        <a:ext uri="{FF2B5EF4-FFF2-40B4-BE49-F238E27FC236}">
                          <a16:creationId xmlns:a16="http://schemas.microsoft.com/office/drawing/2014/main" id="{C1C26A30-19FC-90AE-DCD0-391D99D48763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815653" y="553272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1">
                  <p14:nvContentPartPr>
                    <p14:cNvPr id="327" name="墨迹 326">
                      <a:extLst>
                        <a:ext uri="{FF2B5EF4-FFF2-40B4-BE49-F238E27FC236}">
                          <a16:creationId xmlns:a16="http://schemas.microsoft.com/office/drawing/2014/main" id="{7EE1A10F-72DD-8D01-1512-76D6636786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61213" y="5591048"/>
                    <a:ext cx="14400" cy="77040"/>
                  </p14:xfrm>
                </p:contentPart>
              </mc:Choice>
              <mc:Fallback xmlns="">
                <p:pic>
                  <p:nvPicPr>
                    <p:cNvPr id="327" name="墨迹 326">
                      <a:extLst>
                        <a:ext uri="{FF2B5EF4-FFF2-40B4-BE49-F238E27FC236}">
                          <a16:creationId xmlns:a16="http://schemas.microsoft.com/office/drawing/2014/main" id="{7EE1A10F-72DD-8D01-1512-76D663678661}"/>
                        </a:ext>
                      </a:extLst>
                    </p:cNvPr>
                    <p:cNvPicPr/>
                    <p:nvPr/>
                  </p:nvPicPr>
                  <p:blipFill>
                    <a:blip r:embed="rId92"/>
                    <a:stretch>
                      <a:fillRect/>
                    </a:stretch>
                  </p:blipFill>
                  <p:spPr>
                    <a:xfrm>
                      <a:off x="2640460" y="5545191"/>
                      <a:ext cx="56329" cy="16829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3">
                  <p14:nvContentPartPr>
                    <p14:cNvPr id="328" name="墨迹 327">
                      <a:extLst>
                        <a:ext uri="{FF2B5EF4-FFF2-40B4-BE49-F238E27FC236}">
                          <a16:creationId xmlns:a16="http://schemas.microsoft.com/office/drawing/2014/main" id="{5FFD4907-DB9A-58F7-57E1-0A422283BD2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9573" y="5657648"/>
                    <a:ext cx="3240" cy="10440"/>
                  </p14:xfrm>
                </p:contentPart>
              </mc:Choice>
              <mc:Fallback xmlns="">
                <p:pic>
                  <p:nvPicPr>
                    <p:cNvPr id="328" name="墨迹 327">
                      <a:extLst>
                        <a:ext uri="{FF2B5EF4-FFF2-40B4-BE49-F238E27FC236}">
                          <a16:creationId xmlns:a16="http://schemas.microsoft.com/office/drawing/2014/main" id="{5FFD4907-DB9A-58F7-57E1-0A422283BD2C}"/>
                        </a:ext>
                      </a:extLst>
                    </p:cNvPr>
                    <p:cNvPicPr/>
                    <p:nvPr/>
                  </p:nvPicPr>
                  <p:blipFill>
                    <a:blip r:embed="rId94"/>
                    <a:stretch>
                      <a:fillRect/>
                    </a:stretch>
                  </p:blipFill>
                  <p:spPr>
                    <a:xfrm>
                      <a:off x="2659728" y="5612257"/>
                      <a:ext cx="43335" cy="10076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5">
                  <p14:nvContentPartPr>
                    <p14:cNvPr id="329" name="墨迹 328">
                      <a:extLst>
                        <a:ext uri="{FF2B5EF4-FFF2-40B4-BE49-F238E27FC236}">
                          <a16:creationId xmlns:a16="http://schemas.microsoft.com/office/drawing/2014/main" id="{F3FD1507-1566-A04C-4E0F-2E52D4D2249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33973" y="5886788"/>
                    <a:ext cx="3600" cy="8280"/>
                  </p14:xfrm>
                </p:contentPart>
              </mc:Choice>
              <mc:Fallback xmlns="">
                <p:pic>
                  <p:nvPicPr>
                    <p:cNvPr id="329" name="墨迹 328">
                      <a:extLst>
                        <a:ext uri="{FF2B5EF4-FFF2-40B4-BE49-F238E27FC236}">
                          <a16:creationId xmlns:a16="http://schemas.microsoft.com/office/drawing/2014/main" id="{F3FD1507-1566-A04C-4E0F-2E52D4D22494}"/>
                        </a:ext>
                      </a:extLst>
                    </p:cNvPr>
                    <p:cNvPicPr/>
                    <p:nvPr/>
                  </p:nvPicPr>
                  <p:blipFill>
                    <a:blip r:embed="rId96"/>
                    <a:stretch>
                      <a:fillRect/>
                    </a:stretch>
                  </p:blipFill>
                  <p:spPr>
                    <a:xfrm>
                      <a:off x="2313973" y="5840788"/>
                      <a:ext cx="43200" cy="998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7">
                  <p14:nvContentPartPr>
                    <p14:cNvPr id="330" name="墨迹 329">
                      <a:extLst>
                        <a:ext uri="{FF2B5EF4-FFF2-40B4-BE49-F238E27FC236}">
                          <a16:creationId xmlns:a16="http://schemas.microsoft.com/office/drawing/2014/main" id="{0B804CCE-F3EF-A1A9-9E32-4821F020F4D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50173" y="5841428"/>
                    <a:ext cx="31320" cy="23400"/>
                  </p14:xfrm>
                </p:contentPart>
              </mc:Choice>
              <mc:Fallback xmlns="">
                <p:pic>
                  <p:nvPicPr>
                    <p:cNvPr id="330" name="墨迹 329">
                      <a:extLst>
                        <a:ext uri="{FF2B5EF4-FFF2-40B4-BE49-F238E27FC236}">
                          <a16:creationId xmlns:a16="http://schemas.microsoft.com/office/drawing/2014/main" id="{0B804CCE-F3EF-A1A9-9E32-4821F020F4D8}"/>
                        </a:ext>
                      </a:extLst>
                    </p:cNvPr>
                    <p:cNvPicPr/>
                    <p:nvPr/>
                  </p:nvPicPr>
                  <p:blipFill>
                    <a:blip r:embed="rId98"/>
                    <a:stretch>
                      <a:fillRect/>
                    </a:stretch>
                  </p:blipFill>
                  <p:spPr>
                    <a:xfrm>
                      <a:off x="2329434" y="5795546"/>
                      <a:ext cx="73221" cy="11470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9">
                  <p14:nvContentPartPr>
                    <p14:cNvPr id="331" name="墨迹 330">
                      <a:extLst>
                        <a:ext uri="{FF2B5EF4-FFF2-40B4-BE49-F238E27FC236}">
                          <a16:creationId xmlns:a16="http://schemas.microsoft.com/office/drawing/2014/main" id="{886162A2-428F-A2DA-72C3-7C9909D5D87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38373" y="5795708"/>
                    <a:ext cx="6480" cy="5040"/>
                  </p14:xfrm>
                </p:contentPart>
              </mc:Choice>
              <mc:Fallback xmlns="">
                <p:pic>
                  <p:nvPicPr>
                    <p:cNvPr id="331" name="墨迹 330">
                      <a:extLst>
                        <a:ext uri="{FF2B5EF4-FFF2-40B4-BE49-F238E27FC236}">
                          <a16:creationId xmlns:a16="http://schemas.microsoft.com/office/drawing/2014/main" id="{886162A2-428F-A2DA-72C3-7C9909D5D87A}"/>
                        </a:ext>
                      </a:extLst>
                    </p:cNvPr>
                    <p:cNvPicPr/>
                    <p:nvPr/>
                  </p:nvPicPr>
                  <p:blipFill>
                    <a:blip r:embed="rId100"/>
                    <a:stretch>
                      <a:fillRect/>
                    </a:stretch>
                  </p:blipFill>
                  <p:spPr>
                    <a:xfrm>
                      <a:off x="2418528" y="5749890"/>
                      <a:ext cx="46575" cy="9621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1">
                  <p14:nvContentPartPr>
                    <p14:cNvPr id="332" name="墨迹 331">
                      <a:extLst>
                        <a:ext uri="{FF2B5EF4-FFF2-40B4-BE49-F238E27FC236}">
                          <a16:creationId xmlns:a16="http://schemas.microsoft.com/office/drawing/2014/main" id="{BD063911-2A2A-804F-5BB8-38D3F6F2B10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65733" y="5756468"/>
                    <a:ext cx="28440" cy="24120"/>
                  </p14:xfrm>
                </p:contentPart>
              </mc:Choice>
              <mc:Fallback xmlns="">
                <p:pic>
                  <p:nvPicPr>
                    <p:cNvPr id="332" name="墨迹 331">
                      <a:extLst>
                        <a:ext uri="{FF2B5EF4-FFF2-40B4-BE49-F238E27FC236}">
                          <a16:creationId xmlns:a16="http://schemas.microsoft.com/office/drawing/2014/main" id="{BD063911-2A2A-804F-5BB8-38D3F6F2B106}"/>
                        </a:ext>
                      </a:extLst>
                    </p:cNvPr>
                    <p:cNvPicPr/>
                    <p:nvPr/>
                  </p:nvPicPr>
                  <p:blipFill>
                    <a:blip r:embed="rId102"/>
                    <a:stretch>
                      <a:fillRect/>
                    </a:stretch>
                  </p:blipFill>
                  <p:spPr>
                    <a:xfrm>
                      <a:off x="2444618" y="5710959"/>
                      <a:ext cx="71100" cy="11468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3">
                  <p14:nvContentPartPr>
                    <p14:cNvPr id="333" name="墨迹 332">
                      <a:extLst>
                        <a:ext uri="{FF2B5EF4-FFF2-40B4-BE49-F238E27FC236}">
                          <a16:creationId xmlns:a16="http://schemas.microsoft.com/office/drawing/2014/main" id="{772F46B7-A114-8FE1-27ED-7C950CFF963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04253" y="5726948"/>
                    <a:ext cx="21960" cy="20520"/>
                  </p14:xfrm>
                </p:contentPart>
              </mc:Choice>
              <mc:Fallback xmlns="">
                <p:pic>
                  <p:nvPicPr>
                    <p:cNvPr id="333" name="墨迹 332">
                      <a:extLst>
                        <a:ext uri="{FF2B5EF4-FFF2-40B4-BE49-F238E27FC236}">
                          <a16:creationId xmlns:a16="http://schemas.microsoft.com/office/drawing/2014/main" id="{772F46B7-A114-8FE1-27ED-7C950CFF963D}"/>
                        </a:ext>
                      </a:extLst>
                    </p:cNvPr>
                    <p:cNvPicPr/>
                    <p:nvPr/>
                  </p:nvPicPr>
                  <p:blipFill>
                    <a:blip r:embed="rId104"/>
                    <a:stretch>
                      <a:fillRect/>
                    </a:stretch>
                  </p:blipFill>
                  <p:spPr>
                    <a:xfrm>
                      <a:off x="2482724" y="5681348"/>
                      <a:ext cx="64588" cy="11126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5">
                  <p14:nvContentPartPr>
                    <p14:cNvPr id="334" name="墨迹 333">
                      <a:extLst>
                        <a:ext uri="{FF2B5EF4-FFF2-40B4-BE49-F238E27FC236}">
                          <a16:creationId xmlns:a16="http://schemas.microsoft.com/office/drawing/2014/main" id="{8A3AA85F-3808-AD28-C0F5-8E28B648CC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56813" y="5697428"/>
                    <a:ext cx="720" cy="720"/>
                  </p14:xfrm>
                </p:contentPart>
              </mc:Choice>
              <mc:Fallback xmlns="">
                <p:pic>
                  <p:nvPicPr>
                    <p:cNvPr id="334" name="墨迹 333">
                      <a:extLst>
                        <a:ext uri="{FF2B5EF4-FFF2-40B4-BE49-F238E27FC236}">
                          <a16:creationId xmlns:a16="http://schemas.microsoft.com/office/drawing/2014/main" id="{8A3AA85F-3808-AD28-C0F5-8E28B648CC8F}"/>
                        </a:ext>
                      </a:extLst>
                    </p:cNvPr>
                    <p:cNvPicPr/>
                    <p:nvPr/>
                  </p:nvPicPr>
                  <p:blipFill>
                    <a:blip r:embed="rId106"/>
                    <a:stretch>
                      <a:fillRect/>
                    </a:stretch>
                  </p:blipFill>
                  <p:spPr>
                    <a:xfrm>
                      <a:off x="2538813" y="5661428"/>
                      <a:ext cx="3636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7">
                  <p14:nvContentPartPr>
                    <p14:cNvPr id="335" name="墨迹 334">
                      <a:extLst>
                        <a:ext uri="{FF2B5EF4-FFF2-40B4-BE49-F238E27FC236}">
                          <a16:creationId xmlns:a16="http://schemas.microsoft.com/office/drawing/2014/main" id="{1EB967F8-1ADA-21BF-BA5B-64AA2C4D65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25333" y="5830988"/>
                    <a:ext cx="41400" cy="63720"/>
                  </p14:xfrm>
                </p:contentPart>
              </mc:Choice>
              <mc:Fallback xmlns="">
                <p:pic>
                  <p:nvPicPr>
                    <p:cNvPr id="335" name="墨迹 334">
                      <a:extLst>
                        <a:ext uri="{FF2B5EF4-FFF2-40B4-BE49-F238E27FC236}">
                          <a16:creationId xmlns:a16="http://schemas.microsoft.com/office/drawing/2014/main" id="{1EB967F8-1ADA-21BF-BA5B-64AA2C4D65AE}"/>
                        </a:ext>
                      </a:extLst>
                    </p:cNvPr>
                    <p:cNvPicPr/>
                    <p:nvPr/>
                  </p:nvPicPr>
                  <p:blipFill>
                    <a:blip r:embed="rId108"/>
                    <a:stretch>
                      <a:fillRect/>
                    </a:stretch>
                  </p:blipFill>
                  <p:spPr>
                    <a:xfrm>
                      <a:off x="2303993" y="5785146"/>
                      <a:ext cx="83654" cy="15494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9">
                  <p14:nvContentPartPr>
                    <p14:cNvPr id="336" name="墨迹 335">
                      <a:extLst>
                        <a:ext uri="{FF2B5EF4-FFF2-40B4-BE49-F238E27FC236}">
                          <a16:creationId xmlns:a16="http://schemas.microsoft.com/office/drawing/2014/main" id="{28B907B7-1EB2-1A37-628E-E2F48533AC4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69613" y="5800748"/>
                    <a:ext cx="16200" cy="25200"/>
                  </p14:xfrm>
                </p:contentPart>
              </mc:Choice>
              <mc:Fallback xmlns="">
                <p:pic>
                  <p:nvPicPr>
                    <p:cNvPr id="336" name="墨迹 335">
                      <a:extLst>
                        <a:ext uri="{FF2B5EF4-FFF2-40B4-BE49-F238E27FC236}">
                          <a16:creationId xmlns:a16="http://schemas.microsoft.com/office/drawing/2014/main" id="{28B907B7-1EB2-1A37-628E-E2F48533AC40}"/>
                        </a:ext>
                      </a:extLst>
                    </p:cNvPr>
                    <p:cNvPicPr/>
                    <p:nvPr/>
                  </p:nvPicPr>
                  <p:blipFill>
                    <a:blip r:embed="rId110"/>
                    <a:stretch>
                      <a:fillRect/>
                    </a:stretch>
                  </p:blipFill>
                  <p:spPr>
                    <a:xfrm>
                      <a:off x="2348724" y="5754930"/>
                      <a:ext cx="58405" cy="11637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1">
                  <p14:nvContentPartPr>
                    <p14:cNvPr id="337" name="墨迹 336">
                      <a:extLst>
                        <a:ext uri="{FF2B5EF4-FFF2-40B4-BE49-F238E27FC236}">
                          <a16:creationId xmlns:a16="http://schemas.microsoft.com/office/drawing/2014/main" id="{A728BEEA-E227-B52B-6211-DB7DC887549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28253" y="5584388"/>
                    <a:ext cx="316440" cy="84240"/>
                  </p14:xfrm>
                </p:contentPart>
              </mc:Choice>
              <mc:Fallback xmlns="">
                <p:pic>
                  <p:nvPicPr>
                    <p:cNvPr id="337" name="墨迹 336">
                      <a:extLst>
                        <a:ext uri="{FF2B5EF4-FFF2-40B4-BE49-F238E27FC236}">
                          <a16:creationId xmlns:a16="http://schemas.microsoft.com/office/drawing/2014/main" id="{A728BEEA-E227-B52B-6211-DB7DC8875494}"/>
                        </a:ext>
                      </a:extLst>
                    </p:cNvPr>
                    <p:cNvPicPr/>
                    <p:nvPr/>
                  </p:nvPicPr>
                  <p:blipFill>
                    <a:blip r:embed="rId112"/>
                    <a:stretch>
                      <a:fillRect/>
                    </a:stretch>
                  </p:blipFill>
                  <p:spPr>
                    <a:xfrm>
                      <a:off x="2806814" y="5538355"/>
                      <a:ext cx="358889" cy="17584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3">
                  <p14:nvContentPartPr>
                    <p14:cNvPr id="338" name="墨迹 337">
                      <a:extLst>
                        <a:ext uri="{FF2B5EF4-FFF2-40B4-BE49-F238E27FC236}">
                          <a16:creationId xmlns:a16="http://schemas.microsoft.com/office/drawing/2014/main" id="{CE0FD801-205B-389B-900B-787EEF13AFB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39853" y="5612828"/>
                    <a:ext cx="204480" cy="300600"/>
                  </p14:xfrm>
                </p:contentPart>
              </mc:Choice>
              <mc:Fallback xmlns="">
                <p:pic>
                  <p:nvPicPr>
                    <p:cNvPr id="338" name="墨迹 337">
                      <a:extLst>
                        <a:ext uri="{FF2B5EF4-FFF2-40B4-BE49-F238E27FC236}">
                          <a16:creationId xmlns:a16="http://schemas.microsoft.com/office/drawing/2014/main" id="{CE0FD801-205B-389B-900B-787EEF13AFB8}"/>
                        </a:ext>
                      </a:extLst>
                    </p:cNvPr>
                    <p:cNvPicPr/>
                    <p:nvPr/>
                  </p:nvPicPr>
                  <p:blipFill>
                    <a:blip r:embed="rId114"/>
                    <a:stretch>
                      <a:fillRect/>
                    </a:stretch>
                  </p:blipFill>
                  <p:spPr>
                    <a:xfrm>
                      <a:off x="2918848" y="5567324"/>
                      <a:ext cx="246919" cy="39206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5">
                  <p14:nvContentPartPr>
                    <p14:cNvPr id="339" name="墨迹 338">
                      <a:extLst>
                        <a:ext uri="{FF2B5EF4-FFF2-40B4-BE49-F238E27FC236}">
                          <a16:creationId xmlns:a16="http://schemas.microsoft.com/office/drawing/2014/main" id="{DA39C41C-5602-25B5-7A01-9F1B04B7A23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2693" y="5651348"/>
                    <a:ext cx="116280" cy="93960"/>
                  </p14:xfrm>
                </p:contentPart>
              </mc:Choice>
              <mc:Fallback xmlns="">
                <p:pic>
                  <p:nvPicPr>
                    <p:cNvPr id="339" name="墨迹 338">
                      <a:extLst>
                        <a:ext uri="{FF2B5EF4-FFF2-40B4-BE49-F238E27FC236}">
                          <a16:creationId xmlns:a16="http://schemas.microsoft.com/office/drawing/2014/main" id="{DA39C41C-5602-25B5-7A01-9F1B04B7A239}"/>
                        </a:ext>
                      </a:extLst>
                    </p:cNvPr>
                    <p:cNvPicPr/>
                    <p:nvPr/>
                  </p:nvPicPr>
                  <p:blipFill>
                    <a:blip r:embed="rId116"/>
                    <a:stretch>
                      <a:fillRect/>
                    </a:stretch>
                  </p:blipFill>
                  <p:spPr>
                    <a:xfrm>
                      <a:off x="2691239" y="5605514"/>
                      <a:ext cx="158759" cy="18517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7">
                  <p14:nvContentPartPr>
                    <p14:cNvPr id="340" name="墨迹 339">
                      <a:extLst>
                        <a:ext uri="{FF2B5EF4-FFF2-40B4-BE49-F238E27FC236}">
                          <a16:creationId xmlns:a16="http://schemas.microsoft.com/office/drawing/2014/main" id="{F0CBEF3A-643C-2D9D-B533-0F91F75C06C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96853" y="5753948"/>
                    <a:ext cx="168480" cy="334800"/>
                  </p14:xfrm>
                </p:contentPart>
              </mc:Choice>
              <mc:Fallback xmlns="">
                <p:pic>
                  <p:nvPicPr>
                    <p:cNvPr id="340" name="墨迹 339">
                      <a:extLst>
                        <a:ext uri="{FF2B5EF4-FFF2-40B4-BE49-F238E27FC236}">
                          <a16:creationId xmlns:a16="http://schemas.microsoft.com/office/drawing/2014/main" id="{F0CBEF3A-643C-2D9D-B533-0F91F75C06C7}"/>
                        </a:ext>
                      </a:extLst>
                    </p:cNvPr>
                    <p:cNvPicPr/>
                    <p:nvPr/>
                  </p:nvPicPr>
                  <p:blipFill>
                    <a:blip r:embed="rId118"/>
                    <a:stretch>
                      <a:fillRect/>
                    </a:stretch>
                  </p:blipFill>
                  <p:spPr>
                    <a:xfrm>
                      <a:off x="2675418" y="5708022"/>
                      <a:ext cx="210922" cy="42619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9">
                  <p14:nvContentPartPr>
                    <p14:cNvPr id="341" name="墨迹 340">
                      <a:extLst>
                        <a:ext uri="{FF2B5EF4-FFF2-40B4-BE49-F238E27FC236}">
                          <a16:creationId xmlns:a16="http://schemas.microsoft.com/office/drawing/2014/main" id="{EC11B6F6-44A5-E690-102C-6F8078F249B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86493" y="5575748"/>
                    <a:ext cx="357840" cy="486360"/>
                  </p14:xfrm>
                </p:contentPart>
              </mc:Choice>
              <mc:Fallback xmlns="">
                <p:pic>
                  <p:nvPicPr>
                    <p:cNvPr id="341" name="墨迹 340">
                      <a:extLst>
                        <a:ext uri="{FF2B5EF4-FFF2-40B4-BE49-F238E27FC236}">
                          <a16:creationId xmlns:a16="http://schemas.microsoft.com/office/drawing/2014/main" id="{EC11B6F6-44A5-E690-102C-6F8078F249B5}"/>
                        </a:ext>
                      </a:extLst>
                    </p:cNvPr>
                    <p:cNvPicPr/>
                    <p:nvPr/>
                  </p:nvPicPr>
                  <p:blipFill>
                    <a:blip r:embed="rId120"/>
                    <a:stretch>
                      <a:fillRect/>
                    </a:stretch>
                  </p:blipFill>
                  <p:spPr>
                    <a:xfrm>
                      <a:off x="2765494" y="5529778"/>
                      <a:ext cx="400267" cy="577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1">
                  <p14:nvContentPartPr>
                    <p14:cNvPr id="342" name="墨迹 341">
                      <a:extLst>
                        <a:ext uri="{FF2B5EF4-FFF2-40B4-BE49-F238E27FC236}">
                          <a16:creationId xmlns:a16="http://schemas.microsoft.com/office/drawing/2014/main" id="{26C3BF98-30CF-9434-2F27-FE75AE6820E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57173" y="5938268"/>
                    <a:ext cx="19080" cy="23040"/>
                  </p14:xfrm>
                </p:contentPart>
              </mc:Choice>
              <mc:Fallback xmlns="">
                <p:pic>
                  <p:nvPicPr>
                    <p:cNvPr id="342" name="墨迹 341">
                      <a:extLst>
                        <a:ext uri="{FF2B5EF4-FFF2-40B4-BE49-F238E27FC236}">
                          <a16:creationId xmlns:a16="http://schemas.microsoft.com/office/drawing/2014/main" id="{26C3BF98-30CF-9434-2F27-FE75AE6820ED}"/>
                        </a:ext>
                      </a:extLst>
                    </p:cNvPr>
                    <p:cNvPicPr/>
                    <p:nvPr/>
                  </p:nvPicPr>
                  <p:blipFill>
                    <a:blip r:embed="rId122"/>
                    <a:stretch>
                      <a:fillRect/>
                    </a:stretch>
                  </p:blipFill>
                  <p:spPr>
                    <a:xfrm>
                      <a:off x="2535973" y="5892649"/>
                      <a:ext cx="61056" cy="11473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3">
                  <p14:nvContentPartPr>
                    <p14:cNvPr id="343" name="墨迹 342">
                      <a:extLst>
                        <a:ext uri="{FF2B5EF4-FFF2-40B4-BE49-F238E27FC236}">
                          <a16:creationId xmlns:a16="http://schemas.microsoft.com/office/drawing/2014/main" id="{C6E8E6CA-D636-2ED7-FDCE-22D4D1ECD51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77693" y="5894348"/>
                    <a:ext cx="22680" cy="42120"/>
                  </p14:xfrm>
                </p:contentPart>
              </mc:Choice>
              <mc:Fallback xmlns="">
                <p:pic>
                  <p:nvPicPr>
                    <p:cNvPr id="343" name="墨迹 342">
                      <a:extLst>
                        <a:ext uri="{FF2B5EF4-FFF2-40B4-BE49-F238E27FC236}">
                          <a16:creationId xmlns:a16="http://schemas.microsoft.com/office/drawing/2014/main" id="{C6E8E6CA-D636-2ED7-FDCE-22D4D1ECD51C}"/>
                        </a:ext>
                      </a:extLst>
                    </p:cNvPr>
                    <p:cNvPicPr/>
                    <p:nvPr/>
                  </p:nvPicPr>
                  <p:blipFill>
                    <a:blip r:embed="rId124"/>
                    <a:stretch>
                      <a:fillRect/>
                    </a:stretch>
                  </p:blipFill>
                  <p:spPr>
                    <a:xfrm>
                      <a:off x="2556725" y="5848565"/>
                      <a:ext cx="65045" cy="13322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5">
                  <p14:nvContentPartPr>
                    <p14:cNvPr id="344" name="墨迹 343">
                      <a:extLst>
                        <a:ext uri="{FF2B5EF4-FFF2-40B4-BE49-F238E27FC236}">
                          <a16:creationId xmlns:a16="http://schemas.microsoft.com/office/drawing/2014/main" id="{11401934-A584-7C11-9C2F-86B2B7A7EE8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60853" y="5813348"/>
                    <a:ext cx="12240" cy="8280"/>
                  </p14:xfrm>
                </p:contentPart>
              </mc:Choice>
              <mc:Fallback xmlns="">
                <p:pic>
                  <p:nvPicPr>
                    <p:cNvPr id="344" name="墨迹 343">
                      <a:extLst>
                        <a:ext uri="{FF2B5EF4-FFF2-40B4-BE49-F238E27FC236}">
                          <a16:creationId xmlns:a16="http://schemas.microsoft.com/office/drawing/2014/main" id="{11401934-A584-7C11-9C2F-86B2B7A7EE8D}"/>
                        </a:ext>
                      </a:extLst>
                    </p:cNvPr>
                    <p:cNvPicPr/>
                    <p:nvPr/>
                  </p:nvPicPr>
                  <p:blipFill>
                    <a:blip r:embed="rId126"/>
                    <a:stretch>
                      <a:fillRect/>
                    </a:stretch>
                  </p:blipFill>
                  <p:spPr>
                    <a:xfrm>
                      <a:off x="2638996" y="5769769"/>
                      <a:ext cx="55517" cy="9500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7">
                  <p14:nvContentPartPr>
                    <p14:cNvPr id="345" name="墨迹 344">
                      <a:extLst>
                        <a:ext uri="{FF2B5EF4-FFF2-40B4-BE49-F238E27FC236}">
                          <a16:creationId xmlns:a16="http://schemas.microsoft.com/office/drawing/2014/main" id="{72112601-198B-5FE1-C476-33E0EB77EB6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20893" y="5838188"/>
                    <a:ext cx="6480" cy="7200"/>
                  </p14:xfrm>
                </p:contentPart>
              </mc:Choice>
              <mc:Fallback xmlns="">
                <p:pic>
                  <p:nvPicPr>
                    <p:cNvPr id="345" name="墨迹 344">
                      <a:extLst>
                        <a:ext uri="{FF2B5EF4-FFF2-40B4-BE49-F238E27FC236}">
                          <a16:creationId xmlns:a16="http://schemas.microsoft.com/office/drawing/2014/main" id="{72112601-198B-5FE1-C476-33E0EB77EB64}"/>
                        </a:ext>
                      </a:extLst>
                    </p:cNvPr>
                    <p:cNvPicPr/>
                    <p:nvPr/>
                  </p:nvPicPr>
                  <p:blipFill>
                    <a:blip r:embed="rId128"/>
                    <a:stretch>
                      <a:fillRect/>
                    </a:stretch>
                  </p:blipFill>
                  <p:spPr>
                    <a:xfrm>
                      <a:off x="2599293" y="5793638"/>
                      <a:ext cx="49248" cy="9675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9">
                  <p14:nvContentPartPr>
                    <p14:cNvPr id="346" name="墨迹 345">
                      <a:extLst>
                        <a:ext uri="{FF2B5EF4-FFF2-40B4-BE49-F238E27FC236}">
                          <a16:creationId xmlns:a16="http://schemas.microsoft.com/office/drawing/2014/main" id="{A0C704A3-D89E-790D-7542-990ADAD916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82373" y="5865548"/>
                    <a:ext cx="2160" cy="1440"/>
                  </p14:xfrm>
                </p:contentPart>
              </mc:Choice>
              <mc:Fallback xmlns="">
                <p:pic>
                  <p:nvPicPr>
                    <p:cNvPr id="346" name="墨迹 345">
                      <a:extLst>
                        <a:ext uri="{FF2B5EF4-FFF2-40B4-BE49-F238E27FC236}">
                          <a16:creationId xmlns:a16="http://schemas.microsoft.com/office/drawing/2014/main" id="{A0C704A3-D89E-790D-7542-990ADAD91603}"/>
                        </a:ext>
                      </a:extLst>
                    </p:cNvPr>
                    <p:cNvPicPr/>
                    <p:nvPr/>
                  </p:nvPicPr>
                  <p:blipFill>
                    <a:blip r:embed="rId130"/>
                    <a:stretch>
                      <a:fillRect/>
                    </a:stretch>
                  </p:blipFill>
                  <p:spPr>
                    <a:xfrm>
                      <a:off x="2561205" y="5817548"/>
                      <a:ext cx="44928" cy="96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1">
                  <p14:nvContentPartPr>
                    <p14:cNvPr id="347" name="墨迹 346">
                      <a:extLst>
                        <a:ext uri="{FF2B5EF4-FFF2-40B4-BE49-F238E27FC236}">
                          <a16:creationId xmlns:a16="http://schemas.microsoft.com/office/drawing/2014/main" id="{E33FBA63-9D72-A444-8E46-317A2D728BC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82373" y="5865548"/>
                    <a:ext cx="9720" cy="5760"/>
                  </p14:xfrm>
                </p:contentPart>
              </mc:Choice>
              <mc:Fallback xmlns="">
                <p:pic>
                  <p:nvPicPr>
                    <p:cNvPr id="347" name="墨迹 346">
                      <a:extLst>
                        <a:ext uri="{FF2B5EF4-FFF2-40B4-BE49-F238E27FC236}">
                          <a16:creationId xmlns:a16="http://schemas.microsoft.com/office/drawing/2014/main" id="{E33FBA63-9D72-A444-8E46-317A2D728BCC}"/>
                        </a:ext>
                      </a:extLst>
                    </p:cNvPr>
                    <p:cNvPicPr/>
                    <p:nvPr/>
                  </p:nvPicPr>
                  <p:blipFill>
                    <a:blip r:embed="rId132"/>
                    <a:stretch>
                      <a:fillRect/>
                    </a:stretch>
                  </p:blipFill>
                  <p:spPr>
                    <a:xfrm>
                      <a:off x="2561665" y="5821240"/>
                      <a:ext cx="51558" cy="9393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3">
                  <p14:nvContentPartPr>
                    <p14:cNvPr id="348" name="墨迹 347">
                      <a:extLst>
                        <a:ext uri="{FF2B5EF4-FFF2-40B4-BE49-F238E27FC236}">
                          <a16:creationId xmlns:a16="http://schemas.microsoft.com/office/drawing/2014/main" id="{26CCE345-99F5-EA21-E033-0C21EBE7D9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20533" y="5838548"/>
                    <a:ext cx="23040" cy="11160"/>
                  </p14:xfrm>
                </p:contentPart>
              </mc:Choice>
              <mc:Fallback xmlns="">
                <p:pic>
                  <p:nvPicPr>
                    <p:cNvPr id="348" name="墨迹 347">
                      <a:extLst>
                        <a:ext uri="{FF2B5EF4-FFF2-40B4-BE49-F238E27FC236}">
                          <a16:creationId xmlns:a16="http://schemas.microsoft.com/office/drawing/2014/main" id="{26CCE345-99F5-EA21-E033-0C21EBE7D9DF}"/>
                        </a:ext>
                      </a:extLst>
                    </p:cNvPr>
                    <p:cNvPicPr/>
                    <p:nvPr/>
                  </p:nvPicPr>
                  <p:blipFill>
                    <a:blip r:embed="rId134"/>
                    <a:stretch>
                      <a:fillRect/>
                    </a:stretch>
                  </p:blipFill>
                  <p:spPr>
                    <a:xfrm>
                      <a:off x="2599626" y="5792048"/>
                      <a:ext cx="65280" cy="10369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5">
                  <p14:nvContentPartPr>
                    <p14:cNvPr id="349" name="墨迹 348">
                      <a:extLst>
                        <a:ext uri="{FF2B5EF4-FFF2-40B4-BE49-F238E27FC236}">
                          <a16:creationId xmlns:a16="http://schemas.microsoft.com/office/drawing/2014/main" id="{8208A733-AD61-6273-A400-37E634A26BF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44293" y="5835308"/>
                    <a:ext cx="12960" cy="2880"/>
                  </p14:xfrm>
                </p:contentPart>
              </mc:Choice>
              <mc:Fallback xmlns="">
                <p:pic>
                  <p:nvPicPr>
                    <p:cNvPr id="349" name="墨迹 348">
                      <a:extLst>
                        <a:ext uri="{FF2B5EF4-FFF2-40B4-BE49-F238E27FC236}">
                          <a16:creationId xmlns:a16="http://schemas.microsoft.com/office/drawing/2014/main" id="{8208A733-AD61-6273-A400-37E634A26BFD}"/>
                        </a:ext>
                      </a:extLst>
                    </p:cNvPr>
                    <p:cNvPicPr/>
                    <p:nvPr/>
                  </p:nvPicPr>
                  <p:blipFill>
                    <a:blip r:embed="rId136"/>
                    <a:stretch>
                      <a:fillRect/>
                    </a:stretch>
                  </p:blipFill>
                  <p:spPr>
                    <a:xfrm>
                      <a:off x="2623808" y="5794577"/>
                      <a:ext cx="54348" cy="8475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7">
                  <p14:nvContentPartPr>
                    <p14:cNvPr id="350" name="墨迹 349">
                      <a:extLst>
                        <a:ext uri="{FF2B5EF4-FFF2-40B4-BE49-F238E27FC236}">
                          <a16:creationId xmlns:a16="http://schemas.microsoft.com/office/drawing/2014/main" id="{75091A53-29EC-30F7-B4B7-C517800FAE4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58533" y="5975348"/>
                    <a:ext cx="76680" cy="25560"/>
                  </p14:xfrm>
                </p:contentPart>
              </mc:Choice>
              <mc:Fallback xmlns="">
                <p:pic>
                  <p:nvPicPr>
                    <p:cNvPr id="350" name="墨迹 349">
                      <a:extLst>
                        <a:ext uri="{FF2B5EF4-FFF2-40B4-BE49-F238E27FC236}">
                          <a16:creationId xmlns:a16="http://schemas.microsoft.com/office/drawing/2014/main" id="{75091A53-29EC-30F7-B4B7-C517800FAE49}"/>
                        </a:ext>
                      </a:extLst>
                    </p:cNvPr>
                    <p:cNvPicPr/>
                    <p:nvPr/>
                  </p:nvPicPr>
                  <p:blipFill>
                    <a:blip r:embed="rId138"/>
                    <a:stretch>
                      <a:fillRect/>
                    </a:stretch>
                  </p:blipFill>
                  <p:spPr>
                    <a:xfrm>
                      <a:off x="2437542" y="5929705"/>
                      <a:ext cx="119090" cy="1163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9">
                  <p14:nvContentPartPr>
                    <p14:cNvPr id="351" name="墨迹 350">
                      <a:extLst>
                        <a:ext uri="{FF2B5EF4-FFF2-40B4-BE49-F238E27FC236}">
                          <a16:creationId xmlns:a16="http://schemas.microsoft.com/office/drawing/2014/main" id="{EEFB87B0-AFA2-1D38-30E4-EEDDA801B60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49093" y="6107468"/>
                    <a:ext cx="466920" cy="10440"/>
                  </p14:xfrm>
                </p:contentPart>
              </mc:Choice>
              <mc:Fallback xmlns="">
                <p:pic>
                  <p:nvPicPr>
                    <p:cNvPr id="351" name="墨迹 350">
                      <a:extLst>
                        <a:ext uri="{FF2B5EF4-FFF2-40B4-BE49-F238E27FC236}">
                          <a16:creationId xmlns:a16="http://schemas.microsoft.com/office/drawing/2014/main" id="{EEFB87B0-AFA2-1D38-30E4-EEDDA801B603}"/>
                        </a:ext>
                      </a:extLst>
                    </p:cNvPr>
                    <p:cNvPicPr/>
                    <p:nvPr/>
                  </p:nvPicPr>
                  <p:blipFill>
                    <a:blip r:embed="rId140"/>
                    <a:stretch>
                      <a:fillRect/>
                    </a:stretch>
                  </p:blipFill>
                  <p:spPr>
                    <a:xfrm>
                      <a:off x="2328084" y="6062531"/>
                      <a:ext cx="509367" cy="10076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1">
                  <p14:nvContentPartPr>
                    <p14:cNvPr id="352" name="墨迹 351">
                      <a:extLst>
                        <a:ext uri="{FF2B5EF4-FFF2-40B4-BE49-F238E27FC236}">
                          <a16:creationId xmlns:a16="http://schemas.microsoft.com/office/drawing/2014/main" id="{EA2C4E8A-1A3F-98D8-8EB7-2300CAD2F9A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15693" y="6004148"/>
                    <a:ext cx="321480" cy="73440"/>
                  </p14:xfrm>
                </p:contentPart>
              </mc:Choice>
              <mc:Fallback xmlns="">
                <p:pic>
                  <p:nvPicPr>
                    <p:cNvPr id="352" name="墨迹 351">
                      <a:extLst>
                        <a:ext uri="{FF2B5EF4-FFF2-40B4-BE49-F238E27FC236}">
                          <a16:creationId xmlns:a16="http://schemas.microsoft.com/office/drawing/2014/main" id="{EA2C4E8A-1A3F-98D8-8EB7-2300CAD2F9A7}"/>
                        </a:ext>
                      </a:extLst>
                    </p:cNvPr>
                    <p:cNvPicPr/>
                    <p:nvPr/>
                  </p:nvPicPr>
                  <p:blipFill>
                    <a:blip r:embed="rId142"/>
                    <a:stretch>
                      <a:fillRect/>
                    </a:stretch>
                  </p:blipFill>
                  <p:spPr>
                    <a:xfrm>
                      <a:off x="2394690" y="5958248"/>
                      <a:ext cx="363915" cy="1647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3">
                  <p14:nvContentPartPr>
                    <p14:cNvPr id="353" name="墨迹 352">
                      <a:extLst>
                        <a:ext uri="{FF2B5EF4-FFF2-40B4-BE49-F238E27FC236}">
                          <a16:creationId xmlns:a16="http://schemas.microsoft.com/office/drawing/2014/main" id="{5D170699-9A85-053D-3FA5-5E542BFCF53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96773" y="5910188"/>
                    <a:ext cx="149400" cy="113400"/>
                  </p14:xfrm>
                </p:contentPart>
              </mc:Choice>
              <mc:Fallback xmlns="">
                <p:pic>
                  <p:nvPicPr>
                    <p:cNvPr id="353" name="墨迹 352">
                      <a:extLst>
                        <a:ext uri="{FF2B5EF4-FFF2-40B4-BE49-F238E27FC236}">
                          <a16:creationId xmlns:a16="http://schemas.microsoft.com/office/drawing/2014/main" id="{5D170699-9A85-053D-3FA5-5E542BFCF532}"/>
                        </a:ext>
                      </a:extLst>
                    </p:cNvPr>
                    <p:cNvPicPr/>
                    <p:nvPr/>
                  </p:nvPicPr>
                  <p:blipFill>
                    <a:blip r:embed="rId144"/>
                    <a:stretch>
                      <a:fillRect/>
                    </a:stretch>
                  </p:blipFill>
                  <p:spPr>
                    <a:xfrm>
                      <a:off x="2575737" y="5864277"/>
                      <a:ext cx="191902" cy="20476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5">
                  <p14:nvContentPartPr>
                    <p14:cNvPr id="354" name="墨迹 353">
                      <a:extLst>
                        <a:ext uri="{FF2B5EF4-FFF2-40B4-BE49-F238E27FC236}">
                          <a16:creationId xmlns:a16="http://schemas.microsoft.com/office/drawing/2014/main" id="{0764293D-F487-5919-205D-4DB6DD66E7B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62293" y="5812988"/>
                    <a:ext cx="20880" cy="100440"/>
                  </p14:xfrm>
                </p:contentPart>
              </mc:Choice>
              <mc:Fallback xmlns="">
                <p:pic>
                  <p:nvPicPr>
                    <p:cNvPr id="354" name="墨迹 353">
                      <a:extLst>
                        <a:ext uri="{FF2B5EF4-FFF2-40B4-BE49-F238E27FC236}">
                          <a16:creationId xmlns:a16="http://schemas.microsoft.com/office/drawing/2014/main" id="{0764293D-F487-5919-205D-4DB6DD66E7B3}"/>
                        </a:ext>
                      </a:extLst>
                    </p:cNvPr>
                    <p:cNvPicPr/>
                    <p:nvPr/>
                  </p:nvPicPr>
                  <p:blipFill>
                    <a:blip r:embed="rId146"/>
                    <a:stretch>
                      <a:fillRect/>
                    </a:stretch>
                  </p:blipFill>
                  <p:spPr>
                    <a:xfrm>
                      <a:off x="2641413" y="5766915"/>
                      <a:ext cx="63066" cy="19212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7">
                  <p14:nvContentPartPr>
                    <p14:cNvPr id="355" name="墨迹 354">
                      <a:extLst>
                        <a:ext uri="{FF2B5EF4-FFF2-40B4-BE49-F238E27FC236}">
                          <a16:creationId xmlns:a16="http://schemas.microsoft.com/office/drawing/2014/main" id="{6CE0B324-0136-96C6-FBDF-3AA70C22601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82813" y="5824508"/>
                    <a:ext cx="122400" cy="264600"/>
                  </p14:xfrm>
                </p:contentPart>
              </mc:Choice>
              <mc:Fallback xmlns="">
                <p:pic>
                  <p:nvPicPr>
                    <p:cNvPr id="355" name="墨迹 354">
                      <a:extLst>
                        <a:ext uri="{FF2B5EF4-FFF2-40B4-BE49-F238E27FC236}">
                          <a16:creationId xmlns:a16="http://schemas.microsoft.com/office/drawing/2014/main" id="{6CE0B324-0136-96C6-FBDF-3AA70C226018}"/>
                        </a:ext>
                      </a:extLst>
                    </p:cNvPr>
                    <p:cNvPicPr/>
                    <p:nvPr/>
                  </p:nvPicPr>
                  <p:blipFill>
                    <a:blip r:embed="rId148"/>
                    <a:stretch>
                      <a:fillRect/>
                    </a:stretch>
                  </p:blipFill>
                  <p:spPr>
                    <a:xfrm>
                      <a:off x="2661339" y="5778570"/>
                      <a:ext cx="164918" cy="35601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9">
                  <p14:nvContentPartPr>
                    <p14:cNvPr id="356" name="墨迹 355">
                      <a:extLst>
                        <a:ext uri="{FF2B5EF4-FFF2-40B4-BE49-F238E27FC236}">
                          <a16:creationId xmlns:a16="http://schemas.microsoft.com/office/drawing/2014/main" id="{F5AEAC09-DE0A-0E6F-CE2F-262783F9DD0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03253" y="5884628"/>
                    <a:ext cx="159120" cy="159120"/>
                  </p14:xfrm>
                </p:contentPart>
              </mc:Choice>
              <mc:Fallback xmlns="">
                <p:pic>
                  <p:nvPicPr>
                    <p:cNvPr id="356" name="墨迹 355">
                      <a:extLst>
                        <a:ext uri="{FF2B5EF4-FFF2-40B4-BE49-F238E27FC236}">
                          <a16:creationId xmlns:a16="http://schemas.microsoft.com/office/drawing/2014/main" id="{F5AEAC09-DE0A-0E6F-CE2F-262783F9DD01}"/>
                        </a:ext>
                      </a:extLst>
                    </p:cNvPr>
                    <p:cNvPicPr/>
                    <p:nvPr/>
                  </p:nvPicPr>
                  <p:blipFill>
                    <a:blip r:embed="rId150"/>
                    <a:stretch>
                      <a:fillRect/>
                    </a:stretch>
                  </p:blipFill>
                  <p:spPr>
                    <a:xfrm>
                      <a:off x="2582237" y="5839099"/>
                      <a:ext cx="201581" cy="25063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1">
                  <p14:nvContentPartPr>
                    <p14:cNvPr id="357" name="墨迹 356">
                      <a:extLst>
                        <a:ext uri="{FF2B5EF4-FFF2-40B4-BE49-F238E27FC236}">
                          <a16:creationId xmlns:a16="http://schemas.microsoft.com/office/drawing/2014/main" id="{26847FDC-07C3-D495-CFF4-CBC92252015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38333" y="6121148"/>
                    <a:ext cx="360" cy="360"/>
                  </p14:xfrm>
                </p:contentPart>
              </mc:Choice>
              <mc:Fallback xmlns="">
                <p:pic>
                  <p:nvPicPr>
                    <p:cNvPr id="357" name="墨迹 356">
                      <a:extLst>
                        <a:ext uri="{FF2B5EF4-FFF2-40B4-BE49-F238E27FC236}">
                          <a16:creationId xmlns:a16="http://schemas.microsoft.com/office/drawing/2014/main" id="{26847FDC-07C3-D495-CFF4-CBC92252015C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820333" y="608550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3">
                  <p14:nvContentPartPr>
                    <p14:cNvPr id="358" name="墨迹 357">
                      <a:extLst>
                        <a:ext uri="{FF2B5EF4-FFF2-40B4-BE49-F238E27FC236}">
                          <a16:creationId xmlns:a16="http://schemas.microsoft.com/office/drawing/2014/main" id="{A189EB88-D97D-CE44-BC3A-F49EC8742C8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12053" y="6101708"/>
                    <a:ext cx="2880" cy="1080"/>
                  </p14:xfrm>
                </p:contentPart>
              </mc:Choice>
              <mc:Fallback xmlns="">
                <p:pic>
                  <p:nvPicPr>
                    <p:cNvPr id="358" name="墨迹 357">
                      <a:extLst>
                        <a:ext uri="{FF2B5EF4-FFF2-40B4-BE49-F238E27FC236}">
                          <a16:creationId xmlns:a16="http://schemas.microsoft.com/office/drawing/2014/main" id="{A189EB88-D97D-CE44-BC3A-F49EC8742C8C}"/>
                        </a:ext>
                      </a:extLst>
                    </p:cNvPr>
                    <p:cNvPicPr/>
                    <p:nvPr/>
                  </p:nvPicPr>
                  <p:blipFill>
                    <a:blip r:embed="rId154"/>
                    <a:stretch>
                      <a:fillRect/>
                    </a:stretch>
                  </p:blipFill>
                  <p:spPr>
                    <a:xfrm>
                      <a:off x="2791482" y="6047708"/>
                      <a:ext cx="43611" cy="1085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5">
                  <p14:nvContentPartPr>
                    <p14:cNvPr id="359" name="墨迹 358">
                      <a:extLst>
                        <a:ext uri="{FF2B5EF4-FFF2-40B4-BE49-F238E27FC236}">
                          <a16:creationId xmlns:a16="http://schemas.microsoft.com/office/drawing/2014/main" id="{165C3C1D-B9F1-551F-273B-0CDAEEA7BB9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28733" y="6005228"/>
                    <a:ext cx="360" cy="360"/>
                  </p14:xfrm>
                </p:contentPart>
              </mc:Choice>
              <mc:Fallback xmlns="">
                <p:pic>
                  <p:nvPicPr>
                    <p:cNvPr id="359" name="墨迹 358">
                      <a:extLst>
                        <a:ext uri="{FF2B5EF4-FFF2-40B4-BE49-F238E27FC236}">
                          <a16:creationId xmlns:a16="http://schemas.microsoft.com/office/drawing/2014/main" id="{165C3C1D-B9F1-551F-273B-0CDAEEA7BB9C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510733" y="596958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6">
                  <p14:nvContentPartPr>
                    <p14:cNvPr id="360" name="墨迹 359">
                      <a:extLst>
                        <a:ext uri="{FF2B5EF4-FFF2-40B4-BE49-F238E27FC236}">
                          <a16:creationId xmlns:a16="http://schemas.microsoft.com/office/drawing/2014/main" id="{DAC8B16D-23A6-39EB-F5F5-79ED64413EA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99933" y="5651258"/>
                    <a:ext cx="360" cy="360"/>
                  </p14:xfrm>
                </p:contentPart>
              </mc:Choice>
              <mc:Fallback xmlns="">
                <p:pic>
                  <p:nvPicPr>
                    <p:cNvPr id="360" name="墨迹 359">
                      <a:extLst>
                        <a:ext uri="{FF2B5EF4-FFF2-40B4-BE49-F238E27FC236}">
                          <a16:creationId xmlns:a16="http://schemas.microsoft.com/office/drawing/2014/main" id="{DAC8B16D-23A6-39EB-F5F5-79ED64413EA4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482293" y="561561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7">
                  <p14:nvContentPartPr>
                    <p14:cNvPr id="361" name="墨迹 360">
                      <a:extLst>
                        <a:ext uri="{FF2B5EF4-FFF2-40B4-BE49-F238E27FC236}">
                          <a16:creationId xmlns:a16="http://schemas.microsoft.com/office/drawing/2014/main" id="{70618F84-A7A7-6E3F-7B7E-A9C82394B03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7053" y="5627498"/>
                    <a:ext cx="69480" cy="48240"/>
                  </p14:xfrm>
                </p:contentPart>
              </mc:Choice>
              <mc:Fallback xmlns="">
                <p:pic>
                  <p:nvPicPr>
                    <p:cNvPr id="361" name="墨迹 360">
                      <a:extLst>
                        <a:ext uri="{FF2B5EF4-FFF2-40B4-BE49-F238E27FC236}">
                          <a16:creationId xmlns:a16="http://schemas.microsoft.com/office/drawing/2014/main" id="{70618F84-A7A7-6E3F-7B7E-A9C82394B03D}"/>
                        </a:ext>
                      </a:extLst>
                    </p:cNvPr>
                    <p:cNvPicPr/>
                    <p:nvPr/>
                  </p:nvPicPr>
                  <p:blipFill>
                    <a:blip r:embed="rId158"/>
                    <a:stretch>
                      <a:fillRect/>
                    </a:stretch>
                  </p:blipFill>
                  <p:spPr>
                    <a:xfrm>
                      <a:off x="2656037" y="5581555"/>
                      <a:ext cx="111940" cy="13966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9">
                  <p14:nvContentPartPr>
                    <p14:cNvPr id="362" name="墨迹 361">
                      <a:extLst>
                        <a:ext uri="{FF2B5EF4-FFF2-40B4-BE49-F238E27FC236}">
                          <a16:creationId xmlns:a16="http://schemas.microsoft.com/office/drawing/2014/main" id="{9D4A78F6-F9C4-F6D7-8884-24B52712245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35693" y="5643338"/>
                    <a:ext cx="504360" cy="460440"/>
                  </p14:xfrm>
                </p:contentPart>
              </mc:Choice>
              <mc:Fallback xmlns="">
                <p:pic>
                  <p:nvPicPr>
                    <p:cNvPr id="362" name="墨迹 361">
                      <a:extLst>
                        <a:ext uri="{FF2B5EF4-FFF2-40B4-BE49-F238E27FC236}">
                          <a16:creationId xmlns:a16="http://schemas.microsoft.com/office/drawing/2014/main" id="{9D4A78F6-F9C4-F6D7-8884-24B527122454}"/>
                        </a:ext>
                      </a:extLst>
                    </p:cNvPr>
                    <p:cNvPicPr/>
                    <p:nvPr/>
                  </p:nvPicPr>
                  <p:blipFill>
                    <a:blip r:embed="rId160"/>
                    <a:stretch>
                      <a:fillRect/>
                    </a:stretch>
                  </p:blipFill>
                  <p:spPr>
                    <a:xfrm>
                      <a:off x="2214267" y="5597386"/>
                      <a:ext cx="546783" cy="55188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1">
                  <p14:nvContentPartPr>
                    <p14:cNvPr id="363" name="墨迹 362">
                      <a:extLst>
                        <a:ext uri="{FF2B5EF4-FFF2-40B4-BE49-F238E27FC236}">
                          <a16:creationId xmlns:a16="http://schemas.microsoft.com/office/drawing/2014/main" id="{DB337D3B-009E-75FC-0EAA-E32C3B2AFE5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553933" y="5703818"/>
                    <a:ext cx="2520" cy="1080"/>
                  </p14:xfrm>
                </p:contentPart>
              </mc:Choice>
              <mc:Fallback xmlns="">
                <p:pic>
                  <p:nvPicPr>
                    <p:cNvPr id="363" name="墨迹 362">
                      <a:extLst>
                        <a:ext uri="{FF2B5EF4-FFF2-40B4-BE49-F238E27FC236}">
                          <a16:creationId xmlns:a16="http://schemas.microsoft.com/office/drawing/2014/main" id="{DB337D3B-009E-75FC-0EAA-E32C3B2AFE55}"/>
                        </a:ext>
                      </a:extLst>
                    </p:cNvPr>
                    <p:cNvPicPr/>
                    <p:nvPr/>
                  </p:nvPicPr>
                  <p:blipFill>
                    <a:blip r:embed="rId162"/>
                    <a:stretch>
                      <a:fillRect/>
                    </a:stretch>
                  </p:blipFill>
                  <p:spPr>
                    <a:xfrm>
                      <a:off x="2533353" y="5649818"/>
                      <a:ext cx="44100" cy="1085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3">
                  <p14:nvContentPartPr>
                    <p14:cNvPr id="364" name="墨迹 363">
                      <a:extLst>
                        <a:ext uri="{FF2B5EF4-FFF2-40B4-BE49-F238E27FC236}">
                          <a16:creationId xmlns:a16="http://schemas.microsoft.com/office/drawing/2014/main" id="{0932CCBF-ADEE-8397-A1E9-CC121739880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36213" y="5656298"/>
                    <a:ext cx="223200" cy="153000"/>
                  </p14:xfrm>
                </p:contentPart>
              </mc:Choice>
              <mc:Fallback xmlns="">
                <p:pic>
                  <p:nvPicPr>
                    <p:cNvPr id="364" name="墨迹 363">
                      <a:extLst>
                        <a:ext uri="{FF2B5EF4-FFF2-40B4-BE49-F238E27FC236}">
                          <a16:creationId xmlns:a16="http://schemas.microsoft.com/office/drawing/2014/main" id="{0932CCBF-ADEE-8397-A1E9-CC1217398800}"/>
                        </a:ext>
                      </a:extLst>
                    </p:cNvPr>
                    <p:cNvPicPr/>
                    <p:nvPr/>
                  </p:nvPicPr>
                  <p:blipFill>
                    <a:blip r:embed="rId164"/>
                    <a:stretch>
                      <a:fillRect/>
                    </a:stretch>
                  </p:blipFill>
                  <p:spPr>
                    <a:xfrm>
                      <a:off x="2414793" y="5610352"/>
                      <a:ext cx="265612" cy="24443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5">
                  <p14:nvContentPartPr>
                    <p14:cNvPr id="365" name="墨迹 364">
                      <a:extLst>
                        <a:ext uri="{FF2B5EF4-FFF2-40B4-BE49-F238E27FC236}">
                          <a16:creationId xmlns:a16="http://schemas.microsoft.com/office/drawing/2014/main" id="{58C7D9AE-E70C-E1A9-E22F-A3F6E915B47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79693" y="5691218"/>
                    <a:ext cx="141480" cy="191880"/>
                  </p14:xfrm>
                </p:contentPart>
              </mc:Choice>
              <mc:Fallback xmlns="">
                <p:pic>
                  <p:nvPicPr>
                    <p:cNvPr id="365" name="墨迹 364">
                      <a:extLst>
                        <a:ext uri="{FF2B5EF4-FFF2-40B4-BE49-F238E27FC236}">
                          <a16:creationId xmlns:a16="http://schemas.microsoft.com/office/drawing/2014/main" id="{58C7D9AE-E70C-E1A9-E22F-A3F6E915B47B}"/>
                        </a:ext>
                      </a:extLst>
                    </p:cNvPr>
                    <p:cNvPicPr/>
                    <p:nvPr/>
                  </p:nvPicPr>
                  <p:blipFill>
                    <a:blip r:embed="rId166"/>
                    <a:stretch>
                      <a:fillRect/>
                    </a:stretch>
                  </p:blipFill>
                  <p:spPr>
                    <a:xfrm>
                      <a:off x="2358257" y="5645204"/>
                      <a:ext cx="183924" cy="28344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7">
                  <p14:nvContentPartPr>
                    <p14:cNvPr id="366" name="墨迹 365">
                      <a:extLst>
                        <a:ext uri="{FF2B5EF4-FFF2-40B4-BE49-F238E27FC236}">
                          <a16:creationId xmlns:a16="http://schemas.microsoft.com/office/drawing/2014/main" id="{25A7C036-BC58-3077-1F94-D73EF3E95DC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79973" y="5794178"/>
                    <a:ext cx="199800" cy="202680"/>
                  </p14:xfrm>
                </p:contentPart>
              </mc:Choice>
              <mc:Fallback xmlns="">
                <p:pic>
                  <p:nvPicPr>
                    <p:cNvPr id="366" name="墨迹 365">
                      <a:extLst>
                        <a:ext uri="{FF2B5EF4-FFF2-40B4-BE49-F238E27FC236}">
                          <a16:creationId xmlns:a16="http://schemas.microsoft.com/office/drawing/2014/main" id="{25A7C036-BC58-3077-1F94-D73EF3E95DC0}"/>
                        </a:ext>
                      </a:extLst>
                    </p:cNvPr>
                    <p:cNvPicPr/>
                    <p:nvPr/>
                  </p:nvPicPr>
                  <p:blipFill>
                    <a:blip r:embed="rId168"/>
                    <a:stretch>
                      <a:fillRect/>
                    </a:stretch>
                  </p:blipFill>
                  <p:spPr>
                    <a:xfrm>
                      <a:off x="2258964" y="5748219"/>
                      <a:ext cx="242247" cy="29413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9">
                  <p14:nvContentPartPr>
                    <p14:cNvPr id="367" name="墨迹 366">
                      <a:extLst>
                        <a:ext uri="{FF2B5EF4-FFF2-40B4-BE49-F238E27FC236}">
                          <a16:creationId xmlns:a16="http://schemas.microsoft.com/office/drawing/2014/main" id="{453358CF-BF9B-E0E7-BB76-F80D96D0BFA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14093" y="5906858"/>
                    <a:ext cx="114840" cy="197280"/>
                  </p14:xfrm>
                </p:contentPart>
              </mc:Choice>
              <mc:Fallback xmlns="">
                <p:pic>
                  <p:nvPicPr>
                    <p:cNvPr id="367" name="墨迹 366">
                      <a:extLst>
                        <a:ext uri="{FF2B5EF4-FFF2-40B4-BE49-F238E27FC236}">
                          <a16:creationId xmlns:a16="http://schemas.microsoft.com/office/drawing/2014/main" id="{453358CF-BF9B-E0E7-BB76-F80D96D0BFAA}"/>
                        </a:ext>
                      </a:extLst>
                    </p:cNvPr>
                    <p:cNvPicPr/>
                    <p:nvPr/>
                  </p:nvPicPr>
                  <p:blipFill>
                    <a:blip r:embed="rId170"/>
                    <a:stretch>
                      <a:fillRect/>
                    </a:stretch>
                  </p:blipFill>
                  <p:spPr>
                    <a:xfrm>
                      <a:off x="2193096" y="5860979"/>
                      <a:ext cx="157262" cy="28857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1">
                  <p14:nvContentPartPr>
                    <p14:cNvPr id="368" name="墨迹 367">
                      <a:extLst>
                        <a:ext uri="{FF2B5EF4-FFF2-40B4-BE49-F238E27FC236}">
                          <a16:creationId xmlns:a16="http://schemas.microsoft.com/office/drawing/2014/main" id="{CE0C4318-836D-BE9F-B3E6-1695D0234AD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00053" y="6114938"/>
                    <a:ext cx="360" cy="360"/>
                  </p14:xfrm>
                </p:contentPart>
              </mc:Choice>
              <mc:Fallback xmlns="">
                <p:pic>
                  <p:nvPicPr>
                    <p:cNvPr id="368" name="墨迹 367">
                      <a:extLst>
                        <a:ext uri="{FF2B5EF4-FFF2-40B4-BE49-F238E27FC236}">
                          <a16:creationId xmlns:a16="http://schemas.microsoft.com/office/drawing/2014/main" id="{CE0C4318-836D-BE9F-B3E6-1695D0234AD4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182413" y="607893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2">
                  <p14:nvContentPartPr>
                    <p14:cNvPr id="369" name="墨迹 368">
                      <a:extLst>
                        <a:ext uri="{FF2B5EF4-FFF2-40B4-BE49-F238E27FC236}">
                          <a16:creationId xmlns:a16="http://schemas.microsoft.com/office/drawing/2014/main" id="{0D41A301-1A82-35B2-D967-B66E9962494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01493" y="6110258"/>
                    <a:ext cx="360" cy="360"/>
                  </p14:xfrm>
                </p:contentPart>
              </mc:Choice>
              <mc:Fallback xmlns="">
                <p:pic>
                  <p:nvPicPr>
                    <p:cNvPr id="369" name="墨迹 368">
                      <a:extLst>
                        <a:ext uri="{FF2B5EF4-FFF2-40B4-BE49-F238E27FC236}">
                          <a16:creationId xmlns:a16="http://schemas.microsoft.com/office/drawing/2014/main" id="{0D41A301-1A82-35B2-D967-B66E9962494E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183853" y="607425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3">
                  <p14:nvContentPartPr>
                    <p14:cNvPr id="370" name="墨迹 369">
                      <a:extLst>
                        <a:ext uri="{FF2B5EF4-FFF2-40B4-BE49-F238E27FC236}">
                          <a16:creationId xmlns:a16="http://schemas.microsoft.com/office/drawing/2014/main" id="{666784CC-53E3-8462-752A-02770DDD5AB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87453" y="6118178"/>
                    <a:ext cx="360" cy="360"/>
                  </p14:xfrm>
                </p:contentPart>
              </mc:Choice>
              <mc:Fallback xmlns="">
                <p:pic>
                  <p:nvPicPr>
                    <p:cNvPr id="370" name="墨迹 369">
                      <a:extLst>
                        <a:ext uri="{FF2B5EF4-FFF2-40B4-BE49-F238E27FC236}">
                          <a16:creationId xmlns:a16="http://schemas.microsoft.com/office/drawing/2014/main" id="{666784CC-53E3-8462-752A-02770DDD5ABB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169453" y="608217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4">
                  <p14:nvContentPartPr>
                    <p14:cNvPr id="371" name="墨迹 370">
                      <a:extLst>
                        <a:ext uri="{FF2B5EF4-FFF2-40B4-BE49-F238E27FC236}">
                          <a16:creationId xmlns:a16="http://schemas.microsoft.com/office/drawing/2014/main" id="{CB521076-3157-29D2-335F-1949F20A1B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77733" y="6127538"/>
                    <a:ext cx="360" cy="360"/>
                  </p14:xfrm>
                </p:contentPart>
              </mc:Choice>
              <mc:Fallback xmlns="">
                <p:pic>
                  <p:nvPicPr>
                    <p:cNvPr id="371" name="墨迹 370">
                      <a:extLst>
                        <a:ext uri="{FF2B5EF4-FFF2-40B4-BE49-F238E27FC236}">
                          <a16:creationId xmlns:a16="http://schemas.microsoft.com/office/drawing/2014/main" id="{CB521076-3157-29D2-335F-1949F20A1B59}"/>
                        </a:ext>
                      </a:extLst>
                    </p:cNvPr>
                    <p:cNvPicPr/>
                    <p:nvPr/>
                  </p:nvPicPr>
                  <p:blipFill>
                    <a:blip r:embed="rId90"/>
                    <a:stretch>
                      <a:fillRect/>
                    </a:stretch>
                  </p:blipFill>
                  <p:spPr>
                    <a:xfrm>
                      <a:off x="2160093" y="609153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5">
                  <p14:nvContentPartPr>
                    <p14:cNvPr id="372" name="墨迹 371">
                      <a:extLst>
                        <a:ext uri="{FF2B5EF4-FFF2-40B4-BE49-F238E27FC236}">
                          <a16:creationId xmlns:a16="http://schemas.microsoft.com/office/drawing/2014/main" id="{CC7A4DC4-CF9A-7C21-CE6E-E9DA61A486D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31693" y="5941778"/>
                    <a:ext cx="360" cy="360"/>
                  </p14:xfrm>
                </p:contentPart>
              </mc:Choice>
              <mc:Fallback xmlns="">
                <p:pic>
                  <p:nvPicPr>
                    <p:cNvPr id="372" name="墨迹 371">
                      <a:extLst>
                        <a:ext uri="{FF2B5EF4-FFF2-40B4-BE49-F238E27FC236}">
                          <a16:creationId xmlns:a16="http://schemas.microsoft.com/office/drawing/2014/main" id="{CC7A4DC4-CF9A-7C21-CE6E-E9DA61A486D2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614053" y="590577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6">
                  <p14:nvContentPartPr>
                    <p14:cNvPr id="373" name="墨迹 372">
                      <a:extLst>
                        <a:ext uri="{FF2B5EF4-FFF2-40B4-BE49-F238E27FC236}">
                          <a16:creationId xmlns:a16="http://schemas.microsoft.com/office/drawing/2014/main" id="{CCB8130C-2102-2F1A-6D87-1AEDA5D6271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35053" y="5891018"/>
                    <a:ext cx="243360" cy="221040"/>
                  </p14:xfrm>
                </p:contentPart>
              </mc:Choice>
              <mc:Fallback xmlns="">
                <p:pic>
                  <p:nvPicPr>
                    <p:cNvPr id="373" name="墨迹 372">
                      <a:extLst>
                        <a:ext uri="{FF2B5EF4-FFF2-40B4-BE49-F238E27FC236}">
                          <a16:creationId xmlns:a16="http://schemas.microsoft.com/office/drawing/2014/main" id="{CCB8130C-2102-2F1A-6D87-1AEDA5D62715}"/>
                        </a:ext>
                      </a:extLst>
                    </p:cNvPr>
                    <p:cNvPicPr/>
                    <p:nvPr/>
                  </p:nvPicPr>
                  <p:blipFill>
                    <a:blip r:embed="rId177"/>
                    <a:stretch>
                      <a:fillRect/>
                    </a:stretch>
                  </p:blipFill>
                  <p:spPr>
                    <a:xfrm>
                      <a:off x="2313630" y="5845064"/>
                      <a:ext cx="285777" cy="3124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8">
                  <p14:nvContentPartPr>
                    <p14:cNvPr id="374" name="墨迹 373">
                      <a:extLst>
                        <a:ext uri="{FF2B5EF4-FFF2-40B4-BE49-F238E27FC236}">
                          <a16:creationId xmlns:a16="http://schemas.microsoft.com/office/drawing/2014/main" id="{DAB28C05-0642-A66A-52D7-306A3C9182A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306253" y="6121418"/>
                    <a:ext cx="360" cy="360"/>
                  </p14:xfrm>
                </p:contentPart>
              </mc:Choice>
              <mc:Fallback xmlns="">
                <p:pic>
                  <p:nvPicPr>
                    <p:cNvPr id="374" name="墨迹 373">
                      <a:extLst>
                        <a:ext uri="{FF2B5EF4-FFF2-40B4-BE49-F238E27FC236}">
                          <a16:creationId xmlns:a16="http://schemas.microsoft.com/office/drawing/2014/main" id="{DAB28C05-0642-A66A-52D7-306A3C9182AF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288613" y="608541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9">
                  <p14:nvContentPartPr>
                    <p14:cNvPr id="375" name="墨迹 374">
                      <a:extLst>
                        <a:ext uri="{FF2B5EF4-FFF2-40B4-BE49-F238E27FC236}">
                          <a16:creationId xmlns:a16="http://schemas.microsoft.com/office/drawing/2014/main" id="{FEBFA4B8-7193-E57E-22F0-4827BED1AF2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296893" y="6122858"/>
                    <a:ext cx="360" cy="360"/>
                  </p14:xfrm>
                </p:contentPart>
              </mc:Choice>
              <mc:Fallback xmlns="">
                <p:pic>
                  <p:nvPicPr>
                    <p:cNvPr id="375" name="墨迹 374">
                      <a:extLst>
                        <a:ext uri="{FF2B5EF4-FFF2-40B4-BE49-F238E27FC236}">
                          <a16:creationId xmlns:a16="http://schemas.microsoft.com/office/drawing/2014/main" id="{FEBFA4B8-7193-E57E-22F0-4827BED1AF26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279253" y="608685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0">
                  <p14:nvContentPartPr>
                    <p14:cNvPr id="376" name="墨迹 375">
                      <a:extLst>
                        <a:ext uri="{FF2B5EF4-FFF2-40B4-BE49-F238E27FC236}">
                          <a16:creationId xmlns:a16="http://schemas.microsoft.com/office/drawing/2014/main" id="{CE9980D9-2092-0003-448D-85A029A1A27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1653" y="5803898"/>
                    <a:ext cx="360" cy="360"/>
                  </p14:xfrm>
                </p:contentPart>
              </mc:Choice>
              <mc:Fallback xmlns="">
                <p:pic>
                  <p:nvPicPr>
                    <p:cNvPr id="376" name="墨迹 375">
                      <a:extLst>
                        <a:ext uri="{FF2B5EF4-FFF2-40B4-BE49-F238E27FC236}">
                          <a16:creationId xmlns:a16="http://schemas.microsoft.com/office/drawing/2014/main" id="{CE9980D9-2092-0003-448D-85A029A1A273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653653" y="576789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1">
                  <p14:nvContentPartPr>
                    <p14:cNvPr id="377" name="墨迹 376">
                      <a:extLst>
                        <a:ext uri="{FF2B5EF4-FFF2-40B4-BE49-F238E27FC236}">
                          <a16:creationId xmlns:a16="http://schemas.microsoft.com/office/drawing/2014/main" id="{120450E8-7C4D-494D-3DCB-D504C4FBDA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49333" y="5824418"/>
                    <a:ext cx="360" cy="360"/>
                  </p14:xfrm>
                </p:contentPart>
              </mc:Choice>
              <mc:Fallback xmlns="">
                <p:pic>
                  <p:nvPicPr>
                    <p:cNvPr id="377" name="墨迹 376">
                      <a:extLst>
                        <a:ext uri="{FF2B5EF4-FFF2-40B4-BE49-F238E27FC236}">
                          <a16:creationId xmlns:a16="http://schemas.microsoft.com/office/drawing/2014/main" id="{120450E8-7C4D-494D-3DCB-D504C4FBDAD3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631333" y="578841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2">
                  <p14:nvContentPartPr>
                    <p14:cNvPr id="378" name="墨迹 377">
                      <a:extLst>
                        <a:ext uri="{FF2B5EF4-FFF2-40B4-BE49-F238E27FC236}">
                          <a16:creationId xmlns:a16="http://schemas.microsoft.com/office/drawing/2014/main" id="{DB401A01-09EF-85DC-5FCF-3734155F9D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1653" y="5797418"/>
                    <a:ext cx="360" cy="360"/>
                  </p14:xfrm>
                </p:contentPart>
              </mc:Choice>
              <mc:Fallback xmlns="">
                <p:pic>
                  <p:nvPicPr>
                    <p:cNvPr id="378" name="墨迹 377">
                      <a:extLst>
                        <a:ext uri="{FF2B5EF4-FFF2-40B4-BE49-F238E27FC236}">
                          <a16:creationId xmlns:a16="http://schemas.microsoft.com/office/drawing/2014/main" id="{DB401A01-09EF-85DC-5FCF-3734155F9D5B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653653" y="576141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3">
                  <p14:nvContentPartPr>
                    <p14:cNvPr id="379" name="墨迹 378">
                      <a:extLst>
                        <a:ext uri="{FF2B5EF4-FFF2-40B4-BE49-F238E27FC236}">
                          <a16:creationId xmlns:a16="http://schemas.microsoft.com/office/drawing/2014/main" id="{7449A7CC-FCF2-4E21-29DE-E7501E3228B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674893" y="5792738"/>
                    <a:ext cx="360" cy="360"/>
                  </p14:xfrm>
                </p:contentPart>
              </mc:Choice>
              <mc:Fallback xmlns="">
                <p:pic>
                  <p:nvPicPr>
                    <p:cNvPr id="379" name="墨迹 378">
                      <a:extLst>
                        <a:ext uri="{FF2B5EF4-FFF2-40B4-BE49-F238E27FC236}">
                          <a16:creationId xmlns:a16="http://schemas.microsoft.com/office/drawing/2014/main" id="{7449A7CC-FCF2-4E21-29DE-E7501E3228BB}"/>
                        </a:ext>
                      </a:extLst>
                    </p:cNvPr>
                    <p:cNvPicPr/>
                    <p:nvPr/>
                  </p:nvPicPr>
                  <p:blipFill>
                    <a:blip r:embed="rId152"/>
                    <a:stretch>
                      <a:fillRect/>
                    </a:stretch>
                  </p:blipFill>
                  <p:spPr>
                    <a:xfrm>
                      <a:off x="2656893" y="5756738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4">
                  <p14:nvContentPartPr>
                    <p14:cNvPr id="380" name="墨迹 379">
                      <a:extLst>
                        <a:ext uri="{FF2B5EF4-FFF2-40B4-BE49-F238E27FC236}">
                          <a16:creationId xmlns:a16="http://schemas.microsoft.com/office/drawing/2014/main" id="{C915F78D-E091-99C6-A098-E8D5CADC426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27840" y="5873767"/>
                    <a:ext cx="360" cy="360"/>
                  </p14:xfrm>
                </p:contentPart>
              </mc:Choice>
              <mc:Fallback xmlns="">
                <p:pic>
                  <p:nvPicPr>
                    <p:cNvPr id="380" name="墨迹 379">
                      <a:extLst>
                        <a:ext uri="{FF2B5EF4-FFF2-40B4-BE49-F238E27FC236}">
                          <a16:creationId xmlns:a16="http://schemas.microsoft.com/office/drawing/2014/main" id="{C915F78D-E091-99C6-A098-E8D5CADC4260}"/>
                        </a:ext>
                      </a:extLst>
                    </p:cNvPr>
                    <p:cNvPicPr/>
                    <p:nvPr/>
                  </p:nvPicPr>
                  <p:blipFill>
                    <a:blip r:embed="rId185"/>
                    <a:stretch>
                      <a:fillRect/>
                    </a:stretch>
                  </p:blipFill>
                  <p:spPr>
                    <a:xfrm>
                      <a:off x="3209840" y="583776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6">
                  <p14:nvContentPartPr>
                    <p14:cNvPr id="381" name="墨迹 380">
                      <a:extLst>
                        <a:ext uri="{FF2B5EF4-FFF2-40B4-BE49-F238E27FC236}">
                          <a16:creationId xmlns:a16="http://schemas.microsoft.com/office/drawing/2014/main" id="{8CEF16EF-974D-F2FE-49BA-4A8B17BD819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95800" y="5652367"/>
                    <a:ext cx="8280" cy="24120"/>
                  </p14:xfrm>
                </p:contentPart>
              </mc:Choice>
              <mc:Fallback xmlns="">
                <p:pic>
                  <p:nvPicPr>
                    <p:cNvPr id="381" name="墨迹 380">
                      <a:extLst>
                        <a:ext uri="{FF2B5EF4-FFF2-40B4-BE49-F238E27FC236}">
                          <a16:creationId xmlns:a16="http://schemas.microsoft.com/office/drawing/2014/main" id="{8CEF16EF-974D-F2FE-49BA-4A8B17BD819F}"/>
                        </a:ext>
                      </a:extLst>
                    </p:cNvPr>
                    <p:cNvPicPr/>
                    <p:nvPr/>
                  </p:nvPicPr>
                  <p:blipFill>
                    <a:blip r:embed="rId187"/>
                    <a:stretch>
                      <a:fillRect/>
                    </a:stretch>
                  </p:blipFill>
                  <p:spPr>
                    <a:xfrm>
                      <a:off x="3174446" y="5606858"/>
                      <a:ext cx="51423" cy="11468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8">
                  <p14:nvContentPartPr>
                    <p14:cNvPr id="382" name="墨迹 381">
                      <a:extLst>
                        <a:ext uri="{FF2B5EF4-FFF2-40B4-BE49-F238E27FC236}">
                          <a16:creationId xmlns:a16="http://schemas.microsoft.com/office/drawing/2014/main" id="{AC2771A1-472F-FA14-3BB2-9D02642CB7D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14280" y="5652367"/>
                    <a:ext cx="284400" cy="471600"/>
                  </p14:xfrm>
                </p:contentPart>
              </mc:Choice>
              <mc:Fallback xmlns="">
                <p:pic>
                  <p:nvPicPr>
                    <p:cNvPr id="382" name="墨迹 381">
                      <a:extLst>
                        <a:ext uri="{FF2B5EF4-FFF2-40B4-BE49-F238E27FC236}">
                          <a16:creationId xmlns:a16="http://schemas.microsoft.com/office/drawing/2014/main" id="{AC2771A1-472F-FA14-3BB2-9D02642CB7DE}"/>
                        </a:ext>
                      </a:extLst>
                    </p:cNvPr>
                    <p:cNvPicPr/>
                    <p:nvPr/>
                  </p:nvPicPr>
                  <p:blipFill>
                    <a:blip r:embed="rId189"/>
                    <a:stretch>
                      <a:fillRect/>
                    </a:stretch>
                  </p:blipFill>
                  <p:spPr>
                    <a:xfrm>
                      <a:off x="2893293" y="5606402"/>
                      <a:ext cx="326803" cy="56307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0">
                  <p14:nvContentPartPr>
                    <p14:cNvPr id="383" name="墨迹 382">
                      <a:extLst>
                        <a:ext uri="{FF2B5EF4-FFF2-40B4-BE49-F238E27FC236}">
                          <a16:creationId xmlns:a16="http://schemas.microsoft.com/office/drawing/2014/main" id="{5858BDD7-6391-82FA-DC8A-2F27CD2D9D7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92840" y="5652367"/>
                    <a:ext cx="127080" cy="183240"/>
                  </p14:xfrm>
                </p:contentPart>
              </mc:Choice>
              <mc:Fallback xmlns="">
                <p:pic>
                  <p:nvPicPr>
                    <p:cNvPr id="383" name="墨迹 382">
                      <a:extLst>
                        <a:ext uri="{FF2B5EF4-FFF2-40B4-BE49-F238E27FC236}">
                          <a16:creationId xmlns:a16="http://schemas.microsoft.com/office/drawing/2014/main" id="{5858BDD7-6391-82FA-DC8A-2F27CD2D9D7C}"/>
                        </a:ext>
                      </a:extLst>
                    </p:cNvPr>
                    <p:cNvPicPr/>
                    <p:nvPr/>
                  </p:nvPicPr>
                  <p:blipFill>
                    <a:blip r:embed="rId191"/>
                    <a:stretch>
                      <a:fillRect/>
                    </a:stretch>
                  </p:blipFill>
                  <p:spPr>
                    <a:xfrm>
                      <a:off x="3071446" y="5606442"/>
                      <a:ext cx="169440" cy="27463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2">
                  <p14:nvContentPartPr>
                    <p14:cNvPr id="384" name="墨迹 383">
                      <a:extLst>
                        <a:ext uri="{FF2B5EF4-FFF2-40B4-BE49-F238E27FC236}">
                          <a16:creationId xmlns:a16="http://schemas.microsoft.com/office/drawing/2014/main" id="{FD8F51CE-495A-5D3D-0768-4E7C79BE700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17040" y="5679007"/>
                    <a:ext cx="143280" cy="293400"/>
                  </p14:xfrm>
                </p:contentPart>
              </mc:Choice>
              <mc:Fallback xmlns="">
                <p:pic>
                  <p:nvPicPr>
                    <p:cNvPr id="384" name="墨迹 383">
                      <a:extLst>
                        <a:ext uri="{FF2B5EF4-FFF2-40B4-BE49-F238E27FC236}">
                          <a16:creationId xmlns:a16="http://schemas.microsoft.com/office/drawing/2014/main" id="{FD8F51CE-495A-5D3D-0768-4E7C79BE7001}"/>
                        </a:ext>
                      </a:extLst>
                    </p:cNvPr>
                    <p:cNvPicPr/>
                    <p:nvPr/>
                  </p:nvPicPr>
                  <p:blipFill>
                    <a:blip r:embed="rId193"/>
                    <a:stretch>
                      <a:fillRect/>
                    </a:stretch>
                  </p:blipFill>
                  <p:spPr>
                    <a:xfrm>
                      <a:off x="3196020" y="5633020"/>
                      <a:ext cx="185749" cy="38491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4">
                  <p14:nvContentPartPr>
                    <p14:cNvPr id="385" name="墨迹 384">
                      <a:extLst>
                        <a:ext uri="{FF2B5EF4-FFF2-40B4-BE49-F238E27FC236}">
                          <a16:creationId xmlns:a16="http://schemas.microsoft.com/office/drawing/2014/main" id="{160E6B60-0646-2CF0-2422-F04DBBEBD8F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00120" y="5746687"/>
                    <a:ext cx="170640" cy="310320"/>
                  </p14:xfrm>
                </p:contentPart>
              </mc:Choice>
              <mc:Fallback xmlns="">
                <p:pic>
                  <p:nvPicPr>
                    <p:cNvPr id="385" name="墨迹 384">
                      <a:extLst>
                        <a:ext uri="{FF2B5EF4-FFF2-40B4-BE49-F238E27FC236}">
                          <a16:creationId xmlns:a16="http://schemas.microsoft.com/office/drawing/2014/main" id="{160E6B60-0646-2CF0-2422-F04DBBEBD8F3}"/>
                        </a:ext>
                      </a:extLst>
                    </p:cNvPr>
                    <p:cNvPicPr/>
                    <p:nvPr/>
                  </p:nvPicPr>
                  <p:blipFill>
                    <a:blip r:embed="rId195"/>
                    <a:stretch>
                      <a:fillRect/>
                    </a:stretch>
                  </p:blipFill>
                  <p:spPr>
                    <a:xfrm>
                      <a:off x="3179112" y="5700714"/>
                      <a:ext cx="213086" cy="4018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6">
                  <p14:nvContentPartPr>
                    <p14:cNvPr id="386" name="墨迹 385">
                      <a:extLst>
                        <a:ext uri="{FF2B5EF4-FFF2-40B4-BE49-F238E27FC236}">
                          <a16:creationId xmlns:a16="http://schemas.microsoft.com/office/drawing/2014/main" id="{FAFB59AD-FB82-9BA6-6986-3547F97A4B4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70600" y="5801767"/>
                    <a:ext cx="119160" cy="233280"/>
                  </p14:xfrm>
                </p:contentPart>
              </mc:Choice>
              <mc:Fallback xmlns="">
                <p:pic>
                  <p:nvPicPr>
                    <p:cNvPr id="386" name="墨迹 385">
                      <a:extLst>
                        <a:ext uri="{FF2B5EF4-FFF2-40B4-BE49-F238E27FC236}">
                          <a16:creationId xmlns:a16="http://schemas.microsoft.com/office/drawing/2014/main" id="{FAFB59AD-FB82-9BA6-6986-3547F97A4B46}"/>
                        </a:ext>
                      </a:extLst>
                    </p:cNvPr>
                    <p:cNvPicPr/>
                    <p:nvPr/>
                  </p:nvPicPr>
                  <p:blipFill>
                    <a:blip r:embed="rId197"/>
                    <a:stretch>
                      <a:fillRect/>
                    </a:stretch>
                  </p:blipFill>
                  <p:spPr>
                    <a:xfrm>
                      <a:off x="3149168" y="5755755"/>
                      <a:ext cx="161595" cy="32484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8">
                  <p14:nvContentPartPr>
                    <p14:cNvPr id="387" name="墨迹 386">
                      <a:extLst>
                        <a:ext uri="{FF2B5EF4-FFF2-40B4-BE49-F238E27FC236}">
                          <a16:creationId xmlns:a16="http://schemas.microsoft.com/office/drawing/2014/main" id="{F82B4CBC-4649-BB05-DC24-4324A3CD6F2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34600" y="5833447"/>
                    <a:ext cx="280440" cy="263520"/>
                  </p14:xfrm>
                </p:contentPart>
              </mc:Choice>
              <mc:Fallback xmlns="">
                <p:pic>
                  <p:nvPicPr>
                    <p:cNvPr id="387" name="墨迹 386">
                      <a:extLst>
                        <a:ext uri="{FF2B5EF4-FFF2-40B4-BE49-F238E27FC236}">
                          <a16:creationId xmlns:a16="http://schemas.microsoft.com/office/drawing/2014/main" id="{F82B4CBC-4649-BB05-DC24-4324A3CD6F2C}"/>
                        </a:ext>
                      </a:extLst>
                    </p:cNvPr>
                    <p:cNvPicPr/>
                    <p:nvPr/>
                  </p:nvPicPr>
                  <p:blipFill>
                    <a:blip r:embed="rId199"/>
                    <a:stretch>
                      <a:fillRect/>
                    </a:stretch>
                  </p:blipFill>
                  <p:spPr>
                    <a:xfrm>
                      <a:off x="3113588" y="5787538"/>
                      <a:ext cx="322892" cy="354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0">
                  <p14:nvContentPartPr>
                    <p14:cNvPr id="388" name="墨迹 387">
                      <a:extLst>
                        <a:ext uri="{FF2B5EF4-FFF2-40B4-BE49-F238E27FC236}">
                          <a16:creationId xmlns:a16="http://schemas.microsoft.com/office/drawing/2014/main" id="{D140AB3D-9D01-AF18-9B4B-048656D67D5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543200" y="6121087"/>
                    <a:ext cx="360" cy="360"/>
                  </p14:xfrm>
                </p:contentPart>
              </mc:Choice>
              <mc:Fallback xmlns="">
                <p:pic>
                  <p:nvPicPr>
                    <p:cNvPr id="388" name="墨迹 387">
                      <a:extLst>
                        <a:ext uri="{FF2B5EF4-FFF2-40B4-BE49-F238E27FC236}">
                          <a16:creationId xmlns:a16="http://schemas.microsoft.com/office/drawing/2014/main" id="{D140AB3D-9D01-AF18-9B4B-048656D67D5C}"/>
                        </a:ext>
                      </a:extLst>
                    </p:cNvPr>
                    <p:cNvPicPr/>
                    <p:nvPr/>
                  </p:nvPicPr>
                  <p:blipFill>
                    <a:blip r:embed="rId185"/>
                    <a:stretch>
                      <a:fillRect/>
                    </a:stretch>
                  </p:blipFill>
                  <p:spPr>
                    <a:xfrm>
                      <a:off x="3525200" y="608544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1">
                  <p14:nvContentPartPr>
                    <p14:cNvPr id="389" name="墨迹 388">
                      <a:extLst>
                        <a:ext uri="{FF2B5EF4-FFF2-40B4-BE49-F238E27FC236}">
                          <a16:creationId xmlns:a16="http://schemas.microsoft.com/office/drawing/2014/main" id="{9A66C867-B085-1792-81AF-C344D9C15A2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555800" y="6134047"/>
                    <a:ext cx="360" cy="360"/>
                  </p14:xfrm>
                </p:contentPart>
              </mc:Choice>
              <mc:Fallback xmlns="">
                <p:pic>
                  <p:nvPicPr>
                    <p:cNvPr id="389" name="墨迹 388">
                      <a:extLst>
                        <a:ext uri="{FF2B5EF4-FFF2-40B4-BE49-F238E27FC236}">
                          <a16:creationId xmlns:a16="http://schemas.microsoft.com/office/drawing/2014/main" id="{9A66C867-B085-1792-81AF-C344D9C15A2E}"/>
                        </a:ext>
                      </a:extLst>
                    </p:cNvPr>
                    <p:cNvPicPr/>
                    <p:nvPr/>
                  </p:nvPicPr>
                  <p:blipFill>
                    <a:blip r:embed="rId185"/>
                    <a:stretch>
                      <a:fillRect/>
                    </a:stretch>
                  </p:blipFill>
                  <p:spPr>
                    <a:xfrm>
                      <a:off x="3538160" y="609804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2">
                  <p14:nvContentPartPr>
                    <p14:cNvPr id="390" name="墨迹 389">
                      <a:extLst>
                        <a:ext uri="{FF2B5EF4-FFF2-40B4-BE49-F238E27FC236}">
                          <a16:creationId xmlns:a16="http://schemas.microsoft.com/office/drawing/2014/main" id="{733C89DD-07B0-EAE9-3170-389AE3781EB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07800" y="6110647"/>
                    <a:ext cx="641880" cy="2520"/>
                  </p14:xfrm>
                </p:contentPart>
              </mc:Choice>
              <mc:Fallback xmlns="">
                <p:pic>
                  <p:nvPicPr>
                    <p:cNvPr id="390" name="墨迹 389">
                      <a:extLst>
                        <a:ext uri="{FF2B5EF4-FFF2-40B4-BE49-F238E27FC236}">
                          <a16:creationId xmlns:a16="http://schemas.microsoft.com/office/drawing/2014/main" id="{733C89DD-07B0-EAE9-3170-389AE3781EB8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2886790" y="6068647"/>
                      <a:ext cx="684329" cy="861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4">
                  <p14:nvContentPartPr>
                    <p14:cNvPr id="391" name="墨迹 390">
                      <a:extLst>
                        <a:ext uri="{FF2B5EF4-FFF2-40B4-BE49-F238E27FC236}">
                          <a16:creationId xmlns:a16="http://schemas.microsoft.com/office/drawing/2014/main" id="{8BF3C1E1-6094-640E-8CA2-6C85BF2D6FE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69360" y="6055567"/>
                    <a:ext cx="394920" cy="17280"/>
                  </p14:xfrm>
                </p:contentPart>
              </mc:Choice>
              <mc:Fallback xmlns="">
                <p:pic>
                  <p:nvPicPr>
                    <p:cNvPr id="391" name="墨迹 390">
                      <a:extLst>
                        <a:ext uri="{FF2B5EF4-FFF2-40B4-BE49-F238E27FC236}">
                          <a16:creationId xmlns:a16="http://schemas.microsoft.com/office/drawing/2014/main" id="{8BF3C1E1-6094-640E-8CA2-6C85BF2D6FE2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2948349" y="6010093"/>
                      <a:ext cx="437371" cy="10777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6">
                  <p14:nvContentPartPr>
                    <p14:cNvPr id="392" name="墨迹 391">
                      <a:extLst>
                        <a:ext uri="{FF2B5EF4-FFF2-40B4-BE49-F238E27FC236}">
                          <a16:creationId xmlns:a16="http://schemas.microsoft.com/office/drawing/2014/main" id="{76B546E3-5A54-F325-CCDB-BFDAC13D9C8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95640" y="5888527"/>
                    <a:ext cx="259200" cy="133200"/>
                  </p14:xfrm>
                </p:contentPart>
              </mc:Choice>
              <mc:Fallback xmlns="">
                <p:pic>
                  <p:nvPicPr>
                    <p:cNvPr id="392" name="墨迹 391">
                      <a:extLst>
                        <a:ext uri="{FF2B5EF4-FFF2-40B4-BE49-F238E27FC236}">
                          <a16:creationId xmlns:a16="http://schemas.microsoft.com/office/drawing/2014/main" id="{76B546E3-5A54-F325-CCDB-BFDAC13D9C82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2974183" y="5842596"/>
                      <a:ext cx="301685" cy="22460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8">
                  <p14:nvContentPartPr>
                    <p14:cNvPr id="393" name="墨迹 392">
                      <a:extLst>
                        <a:ext uri="{FF2B5EF4-FFF2-40B4-BE49-F238E27FC236}">
                          <a16:creationId xmlns:a16="http://schemas.microsoft.com/office/drawing/2014/main" id="{A22F6414-A2CA-C2E7-FBA9-90626CEFF86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51960" y="5632207"/>
                    <a:ext cx="254160" cy="441000"/>
                  </p14:xfrm>
                </p:contentPart>
              </mc:Choice>
              <mc:Fallback xmlns="">
                <p:pic>
                  <p:nvPicPr>
                    <p:cNvPr id="393" name="墨迹 392">
                      <a:extLst>
                        <a:ext uri="{FF2B5EF4-FFF2-40B4-BE49-F238E27FC236}">
                          <a16:creationId xmlns:a16="http://schemas.microsoft.com/office/drawing/2014/main" id="{A22F6414-A2CA-C2E7-FBA9-90626CEFF863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3230530" y="5586222"/>
                      <a:ext cx="296591" cy="53251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0">
                  <p14:nvContentPartPr>
                    <p14:cNvPr id="394" name="墨迹 393">
                      <a:extLst>
                        <a:ext uri="{FF2B5EF4-FFF2-40B4-BE49-F238E27FC236}">
                          <a16:creationId xmlns:a16="http://schemas.microsoft.com/office/drawing/2014/main" id="{4675C7DA-E08C-DE15-65B5-17FD4F88595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51600" y="5643727"/>
                    <a:ext cx="276840" cy="452520"/>
                  </p14:xfrm>
                </p:contentPart>
              </mc:Choice>
              <mc:Fallback xmlns="">
                <p:pic>
                  <p:nvPicPr>
                    <p:cNvPr id="394" name="墨迹 393">
                      <a:extLst>
                        <a:ext uri="{FF2B5EF4-FFF2-40B4-BE49-F238E27FC236}">
                          <a16:creationId xmlns:a16="http://schemas.microsoft.com/office/drawing/2014/main" id="{4675C7DA-E08C-DE15-65B5-17FD4F885953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3230601" y="5597739"/>
                      <a:ext cx="319266" cy="54403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2">
                  <p14:nvContentPartPr>
                    <p14:cNvPr id="395" name="墨迹 394">
                      <a:extLst>
                        <a:ext uri="{FF2B5EF4-FFF2-40B4-BE49-F238E27FC236}">
                          <a16:creationId xmlns:a16="http://schemas.microsoft.com/office/drawing/2014/main" id="{F1B82304-0690-046F-CC02-4405354BF15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06240" y="5580367"/>
                    <a:ext cx="36000" cy="83160"/>
                  </p14:xfrm>
                </p:contentPart>
              </mc:Choice>
              <mc:Fallback xmlns="">
                <p:pic>
                  <p:nvPicPr>
                    <p:cNvPr id="395" name="墨迹 394">
                      <a:extLst>
                        <a:ext uri="{FF2B5EF4-FFF2-40B4-BE49-F238E27FC236}">
                          <a16:creationId xmlns:a16="http://schemas.microsoft.com/office/drawing/2014/main" id="{F1B82304-0690-046F-CC02-4405354BF155}"/>
                        </a:ext>
                      </a:extLst>
                    </p:cNvPr>
                    <p:cNvPicPr/>
                    <p:nvPr/>
                  </p:nvPicPr>
                  <p:blipFill>
                    <a:blip r:embed="rId213"/>
                    <a:stretch>
                      <a:fillRect/>
                    </a:stretch>
                  </p:blipFill>
                  <p:spPr>
                    <a:xfrm>
                      <a:off x="3185240" y="5534882"/>
                      <a:ext cx="78429" cy="17459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4">
                  <p14:nvContentPartPr>
                    <p14:cNvPr id="396" name="墨迹 395">
                      <a:extLst>
                        <a:ext uri="{FF2B5EF4-FFF2-40B4-BE49-F238E27FC236}">
                          <a16:creationId xmlns:a16="http://schemas.microsoft.com/office/drawing/2014/main" id="{E9985539-ACC0-6154-D24C-39BCF8D90E2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44440" y="5987887"/>
                    <a:ext cx="360" cy="360"/>
                  </p14:xfrm>
                </p:contentPart>
              </mc:Choice>
              <mc:Fallback xmlns="">
                <p:pic>
                  <p:nvPicPr>
                    <p:cNvPr id="396" name="墨迹 395">
                      <a:extLst>
                        <a:ext uri="{FF2B5EF4-FFF2-40B4-BE49-F238E27FC236}">
                          <a16:creationId xmlns:a16="http://schemas.microsoft.com/office/drawing/2014/main" id="{E9985539-ACC0-6154-D24C-39BCF8D90E21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2826800" y="595188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6">
                  <p14:nvContentPartPr>
                    <p14:cNvPr id="397" name="墨迹 396">
                      <a:extLst>
                        <a:ext uri="{FF2B5EF4-FFF2-40B4-BE49-F238E27FC236}">
                          <a16:creationId xmlns:a16="http://schemas.microsoft.com/office/drawing/2014/main" id="{957BB199-D49F-FBFA-80B0-017112DE7C9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61960" y="5577127"/>
                    <a:ext cx="360" cy="360"/>
                  </p14:xfrm>
                </p:contentPart>
              </mc:Choice>
              <mc:Fallback xmlns="">
                <p:pic>
                  <p:nvPicPr>
                    <p:cNvPr id="397" name="墨迹 396">
                      <a:extLst>
                        <a:ext uri="{FF2B5EF4-FFF2-40B4-BE49-F238E27FC236}">
                          <a16:creationId xmlns:a16="http://schemas.microsoft.com/office/drawing/2014/main" id="{957BB199-D49F-FBFA-80B0-017112DE7C96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3144320" y="554148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7">
                  <p14:nvContentPartPr>
                    <p14:cNvPr id="398" name="墨迹 397">
                      <a:extLst>
                        <a:ext uri="{FF2B5EF4-FFF2-40B4-BE49-F238E27FC236}">
                          <a16:creationId xmlns:a16="http://schemas.microsoft.com/office/drawing/2014/main" id="{588492AC-D390-513B-3D64-30A5F86D7E0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185360" y="5560207"/>
                    <a:ext cx="360" cy="360"/>
                  </p14:xfrm>
                </p:contentPart>
              </mc:Choice>
              <mc:Fallback xmlns="">
                <p:pic>
                  <p:nvPicPr>
                    <p:cNvPr id="398" name="墨迹 397">
                      <a:extLst>
                        <a:ext uri="{FF2B5EF4-FFF2-40B4-BE49-F238E27FC236}">
                          <a16:creationId xmlns:a16="http://schemas.microsoft.com/office/drawing/2014/main" id="{588492AC-D390-513B-3D64-30A5F86D7E08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3167720" y="5524567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7" name="文本框 286">
                    <a:extLst>
                      <a:ext uri="{FF2B5EF4-FFF2-40B4-BE49-F238E27FC236}">
                        <a16:creationId xmlns:a16="http://schemas.microsoft.com/office/drawing/2014/main" id="{39DD361B-168D-D7B6-41C1-DE6783F77C3D}"/>
                      </a:ext>
                    </a:extLst>
                  </p:cNvPr>
                  <p:cNvSpPr txBox="1"/>
                  <p:nvPr/>
                </p:nvSpPr>
                <p:spPr>
                  <a:xfrm>
                    <a:off x="2738967" y="4516967"/>
                    <a:ext cx="34996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7" name="文本框 286">
                    <a:extLst>
                      <a:ext uri="{FF2B5EF4-FFF2-40B4-BE49-F238E27FC236}">
                        <a16:creationId xmlns:a16="http://schemas.microsoft.com/office/drawing/2014/main" id="{39DD361B-168D-D7B6-41C1-DE6783F77C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38967" y="4516967"/>
                    <a:ext cx="349968" cy="276999"/>
                  </a:xfrm>
                  <a:prstGeom prst="rect">
                    <a:avLst/>
                  </a:prstGeom>
                  <a:blipFill>
                    <a:blip r:embed="rId218"/>
                    <a:stretch>
                      <a:fillRect l="-18750" r="-14583" b="-4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文本框 287">
                    <a:extLst>
                      <a:ext uri="{FF2B5EF4-FFF2-40B4-BE49-F238E27FC236}">
                        <a16:creationId xmlns:a16="http://schemas.microsoft.com/office/drawing/2014/main" id="{A775CD36-0050-030F-364C-8B6F8718D911}"/>
                      </a:ext>
                    </a:extLst>
                  </p:cNvPr>
                  <p:cNvSpPr txBox="1"/>
                  <p:nvPr/>
                </p:nvSpPr>
                <p:spPr>
                  <a:xfrm>
                    <a:off x="1786467" y="6054298"/>
                    <a:ext cx="34721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8" name="文本框 287">
                    <a:extLst>
                      <a:ext uri="{FF2B5EF4-FFF2-40B4-BE49-F238E27FC236}">
                        <a16:creationId xmlns:a16="http://schemas.microsoft.com/office/drawing/2014/main" id="{A775CD36-0050-030F-364C-8B6F8718D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6467" y="6054298"/>
                    <a:ext cx="347210" cy="276999"/>
                  </a:xfrm>
                  <a:prstGeom prst="rect">
                    <a:avLst/>
                  </a:prstGeom>
                  <a:blipFill>
                    <a:blip r:embed="rId219"/>
                    <a:stretch>
                      <a:fillRect l="-18750" r="-12500" b="-444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9" name="文本框 288">
                    <a:extLst>
                      <a:ext uri="{FF2B5EF4-FFF2-40B4-BE49-F238E27FC236}">
                        <a16:creationId xmlns:a16="http://schemas.microsoft.com/office/drawing/2014/main" id="{B9D451F8-DCFD-F8A5-2302-152F0CCF407D}"/>
                      </a:ext>
                    </a:extLst>
                  </p:cNvPr>
                  <p:cNvSpPr txBox="1"/>
                  <p:nvPr/>
                </p:nvSpPr>
                <p:spPr>
                  <a:xfrm>
                    <a:off x="3589867" y="6060933"/>
                    <a:ext cx="3604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9" name="文本框 288">
                    <a:extLst>
                      <a:ext uri="{FF2B5EF4-FFF2-40B4-BE49-F238E27FC236}">
                        <a16:creationId xmlns:a16="http://schemas.microsoft.com/office/drawing/2014/main" id="{B9D451F8-DCFD-F8A5-2302-152F0CCF40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9867" y="6060933"/>
                    <a:ext cx="360420" cy="276999"/>
                  </a:xfrm>
                  <a:prstGeom prst="rect">
                    <a:avLst/>
                  </a:prstGeom>
                  <a:blipFill>
                    <a:blip r:embed="rId220"/>
                    <a:stretch>
                      <a:fillRect l="-18000" r="-14000" b="-4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4" name="文本框 453">
              <a:extLst>
                <a:ext uri="{FF2B5EF4-FFF2-40B4-BE49-F238E27FC236}">
                  <a16:creationId xmlns:a16="http://schemas.microsoft.com/office/drawing/2014/main" id="{FA70B02A-55E1-E587-3EE0-3E45CEC7F738}"/>
                </a:ext>
              </a:extLst>
            </p:cNvPr>
            <p:cNvSpPr txBox="1"/>
            <p:nvPr/>
          </p:nvSpPr>
          <p:spPr>
            <a:xfrm>
              <a:off x="1630459" y="4828455"/>
              <a:ext cx="2176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④ </a:t>
              </a:r>
              <a:r>
                <a:rPr lang="zh-CN" altLang="en-US" dirty="0">
                  <a:solidFill>
                    <a:schemeClr val="accent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权重空间分析</a:t>
              </a:r>
            </a:p>
          </p:txBody>
        </p:sp>
        <p:grpSp>
          <p:nvGrpSpPr>
            <p:cNvPr id="455" name="组合 454">
              <a:extLst>
                <a:ext uri="{FF2B5EF4-FFF2-40B4-BE49-F238E27FC236}">
                  <a16:creationId xmlns:a16="http://schemas.microsoft.com/office/drawing/2014/main" id="{0EF3CC3E-257D-5ACD-CE2A-57B571B12B6C}"/>
                </a:ext>
              </a:extLst>
            </p:cNvPr>
            <p:cNvGrpSpPr/>
            <p:nvPr/>
          </p:nvGrpSpPr>
          <p:grpSpPr>
            <a:xfrm>
              <a:off x="5668174" y="5079309"/>
              <a:ext cx="854503" cy="1111027"/>
              <a:chOff x="4041775" y="5088184"/>
              <a:chExt cx="833436" cy="1111027"/>
            </a:xfrm>
          </p:grpSpPr>
          <p:grpSp>
            <p:nvGrpSpPr>
              <p:cNvPr id="456" name="组合 455">
                <a:extLst>
                  <a:ext uri="{FF2B5EF4-FFF2-40B4-BE49-F238E27FC236}">
                    <a16:creationId xmlns:a16="http://schemas.microsoft.com/office/drawing/2014/main" id="{02ACE523-B8EB-7912-539E-73906C604664}"/>
                  </a:ext>
                </a:extLst>
              </p:cNvPr>
              <p:cNvGrpSpPr/>
              <p:nvPr/>
            </p:nvGrpSpPr>
            <p:grpSpPr>
              <a:xfrm>
                <a:off x="4041775" y="5118100"/>
                <a:ext cx="260350" cy="146050"/>
                <a:chOff x="4041775" y="5118100"/>
                <a:chExt cx="260350" cy="146050"/>
              </a:xfrm>
            </p:grpSpPr>
            <p:sp>
              <p:nvSpPr>
                <p:cNvPr id="480" name="矩形 479">
                  <a:extLst>
                    <a:ext uri="{FF2B5EF4-FFF2-40B4-BE49-F238E27FC236}">
                      <a16:creationId xmlns:a16="http://schemas.microsoft.com/office/drawing/2014/main" id="{41F4EAC0-290D-CBEA-BFB8-4DDCBC234495}"/>
                    </a:ext>
                  </a:extLst>
                </p:cNvPr>
                <p:cNvSpPr/>
                <p:nvPr/>
              </p:nvSpPr>
              <p:spPr>
                <a:xfrm>
                  <a:off x="4041775" y="5118100"/>
                  <a:ext cx="260350" cy="1460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21">
                  <p14:nvContentPartPr>
                    <p14:cNvPr id="481" name="墨迹 480">
                      <a:extLst>
                        <a:ext uri="{FF2B5EF4-FFF2-40B4-BE49-F238E27FC236}">
                          <a16:creationId xmlns:a16="http://schemas.microsoft.com/office/drawing/2014/main" id="{3FDC6345-920A-D779-712A-49BD76FE86A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79730" y="5203600"/>
                    <a:ext cx="360" cy="360"/>
                  </p14:xfrm>
                </p:contentPart>
              </mc:Choice>
              <mc:Fallback xmlns="">
                <p:pic>
                  <p:nvPicPr>
                    <p:cNvPr id="481" name="墨迹 480">
                      <a:extLst>
                        <a:ext uri="{FF2B5EF4-FFF2-40B4-BE49-F238E27FC236}">
                          <a16:creationId xmlns:a16="http://schemas.microsoft.com/office/drawing/2014/main" id="{3FDC6345-920A-D779-712A-49BD76FE86AC}"/>
                        </a:ext>
                      </a:extLst>
                    </p:cNvPr>
                    <p:cNvPicPr/>
                    <p:nvPr/>
                  </p:nvPicPr>
                  <p:blipFill>
                    <a:blip r:embed="rId64"/>
                    <a:stretch>
                      <a:fillRect/>
                    </a:stretch>
                  </p:blipFill>
                  <p:spPr>
                    <a:xfrm>
                      <a:off x="4062090" y="5167960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2">
                  <p14:nvContentPartPr>
                    <p14:cNvPr id="482" name="墨迹 481">
                      <a:extLst>
                        <a:ext uri="{FF2B5EF4-FFF2-40B4-BE49-F238E27FC236}">
                          <a16:creationId xmlns:a16="http://schemas.microsoft.com/office/drawing/2014/main" id="{DC93D476-D592-645B-86B6-9E672F125A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5158" y="5219493"/>
                    <a:ext cx="211680" cy="8280"/>
                  </p14:xfrm>
                </p:contentPart>
              </mc:Choice>
              <mc:Fallback xmlns="">
                <p:pic>
                  <p:nvPicPr>
                    <p:cNvPr id="482" name="墨迹 481">
                      <a:extLst>
                        <a:ext uri="{FF2B5EF4-FFF2-40B4-BE49-F238E27FC236}">
                          <a16:creationId xmlns:a16="http://schemas.microsoft.com/office/drawing/2014/main" id="{DC93D476-D592-645B-86B6-9E672F125A31}"/>
                        </a:ext>
                      </a:extLst>
                    </p:cNvPr>
                    <p:cNvPicPr/>
                    <p:nvPr/>
                  </p:nvPicPr>
                  <p:blipFill>
                    <a:blip r:embed="rId223"/>
                    <a:stretch>
                      <a:fillRect/>
                    </a:stretch>
                  </p:blipFill>
                  <p:spPr>
                    <a:xfrm>
                      <a:off x="4047928" y="5183493"/>
                      <a:ext cx="246491" cy="79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4">
                  <p14:nvContentPartPr>
                    <p14:cNvPr id="483" name="墨迹 482">
                      <a:extLst>
                        <a:ext uri="{FF2B5EF4-FFF2-40B4-BE49-F238E27FC236}">
                          <a16:creationId xmlns:a16="http://schemas.microsoft.com/office/drawing/2014/main" id="{D14B75B2-EFC2-51B0-EBD3-0357223EC4F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8758" y="5159013"/>
                    <a:ext cx="213120" cy="3600"/>
                  </p14:xfrm>
                </p:contentPart>
              </mc:Choice>
              <mc:Fallback xmlns="">
                <p:pic>
                  <p:nvPicPr>
                    <p:cNvPr id="483" name="墨迹 482">
                      <a:extLst>
                        <a:ext uri="{FF2B5EF4-FFF2-40B4-BE49-F238E27FC236}">
                          <a16:creationId xmlns:a16="http://schemas.microsoft.com/office/drawing/2014/main" id="{D14B75B2-EFC2-51B0-EBD3-0357223EC4FD}"/>
                        </a:ext>
                      </a:extLst>
                    </p:cNvPr>
                    <p:cNvPicPr/>
                    <p:nvPr/>
                  </p:nvPicPr>
                  <p:blipFill>
                    <a:blip r:embed="rId225"/>
                    <a:stretch>
                      <a:fillRect/>
                    </a:stretch>
                  </p:blipFill>
                  <p:spPr>
                    <a:xfrm>
                      <a:off x="4051203" y="5123373"/>
                      <a:ext cx="247879" cy="752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457" name="组合 456">
                <a:extLst>
                  <a:ext uri="{FF2B5EF4-FFF2-40B4-BE49-F238E27FC236}">
                    <a16:creationId xmlns:a16="http://schemas.microsoft.com/office/drawing/2014/main" id="{EA709742-FF2C-E701-99BF-D9606443EF20}"/>
                  </a:ext>
                </a:extLst>
              </p:cNvPr>
              <p:cNvGrpSpPr/>
              <p:nvPr/>
            </p:nvGrpSpPr>
            <p:grpSpPr>
              <a:xfrm>
                <a:off x="4041775" y="5341937"/>
                <a:ext cx="260350" cy="146050"/>
                <a:chOff x="4041775" y="5341937"/>
                <a:chExt cx="260350" cy="146050"/>
              </a:xfrm>
            </p:grpSpPr>
            <p:sp>
              <p:nvSpPr>
                <p:cNvPr id="477" name="矩形 476">
                  <a:extLst>
                    <a:ext uri="{FF2B5EF4-FFF2-40B4-BE49-F238E27FC236}">
                      <a16:creationId xmlns:a16="http://schemas.microsoft.com/office/drawing/2014/main" id="{C553F219-4DBE-D882-7F69-D629831805D6}"/>
                    </a:ext>
                  </a:extLst>
                </p:cNvPr>
                <p:cNvSpPr/>
                <p:nvPr/>
              </p:nvSpPr>
              <p:spPr>
                <a:xfrm>
                  <a:off x="4041775" y="5341937"/>
                  <a:ext cx="260350" cy="1460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26">
                  <p14:nvContentPartPr>
                    <p14:cNvPr id="478" name="墨迹 477">
                      <a:extLst>
                        <a:ext uri="{FF2B5EF4-FFF2-40B4-BE49-F238E27FC236}">
                          <a16:creationId xmlns:a16="http://schemas.microsoft.com/office/drawing/2014/main" id="{0FD778AB-6902-5BA2-204A-E7C0CD2288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0838" y="5446293"/>
                    <a:ext cx="219240" cy="2160"/>
                  </p14:xfrm>
                </p:contentPart>
              </mc:Choice>
              <mc:Fallback xmlns="">
                <p:pic>
                  <p:nvPicPr>
                    <p:cNvPr id="478" name="墨迹 477">
                      <a:extLst>
                        <a:ext uri="{FF2B5EF4-FFF2-40B4-BE49-F238E27FC236}">
                          <a16:creationId xmlns:a16="http://schemas.microsoft.com/office/drawing/2014/main" id="{0FD778AB-6902-5BA2-204A-E7C0CD2288DC}"/>
                        </a:ext>
                      </a:extLst>
                    </p:cNvPr>
                    <p:cNvPicPr/>
                    <p:nvPr/>
                  </p:nvPicPr>
                  <p:blipFill>
                    <a:blip r:embed="rId227"/>
                    <a:stretch>
                      <a:fillRect/>
                    </a:stretch>
                  </p:blipFill>
                  <p:spPr>
                    <a:xfrm>
                      <a:off x="4043271" y="5410653"/>
                      <a:ext cx="254023" cy="73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8">
                  <p14:nvContentPartPr>
                    <p14:cNvPr id="479" name="墨迹 478">
                      <a:extLst>
                        <a:ext uri="{FF2B5EF4-FFF2-40B4-BE49-F238E27FC236}">
                          <a16:creationId xmlns:a16="http://schemas.microsoft.com/office/drawing/2014/main" id="{9FE20CD6-643C-0084-6A50-CEB7C4ACD4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7238" y="5382933"/>
                    <a:ext cx="227520" cy="3600"/>
                  </p14:xfrm>
                </p:contentPart>
              </mc:Choice>
              <mc:Fallback xmlns="">
                <p:pic>
                  <p:nvPicPr>
                    <p:cNvPr id="479" name="墨迹 478">
                      <a:extLst>
                        <a:ext uri="{FF2B5EF4-FFF2-40B4-BE49-F238E27FC236}">
                          <a16:creationId xmlns:a16="http://schemas.microsoft.com/office/drawing/2014/main" id="{9FE20CD6-643C-0084-6A50-CEB7C4ACD444}"/>
                        </a:ext>
                      </a:extLst>
                    </p:cNvPr>
                    <p:cNvPicPr/>
                    <p:nvPr/>
                  </p:nvPicPr>
                  <p:blipFill>
                    <a:blip r:embed="rId229"/>
                    <a:stretch>
                      <a:fillRect/>
                    </a:stretch>
                  </p:blipFill>
                  <p:spPr>
                    <a:xfrm>
                      <a:off x="4040034" y="5347293"/>
                      <a:ext cx="262280" cy="752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458" name="组合 457">
                <a:extLst>
                  <a:ext uri="{FF2B5EF4-FFF2-40B4-BE49-F238E27FC236}">
                    <a16:creationId xmlns:a16="http://schemas.microsoft.com/office/drawing/2014/main" id="{78EF30F7-4A80-4E13-064E-45F6D8016CB2}"/>
                  </a:ext>
                </a:extLst>
              </p:cNvPr>
              <p:cNvGrpSpPr/>
              <p:nvPr/>
            </p:nvGrpSpPr>
            <p:grpSpPr>
              <a:xfrm>
                <a:off x="4041775" y="5565774"/>
                <a:ext cx="260350" cy="146050"/>
                <a:chOff x="4041775" y="5565774"/>
                <a:chExt cx="260350" cy="146050"/>
              </a:xfrm>
            </p:grpSpPr>
            <p:sp>
              <p:nvSpPr>
                <p:cNvPr id="473" name="矩形 472">
                  <a:extLst>
                    <a:ext uri="{FF2B5EF4-FFF2-40B4-BE49-F238E27FC236}">
                      <a16:creationId xmlns:a16="http://schemas.microsoft.com/office/drawing/2014/main" id="{3EF58954-7F06-9846-9D4D-0907437E368D}"/>
                    </a:ext>
                  </a:extLst>
                </p:cNvPr>
                <p:cNvSpPr/>
                <p:nvPr/>
              </p:nvSpPr>
              <p:spPr>
                <a:xfrm>
                  <a:off x="4041775" y="5565774"/>
                  <a:ext cx="260350" cy="1460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30">
                  <p14:nvContentPartPr>
                    <p14:cNvPr id="474" name="墨迹 473">
                      <a:extLst>
                        <a:ext uri="{FF2B5EF4-FFF2-40B4-BE49-F238E27FC236}">
                          <a16:creationId xmlns:a16="http://schemas.microsoft.com/office/drawing/2014/main" id="{B37B2C52-8A21-CE22-A3DF-5BA767E87EC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2278" y="5660493"/>
                    <a:ext cx="97920" cy="11520"/>
                  </p14:xfrm>
                </p:contentPart>
              </mc:Choice>
              <mc:Fallback xmlns="">
                <p:pic>
                  <p:nvPicPr>
                    <p:cNvPr id="474" name="墨迹 473">
                      <a:extLst>
                        <a:ext uri="{FF2B5EF4-FFF2-40B4-BE49-F238E27FC236}">
                          <a16:creationId xmlns:a16="http://schemas.microsoft.com/office/drawing/2014/main" id="{B37B2C52-8A21-CE22-A3DF-5BA767E87ECF}"/>
                        </a:ext>
                      </a:extLst>
                    </p:cNvPr>
                    <p:cNvPicPr/>
                    <p:nvPr/>
                  </p:nvPicPr>
                  <p:blipFill>
                    <a:blip r:embed="rId231"/>
                    <a:stretch>
                      <a:fillRect/>
                    </a:stretch>
                  </p:blipFill>
                  <p:spPr>
                    <a:xfrm>
                      <a:off x="4044730" y="5624853"/>
                      <a:ext cx="132666" cy="83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2">
                  <p14:nvContentPartPr>
                    <p14:cNvPr id="475" name="墨迹 474">
                      <a:extLst>
                        <a:ext uri="{FF2B5EF4-FFF2-40B4-BE49-F238E27FC236}">
                          <a16:creationId xmlns:a16="http://schemas.microsoft.com/office/drawing/2014/main" id="{DCB558D0-7CC0-5B0D-BB94-4A41DF9267B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119158" y="5668773"/>
                    <a:ext cx="154440" cy="2160"/>
                  </p14:xfrm>
                </p:contentPart>
              </mc:Choice>
              <mc:Fallback xmlns="">
                <p:pic>
                  <p:nvPicPr>
                    <p:cNvPr id="475" name="墨迹 474">
                      <a:extLst>
                        <a:ext uri="{FF2B5EF4-FFF2-40B4-BE49-F238E27FC236}">
                          <a16:creationId xmlns:a16="http://schemas.microsoft.com/office/drawing/2014/main" id="{DCB558D0-7CC0-5B0D-BB94-4A41DF9267BB}"/>
                        </a:ext>
                      </a:extLst>
                    </p:cNvPr>
                    <p:cNvPicPr/>
                    <p:nvPr/>
                  </p:nvPicPr>
                  <p:blipFill>
                    <a:blip r:embed="rId233"/>
                    <a:stretch>
                      <a:fillRect/>
                    </a:stretch>
                  </p:blipFill>
                  <p:spPr>
                    <a:xfrm>
                      <a:off x="4101959" y="5632773"/>
                      <a:ext cx="189189" cy="73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4">
                  <p14:nvContentPartPr>
                    <p14:cNvPr id="476" name="墨迹 475">
                      <a:extLst>
                        <a:ext uri="{FF2B5EF4-FFF2-40B4-BE49-F238E27FC236}">
                          <a16:creationId xmlns:a16="http://schemas.microsoft.com/office/drawing/2014/main" id="{0E3BCBC9-336B-83D2-E638-330D3A3EFBE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6958" y="5601813"/>
                    <a:ext cx="208080" cy="2160"/>
                  </p14:xfrm>
                </p:contentPart>
              </mc:Choice>
              <mc:Fallback xmlns="">
                <p:pic>
                  <p:nvPicPr>
                    <p:cNvPr id="476" name="墨迹 475">
                      <a:extLst>
                        <a:ext uri="{FF2B5EF4-FFF2-40B4-BE49-F238E27FC236}">
                          <a16:creationId xmlns:a16="http://schemas.microsoft.com/office/drawing/2014/main" id="{0E3BCBC9-336B-83D2-E638-330D3A3EFBE1}"/>
                        </a:ext>
                      </a:extLst>
                    </p:cNvPr>
                    <p:cNvPicPr/>
                    <p:nvPr/>
                  </p:nvPicPr>
                  <p:blipFill>
                    <a:blip r:embed="rId235"/>
                    <a:stretch>
                      <a:fillRect/>
                    </a:stretch>
                  </p:blipFill>
                  <p:spPr>
                    <a:xfrm>
                      <a:off x="4049413" y="5566173"/>
                      <a:ext cx="242818" cy="738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459" name="组合 458">
                <a:extLst>
                  <a:ext uri="{FF2B5EF4-FFF2-40B4-BE49-F238E27FC236}">
                    <a16:creationId xmlns:a16="http://schemas.microsoft.com/office/drawing/2014/main" id="{7AC72C80-0AF3-C105-22BF-343AC900C2F8}"/>
                  </a:ext>
                </a:extLst>
              </p:cNvPr>
              <p:cNvGrpSpPr/>
              <p:nvPr/>
            </p:nvGrpSpPr>
            <p:grpSpPr>
              <a:xfrm>
                <a:off x="4041775" y="5789611"/>
                <a:ext cx="260350" cy="146050"/>
                <a:chOff x="4041775" y="5789611"/>
                <a:chExt cx="260350" cy="146050"/>
              </a:xfrm>
            </p:grpSpPr>
            <p:sp>
              <p:nvSpPr>
                <p:cNvPr id="470" name="矩形 469">
                  <a:extLst>
                    <a:ext uri="{FF2B5EF4-FFF2-40B4-BE49-F238E27FC236}">
                      <a16:creationId xmlns:a16="http://schemas.microsoft.com/office/drawing/2014/main" id="{121BBA26-0D13-EDD8-6CBF-12FE12221965}"/>
                    </a:ext>
                  </a:extLst>
                </p:cNvPr>
                <p:cNvSpPr/>
                <p:nvPr/>
              </p:nvSpPr>
              <p:spPr>
                <a:xfrm>
                  <a:off x="4041775" y="5789611"/>
                  <a:ext cx="260350" cy="1460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36">
                  <p14:nvContentPartPr>
                    <p14:cNvPr id="471" name="墨迹 470">
                      <a:extLst>
                        <a:ext uri="{FF2B5EF4-FFF2-40B4-BE49-F238E27FC236}">
                          <a16:creationId xmlns:a16="http://schemas.microsoft.com/office/drawing/2014/main" id="{2DB98BF4-03FD-7C00-D426-6F151CA6A98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5798" y="5830773"/>
                    <a:ext cx="225720" cy="2160"/>
                  </p14:xfrm>
                </p:contentPart>
              </mc:Choice>
              <mc:Fallback xmlns="">
                <p:pic>
                  <p:nvPicPr>
                    <p:cNvPr id="471" name="墨迹 470">
                      <a:extLst>
                        <a:ext uri="{FF2B5EF4-FFF2-40B4-BE49-F238E27FC236}">
                          <a16:creationId xmlns:a16="http://schemas.microsoft.com/office/drawing/2014/main" id="{2DB98BF4-03FD-7C00-D426-6F151CA6A984}"/>
                        </a:ext>
                      </a:extLst>
                    </p:cNvPr>
                    <p:cNvPicPr/>
                    <p:nvPr/>
                  </p:nvPicPr>
                  <p:blipFill>
                    <a:blip r:embed="rId237"/>
                    <a:stretch>
                      <a:fillRect/>
                    </a:stretch>
                  </p:blipFill>
                  <p:spPr>
                    <a:xfrm>
                      <a:off x="4038597" y="5794773"/>
                      <a:ext cx="260473" cy="73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8">
                  <p14:nvContentPartPr>
                    <p14:cNvPr id="472" name="墨迹 471">
                      <a:extLst>
                        <a:ext uri="{FF2B5EF4-FFF2-40B4-BE49-F238E27FC236}">
                          <a16:creationId xmlns:a16="http://schemas.microsoft.com/office/drawing/2014/main" id="{0EE7B140-E89E-9189-5FA0-06AD8851437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0838" y="5897373"/>
                    <a:ext cx="221040" cy="1800"/>
                  </p14:xfrm>
                </p:contentPart>
              </mc:Choice>
              <mc:Fallback xmlns="">
                <p:pic>
                  <p:nvPicPr>
                    <p:cNvPr id="472" name="墨迹 471">
                      <a:extLst>
                        <a:ext uri="{FF2B5EF4-FFF2-40B4-BE49-F238E27FC236}">
                          <a16:creationId xmlns:a16="http://schemas.microsoft.com/office/drawing/2014/main" id="{0EE7B140-E89E-9189-5FA0-06AD8851437B}"/>
                        </a:ext>
                      </a:extLst>
                    </p:cNvPr>
                    <p:cNvPicPr/>
                    <p:nvPr/>
                  </p:nvPicPr>
                  <p:blipFill>
                    <a:blip r:embed="rId239"/>
                    <a:stretch>
                      <a:fillRect/>
                    </a:stretch>
                  </p:blipFill>
                  <p:spPr>
                    <a:xfrm>
                      <a:off x="4043267" y="5861373"/>
                      <a:ext cx="255830" cy="734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460" name="组合 459">
                <a:extLst>
                  <a:ext uri="{FF2B5EF4-FFF2-40B4-BE49-F238E27FC236}">
                    <a16:creationId xmlns:a16="http://schemas.microsoft.com/office/drawing/2014/main" id="{BF244B16-98DF-EA4E-13C4-6F3D5AB27BB4}"/>
                  </a:ext>
                </a:extLst>
              </p:cNvPr>
              <p:cNvGrpSpPr/>
              <p:nvPr/>
            </p:nvGrpSpPr>
            <p:grpSpPr>
              <a:xfrm>
                <a:off x="4041775" y="6013450"/>
                <a:ext cx="260350" cy="146050"/>
                <a:chOff x="4041775" y="6013450"/>
                <a:chExt cx="260350" cy="146050"/>
              </a:xfrm>
            </p:grpSpPr>
            <p:sp>
              <p:nvSpPr>
                <p:cNvPr id="466" name="矩形 465">
                  <a:extLst>
                    <a:ext uri="{FF2B5EF4-FFF2-40B4-BE49-F238E27FC236}">
                      <a16:creationId xmlns:a16="http://schemas.microsoft.com/office/drawing/2014/main" id="{7BE61CD6-8A61-8B03-AD88-B764C3645E38}"/>
                    </a:ext>
                  </a:extLst>
                </p:cNvPr>
                <p:cNvSpPr/>
                <p:nvPr/>
              </p:nvSpPr>
              <p:spPr>
                <a:xfrm>
                  <a:off x="4041775" y="6013450"/>
                  <a:ext cx="260350" cy="1460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40">
                  <p14:nvContentPartPr>
                    <p14:cNvPr id="467" name="墨迹 466">
                      <a:extLst>
                        <a:ext uri="{FF2B5EF4-FFF2-40B4-BE49-F238E27FC236}">
                          <a16:creationId xmlns:a16="http://schemas.microsoft.com/office/drawing/2014/main" id="{6EAD60E9-F1C8-42DD-9BAF-60A8768BE6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57238" y="6122823"/>
                    <a:ext cx="200520" cy="3600"/>
                  </p14:xfrm>
                </p:contentPart>
              </mc:Choice>
              <mc:Fallback xmlns="">
                <p:pic>
                  <p:nvPicPr>
                    <p:cNvPr id="467" name="墨迹 466">
                      <a:extLst>
                        <a:ext uri="{FF2B5EF4-FFF2-40B4-BE49-F238E27FC236}">
                          <a16:creationId xmlns:a16="http://schemas.microsoft.com/office/drawing/2014/main" id="{6EAD60E9-F1C8-42DD-9BAF-60A8768BE674}"/>
                        </a:ext>
                      </a:extLst>
                    </p:cNvPr>
                    <p:cNvPicPr/>
                    <p:nvPr/>
                  </p:nvPicPr>
                  <p:blipFill>
                    <a:blip r:embed="rId241"/>
                    <a:stretch>
                      <a:fillRect/>
                    </a:stretch>
                  </p:blipFill>
                  <p:spPr>
                    <a:xfrm>
                      <a:off x="4040031" y="6086823"/>
                      <a:ext cx="235286" cy="75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2">
                  <p14:nvContentPartPr>
                    <p14:cNvPr id="468" name="墨迹 467">
                      <a:extLst>
                        <a:ext uri="{FF2B5EF4-FFF2-40B4-BE49-F238E27FC236}">
                          <a16:creationId xmlns:a16="http://schemas.microsoft.com/office/drawing/2014/main" id="{72CD819C-4839-553F-E921-26D07A258AF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68758" y="6054423"/>
                    <a:ext cx="211320" cy="1800"/>
                  </p14:xfrm>
                </p:contentPart>
              </mc:Choice>
              <mc:Fallback xmlns="">
                <p:pic>
                  <p:nvPicPr>
                    <p:cNvPr id="468" name="墨迹 467">
                      <a:extLst>
                        <a:ext uri="{FF2B5EF4-FFF2-40B4-BE49-F238E27FC236}">
                          <a16:creationId xmlns:a16="http://schemas.microsoft.com/office/drawing/2014/main" id="{72CD819C-4839-553F-E921-26D07A258AF4}"/>
                        </a:ext>
                      </a:extLst>
                    </p:cNvPr>
                    <p:cNvPicPr/>
                    <p:nvPr/>
                  </p:nvPicPr>
                  <p:blipFill>
                    <a:blip r:embed="rId243"/>
                    <a:stretch>
                      <a:fillRect/>
                    </a:stretch>
                  </p:blipFill>
                  <p:spPr>
                    <a:xfrm>
                      <a:off x="4051207" y="6018783"/>
                      <a:ext cx="246072" cy="73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4">
                  <p14:nvContentPartPr>
                    <p14:cNvPr id="469" name="墨迹 468">
                      <a:extLst>
                        <a:ext uri="{FF2B5EF4-FFF2-40B4-BE49-F238E27FC236}">
                          <a16:creationId xmlns:a16="http://schemas.microsoft.com/office/drawing/2014/main" id="{4614DFD4-64B5-89D7-9467-CB78463B602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82958" y="6119583"/>
                    <a:ext cx="360" cy="360"/>
                  </p14:xfrm>
                </p:contentPart>
              </mc:Choice>
              <mc:Fallback xmlns="">
                <p:pic>
                  <p:nvPicPr>
                    <p:cNvPr id="469" name="墨迹 468">
                      <a:extLst>
                        <a:ext uri="{FF2B5EF4-FFF2-40B4-BE49-F238E27FC236}">
                          <a16:creationId xmlns:a16="http://schemas.microsoft.com/office/drawing/2014/main" id="{4614DFD4-64B5-89D7-9467-CB78463B6027}"/>
                        </a:ext>
                      </a:extLst>
                    </p:cNvPr>
                    <p:cNvPicPr/>
                    <p:nvPr/>
                  </p:nvPicPr>
                  <p:blipFill>
                    <a:blip r:embed="rId185"/>
                    <a:stretch>
                      <a:fillRect/>
                    </a:stretch>
                  </p:blipFill>
                  <p:spPr>
                    <a:xfrm>
                      <a:off x="4264958" y="6083943"/>
                      <a:ext cx="36000" cy="720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FF45C134-0AF9-F08F-DDF8-FF29535E35C1}"/>
                  </a:ext>
                </a:extLst>
              </p:cNvPr>
              <p:cNvSpPr txBox="1"/>
              <p:nvPr/>
            </p:nvSpPr>
            <p:spPr>
              <a:xfrm>
                <a:off x="4375147" y="5088184"/>
                <a:ext cx="50006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/>
                  <a:t>方案</a:t>
                </a:r>
                <a:r>
                  <a:rPr lang="en-US" altLang="zh-CN" sz="900" dirty="0"/>
                  <a:t>A</a:t>
                </a:r>
                <a:endParaRPr lang="zh-CN" altLang="en-US" sz="900" dirty="0"/>
              </a:p>
            </p:txBody>
          </p:sp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7CF94BCB-FAB6-A9FE-BD64-2DAC8097B6F3}"/>
                  </a:ext>
                </a:extLst>
              </p:cNvPr>
              <p:cNvSpPr txBox="1"/>
              <p:nvPr/>
            </p:nvSpPr>
            <p:spPr>
              <a:xfrm>
                <a:off x="4375148" y="5295885"/>
                <a:ext cx="50006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/>
                  <a:t>方案</a:t>
                </a:r>
                <a:r>
                  <a:rPr lang="en-US" altLang="zh-CN" sz="900" dirty="0"/>
                  <a:t>B</a:t>
                </a:r>
                <a:endParaRPr lang="zh-CN" altLang="en-US" sz="900" dirty="0"/>
              </a:p>
            </p:txBody>
          </p:sp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37C90A67-890D-1861-F3C3-BB9C600EF1C2}"/>
                  </a:ext>
                </a:extLst>
              </p:cNvPr>
              <p:cNvSpPr txBox="1"/>
              <p:nvPr/>
            </p:nvSpPr>
            <p:spPr>
              <a:xfrm>
                <a:off x="4375148" y="5523383"/>
                <a:ext cx="50006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/>
                  <a:t>方案</a:t>
                </a:r>
                <a:r>
                  <a:rPr lang="en-US" altLang="zh-CN" sz="900" dirty="0"/>
                  <a:t>C</a:t>
                </a:r>
                <a:endParaRPr lang="zh-CN" altLang="en-US" sz="900" dirty="0"/>
              </a:p>
            </p:txBody>
          </p:sp>
          <p:sp>
            <p:nvSpPr>
              <p:cNvPr id="464" name="文本框 463">
                <a:extLst>
                  <a:ext uri="{FF2B5EF4-FFF2-40B4-BE49-F238E27FC236}">
                    <a16:creationId xmlns:a16="http://schemas.microsoft.com/office/drawing/2014/main" id="{CC72AC26-CF00-A8A4-C461-0464BB534B62}"/>
                  </a:ext>
                </a:extLst>
              </p:cNvPr>
              <p:cNvSpPr txBox="1"/>
              <p:nvPr/>
            </p:nvSpPr>
            <p:spPr>
              <a:xfrm>
                <a:off x="4375148" y="5747548"/>
                <a:ext cx="50006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/>
                  <a:t>方案</a:t>
                </a:r>
                <a:r>
                  <a:rPr lang="en-US" altLang="zh-CN" sz="900" dirty="0"/>
                  <a:t>D</a:t>
                </a:r>
                <a:endParaRPr lang="zh-CN" altLang="en-US" sz="900" dirty="0"/>
              </a:p>
            </p:txBody>
          </p:sp>
          <p:sp>
            <p:nvSpPr>
              <p:cNvPr id="465" name="文本框 464">
                <a:extLst>
                  <a:ext uri="{FF2B5EF4-FFF2-40B4-BE49-F238E27FC236}">
                    <a16:creationId xmlns:a16="http://schemas.microsoft.com/office/drawing/2014/main" id="{D882AAB4-574D-4A63-AC36-0FFB91167B66}"/>
                  </a:ext>
                </a:extLst>
              </p:cNvPr>
              <p:cNvSpPr txBox="1"/>
              <p:nvPr/>
            </p:nvSpPr>
            <p:spPr>
              <a:xfrm>
                <a:off x="4375147" y="5968379"/>
                <a:ext cx="50006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dirty="0"/>
                  <a:t>方案</a:t>
                </a:r>
                <a:r>
                  <a:rPr lang="en-US" altLang="zh-CN" sz="900" dirty="0"/>
                  <a:t>E</a:t>
                </a:r>
                <a:endParaRPr lang="zh-CN" altLang="en-US" sz="900" dirty="0"/>
              </a:p>
            </p:txBody>
          </p:sp>
        </p:grpSp>
        <p:sp>
          <p:nvSpPr>
            <p:cNvPr id="484" name="文本框 483">
              <a:extLst>
                <a:ext uri="{FF2B5EF4-FFF2-40B4-BE49-F238E27FC236}">
                  <a16:creationId xmlns:a16="http://schemas.microsoft.com/office/drawing/2014/main" id="{43FB521F-EC99-66BB-AC6E-DEA2D824DD84}"/>
                </a:ext>
              </a:extLst>
            </p:cNvPr>
            <p:cNvSpPr txBox="1"/>
            <p:nvPr/>
          </p:nvSpPr>
          <p:spPr>
            <a:xfrm>
              <a:off x="1860013" y="5317666"/>
              <a:ext cx="14465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覆盖范围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偏好稳定性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41DF9EC-9935-C19E-E248-ED01095A3CC9}"/>
                </a:ext>
              </a:extLst>
            </p:cNvPr>
            <p:cNvSpPr/>
            <p:nvPr/>
          </p:nvSpPr>
          <p:spPr>
            <a:xfrm>
              <a:off x="6838031" y="4762446"/>
              <a:ext cx="5185273" cy="1744754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6" name="文本框 485">
              <a:extLst>
                <a:ext uri="{FF2B5EF4-FFF2-40B4-BE49-F238E27FC236}">
                  <a16:creationId xmlns:a16="http://schemas.microsoft.com/office/drawing/2014/main" id="{2617600D-412A-7919-6A60-C40F3B9D6645}"/>
                </a:ext>
              </a:extLst>
            </p:cNvPr>
            <p:cNvSpPr txBox="1"/>
            <p:nvPr/>
          </p:nvSpPr>
          <p:spPr>
            <a:xfrm>
              <a:off x="7178370" y="4818872"/>
              <a:ext cx="225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2B8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⑤ </a:t>
              </a:r>
              <a:r>
                <a:rPr lang="zh-CN" altLang="en-US" dirty="0">
                  <a:solidFill>
                    <a:srgbClr val="F2B8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几何误差敏感性</a:t>
              </a:r>
            </a:p>
          </p:txBody>
        </p:sp>
        <p:grpSp>
          <p:nvGrpSpPr>
            <p:cNvPr id="501" name="组合 500">
              <a:extLst>
                <a:ext uri="{FF2B5EF4-FFF2-40B4-BE49-F238E27FC236}">
                  <a16:creationId xmlns:a16="http://schemas.microsoft.com/office/drawing/2014/main" id="{1ED38159-D993-0E19-424B-F239DC9A7E68}"/>
                </a:ext>
              </a:extLst>
            </p:cNvPr>
            <p:cNvGrpSpPr/>
            <p:nvPr/>
          </p:nvGrpSpPr>
          <p:grpSpPr>
            <a:xfrm>
              <a:off x="9480738" y="4920807"/>
              <a:ext cx="2112436" cy="615959"/>
              <a:chOff x="351144" y="3702975"/>
              <a:chExt cx="2112436" cy="615959"/>
            </a:xfrm>
          </p:grpSpPr>
          <p:sp>
            <p:nvSpPr>
              <p:cNvPr id="502" name="矩形: 单圆角 501">
                <a:extLst>
                  <a:ext uri="{FF2B5EF4-FFF2-40B4-BE49-F238E27FC236}">
                    <a16:creationId xmlns:a16="http://schemas.microsoft.com/office/drawing/2014/main" id="{BD26D752-8EF2-9046-D7AE-5ADD1FD7BB21}"/>
                  </a:ext>
                </a:extLst>
              </p:cNvPr>
              <p:cNvSpPr/>
              <p:nvPr/>
            </p:nvSpPr>
            <p:spPr>
              <a:xfrm>
                <a:off x="1219696" y="3934860"/>
                <a:ext cx="122327" cy="371465"/>
              </a:xfrm>
              <a:prstGeom prst="round1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矩形 502">
                <a:extLst>
                  <a:ext uri="{FF2B5EF4-FFF2-40B4-BE49-F238E27FC236}">
                    <a16:creationId xmlns:a16="http://schemas.microsoft.com/office/drawing/2014/main" id="{4493A556-AE54-3A38-D5C6-C0B0777884B6}"/>
                  </a:ext>
                </a:extLst>
              </p:cNvPr>
              <p:cNvSpPr/>
              <p:nvPr/>
            </p:nvSpPr>
            <p:spPr>
              <a:xfrm>
                <a:off x="1033760" y="3721495"/>
                <a:ext cx="521972" cy="2270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右大括号 503">
                <a:extLst>
                  <a:ext uri="{FF2B5EF4-FFF2-40B4-BE49-F238E27FC236}">
                    <a16:creationId xmlns:a16="http://schemas.microsoft.com/office/drawing/2014/main" id="{14EEA3D9-48BE-8AC8-9C69-46DB6EA90D68}"/>
                  </a:ext>
                </a:extLst>
              </p:cNvPr>
              <p:cNvSpPr/>
              <p:nvPr/>
            </p:nvSpPr>
            <p:spPr>
              <a:xfrm>
                <a:off x="1619441" y="3721495"/>
                <a:ext cx="97081" cy="597439"/>
              </a:xfrm>
              <a:prstGeom prst="rightBrace">
                <a:avLst>
                  <a:gd name="adj1" fmla="val 0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5" name="文本框 504">
                <a:extLst>
                  <a:ext uri="{FF2B5EF4-FFF2-40B4-BE49-F238E27FC236}">
                    <a16:creationId xmlns:a16="http://schemas.microsoft.com/office/drawing/2014/main" id="{3ED970C7-013F-8758-4C42-E77FBAEA350B}"/>
                  </a:ext>
                </a:extLst>
              </p:cNvPr>
              <p:cNvSpPr txBox="1"/>
              <p:nvPr/>
            </p:nvSpPr>
            <p:spPr>
              <a:xfrm>
                <a:off x="367251" y="3702975"/>
                <a:ext cx="7445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歧管层</a:t>
                </a:r>
              </a:p>
            </p:txBody>
          </p:sp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BA322EF9-69B9-1865-8E91-8D449B0A091F}"/>
                  </a:ext>
                </a:extLst>
              </p:cNvPr>
              <p:cNvSpPr txBox="1"/>
              <p:nvPr/>
            </p:nvSpPr>
            <p:spPr>
              <a:xfrm>
                <a:off x="351144" y="4004965"/>
                <a:ext cx="11193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微通道层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7" name="文本框 506">
                    <a:extLst>
                      <a:ext uri="{FF2B5EF4-FFF2-40B4-BE49-F238E27FC236}">
                        <a16:creationId xmlns:a16="http://schemas.microsoft.com/office/drawing/2014/main" id="{52D66D12-D03B-46CB-D422-A66B3AF3A7CA}"/>
                      </a:ext>
                    </a:extLst>
                  </p:cNvPr>
                  <p:cNvSpPr txBox="1"/>
                  <p:nvPr/>
                </p:nvSpPr>
                <p:spPr>
                  <a:xfrm>
                    <a:off x="1747871" y="3792381"/>
                    <a:ext cx="715709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  <m:t>深高比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altLang="zh-CN" sz="1400" b="0" i="1" dirty="0">
                      <a:latin typeface="Cambria Math" panose="02040503050406030204" pitchFamily="18" charset="0"/>
                    </a:endParaRPr>
                  </a:p>
                  <a:p>
                    <a14:m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a14:m>
                    <a:r>
                      <a:rPr lang="en-US" altLang="zh-CN" sz="1400" dirty="0"/>
                      <a:t>%</a:t>
                    </a:r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507" name="文本框 506">
                    <a:extLst>
                      <a:ext uri="{FF2B5EF4-FFF2-40B4-BE49-F238E27FC236}">
                        <a16:creationId xmlns:a16="http://schemas.microsoft.com/office/drawing/2014/main" id="{52D66D12-D03B-46CB-D422-A66B3AF3A7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7871" y="3792381"/>
                    <a:ext cx="715709" cy="430887"/>
                  </a:xfrm>
                  <a:prstGeom prst="rect">
                    <a:avLst/>
                  </a:prstGeom>
                  <a:blipFill>
                    <a:blip r:embed="rId245"/>
                    <a:stretch>
                      <a:fillRect l="-1695" t="-2817" r="-1695" b="-239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2D0E9A70-9E7E-AFD8-88B3-6873B4507912}"/>
                </a:ext>
              </a:extLst>
            </p:cNvPr>
            <p:cNvGrpSpPr/>
            <p:nvPr/>
          </p:nvGrpSpPr>
          <p:grpSpPr>
            <a:xfrm>
              <a:off x="9546072" y="5671440"/>
              <a:ext cx="2107949" cy="804149"/>
              <a:chOff x="1086339" y="3367790"/>
              <a:chExt cx="2107949" cy="804149"/>
            </a:xfrm>
          </p:grpSpPr>
          <p:sp>
            <p:nvSpPr>
              <p:cNvPr id="509" name="椭圆 508">
                <a:extLst>
                  <a:ext uri="{FF2B5EF4-FFF2-40B4-BE49-F238E27FC236}">
                    <a16:creationId xmlns:a16="http://schemas.microsoft.com/office/drawing/2014/main" id="{60EA8EFA-321C-1504-3ECF-5FE241ECBFFD}"/>
                  </a:ext>
                </a:extLst>
              </p:cNvPr>
              <p:cNvSpPr/>
              <p:nvPr/>
            </p:nvSpPr>
            <p:spPr>
              <a:xfrm flipV="1">
                <a:off x="1181349" y="3517805"/>
                <a:ext cx="230213" cy="230213"/>
              </a:xfrm>
              <a:prstGeom prst="ellipse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70E31187-4497-B98B-0A24-0C8277065446}"/>
                  </a:ext>
                </a:extLst>
              </p:cNvPr>
              <p:cNvCxnSpPr/>
              <p:nvPr/>
            </p:nvCxnSpPr>
            <p:spPr>
              <a:xfrm>
                <a:off x="1138767" y="3377002"/>
                <a:ext cx="1071117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直接连接符 510">
                <a:extLst>
                  <a:ext uri="{FF2B5EF4-FFF2-40B4-BE49-F238E27FC236}">
                    <a16:creationId xmlns:a16="http://schemas.microsoft.com/office/drawing/2014/main" id="{51A0D364-4AE6-1DDD-1FC5-A92F81784727}"/>
                  </a:ext>
                </a:extLst>
              </p:cNvPr>
              <p:cNvCxnSpPr/>
              <p:nvPr/>
            </p:nvCxnSpPr>
            <p:spPr>
              <a:xfrm>
                <a:off x="1146150" y="3889141"/>
                <a:ext cx="1071117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2" name="右大括号 511">
                <a:extLst>
                  <a:ext uri="{FF2B5EF4-FFF2-40B4-BE49-F238E27FC236}">
                    <a16:creationId xmlns:a16="http://schemas.microsoft.com/office/drawing/2014/main" id="{81837E60-1781-1B7C-168D-EBF7C125F935}"/>
                  </a:ext>
                </a:extLst>
              </p:cNvPr>
              <p:cNvSpPr/>
              <p:nvPr/>
            </p:nvSpPr>
            <p:spPr>
              <a:xfrm>
                <a:off x="2275637" y="3367790"/>
                <a:ext cx="98396" cy="521351"/>
              </a:xfrm>
              <a:prstGeom prst="rightBrace">
                <a:avLst>
                  <a:gd name="adj1" fmla="val 0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右大括号 512">
                <a:extLst>
                  <a:ext uri="{FF2B5EF4-FFF2-40B4-BE49-F238E27FC236}">
                    <a16:creationId xmlns:a16="http://schemas.microsoft.com/office/drawing/2014/main" id="{2014063E-5A4E-A24A-A3FA-1074FD109841}"/>
                  </a:ext>
                </a:extLst>
              </p:cNvPr>
              <p:cNvSpPr/>
              <p:nvPr/>
            </p:nvSpPr>
            <p:spPr>
              <a:xfrm>
                <a:off x="1469653" y="3531624"/>
                <a:ext cx="112418" cy="223649"/>
              </a:xfrm>
              <a:prstGeom prst="rightBrace">
                <a:avLst>
                  <a:gd name="adj1" fmla="val 0"/>
                  <a:gd name="adj2" fmla="val 50000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7B1633B6-D7DB-6908-2C5D-4EB94EE43649}"/>
                  </a:ext>
                </a:extLst>
              </p:cNvPr>
              <p:cNvSpPr txBox="1"/>
              <p:nvPr/>
            </p:nvSpPr>
            <p:spPr>
              <a:xfrm>
                <a:off x="1557865" y="3502806"/>
                <a:ext cx="8130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针肋直径</a:t>
                </a:r>
              </a:p>
            </p:txBody>
          </p:sp>
          <p:sp>
            <p:nvSpPr>
              <p:cNvPr id="515" name="文本框 514">
                <a:extLst>
                  <a:ext uri="{FF2B5EF4-FFF2-40B4-BE49-F238E27FC236}">
                    <a16:creationId xmlns:a16="http://schemas.microsoft.com/office/drawing/2014/main" id="{4388A6EE-2AB5-1B9E-3061-2E13807DA6AE}"/>
                  </a:ext>
                </a:extLst>
              </p:cNvPr>
              <p:cNvSpPr txBox="1"/>
              <p:nvPr/>
            </p:nvSpPr>
            <p:spPr>
              <a:xfrm>
                <a:off x="2381270" y="3427476"/>
                <a:ext cx="81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微通道</a:t>
                </a:r>
                <a:endParaRPr lang="en-US" altLang="zh-CN" sz="1200" dirty="0"/>
              </a:p>
              <a:p>
                <a:r>
                  <a:rPr lang="zh-CN" altLang="en-US" sz="1200" dirty="0"/>
                  <a:t>宽度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6" name="文本框 515">
                    <a:extLst>
                      <a:ext uri="{FF2B5EF4-FFF2-40B4-BE49-F238E27FC236}">
                        <a16:creationId xmlns:a16="http://schemas.microsoft.com/office/drawing/2014/main" id="{9FD631D3-49C8-AF3E-2D0A-C54204DD8B63}"/>
                      </a:ext>
                    </a:extLst>
                  </p:cNvPr>
                  <p:cNvSpPr txBox="1"/>
                  <p:nvPr/>
                </p:nvSpPr>
                <p:spPr>
                  <a:xfrm>
                    <a:off x="1086339" y="3956495"/>
                    <a:ext cx="1645487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直径</m:t>
                        </m:r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宽度比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a14:m>
                    <a:r>
                      <a:rPr lang="en-US" altLang="zh-CN" sz="1400" dirty="0"/>
                      <a:t>%</a:t>
                    </a:r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516" name="文本框 515">
                    <a:extLst>
                      <a:ext uri="{FF2B5EF4-FFF2-40B4-BE49-F238E27FC236}">
                        <a16:creationId xmlns:a16="http://schemas.microsoft.com/office/drawing/2014/main" id="{9FD631D3-49C8-AF3E-2D0A-C54204DD8B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6339" y="3956495"/>
                    <a:ext cx="1645487" cy="215444"/>
                  </a:xfrm>
                  <a:prstGeom prst="rect">
                    <a:avLst/>
                  </a:prstGeom>
                  <a:blipFill>
                    <a:blip r:embed="rId246"/>
                    <a:stretch>
                      <a:fillRect l="-5556" t="-25714" b="-5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1F2FEAE0-1DA1-3CE4-702E-9EFA6AA18A75}"/>
                </a:ext>
              </a:extLst>
            </p:cNvPr>
            <p:cNvGrpSpPr/>
            <p:nvPr/>
          </p:nvGrpSpPr>
          <p:grpSpPr>
            <a:xfrm>
              <a:off x="7122453" y="5222199"/>
              <a:ext cx="2005109" cy="1219964"/>
              <a:chOff x="1635558" y="4613569"/>
              <a:chExt cx="2005109" cy="1219964"/>
            </a:xfrm>
          </p:grpSpPr>
          <p:cxnSp>
            <p:nvCxnSpPr>
              <p:cNvPr id="518" name="直接箭头连接符 517">
                <a:extLst>
                  <a:ext uri="{FF2B5EF4-FFF2-40B4-BE49-F238E27FC236}">
                    <a16:creationId xmlns:a16="http://schemas.microsoft.com/office/drawing/2014/main" id="{708FF1E9-E3A9-32C7-4810-3AF6DAD8B0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33332" y="4804833"/>
                <a:ext cx="0" cy="1028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9" name="直接箭头连接符 518">
                <a:extLst>
                  <a:ext uri="{FF2B5EF4-FFF2-40B4-BE49-F238E27FC236}">
                    <a16:creationId xmlns:a16="http://schemas.microsoft.com/office/drawing/2014/main" id="{5E7B5F96-03F2-475F-20AB-762391D14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3332" y="5833533"/>
                <a:ext cx="16073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0" name="文本框 519">
                    <a:extLst>
                      <a:ext uri="{FF2B5EF4-FFF2-40B4-BE49-F238E27FC236}">
                        <a16:creationId xmlns:a16="http://schemas.microsoft.com/office/drawing/2014/main" id="{9CD748D6-D27C-560F-8597-830A5F5D2876}"/>
                      </a:ext>
                    </a:extLst>
                  </p:cNvPr>
                  <p:cNvSpPr txBox="1"/>
                  <p:nvPr/>
                </p:nvSpPr>
                <p:spPr>
                  <a:xfrm>
                    <a:off x="1652969" y="5212296"/>
                    <a:ext cx="3021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20" name="文本框 519">
                    <a:extLst>
                      <a:ext uri="{FF2B5EF4-FFF2-40B4-BE49-F238E27FC236}">
                        <a16:creationId xmlns:a16="http://schemas.microsoft.com/office/drawing/2014/main" id="{9CD748D6-D27C-560F-8597-830A5F5D28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2969" y="5212296"/>
                    <a:ext cx="302134" cy="276999"/>
                  </a:xfrm>
                  <a:prstGeom prst="rect">
                    <a:avLst/>
                  </a:prstGeom>
                  <a:blipFill>
                    <a:blip r:embed="rId247"/>
                    <a:stretch>
                      <a:fillRect l="-16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1" name="文本框 520">
                    <a:extLst>
                      <a:ext uri="{FF2B5EF4-FFF2-40B4-BE49-F238E27FC236}">
                        <a16:creationId xmlns:a16="http://schemas.microsoft.com/office/drawing/2014/main" id="{AC8DE270-92F3-E2AB-982C-FB460966C9ED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558" y="5495501"/>
                    <a:ext cx="3209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21" name="文本框 520">
                    <a:extLst>
                      <a:ext uri="{FF2B5EF4-FFF2-40B4-BE49-F238E27FC236}">
                        <a16:creationId xmlns:a16="http://schemas.microsoft.com/office/drawing/2014/main" id="{AC8DE270-92F3-E2AB-982C-FB460966C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5558" y="5495501"/>
                    <a:ext cx="320985" cy="276999"/>
                  </a:xfrm>
                  <a:prstGeom prst="rect">
                    <a:avLst/>
                  </a:prstGeom>
                  <a:blipFill>
                    <a:blip r:embed="rId248"/>
                    <a:stretch>
                      <a:fillRect l="-1509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2" name="文本框 521">
                    <a:extLst>
                      <a:ext uri="{FF2B5EF4-FFF2-40B4-BE49-F238E27FC236}">
                        <a16:creationId xmlns:a16="http://schemas.microsoft.com/office/drawing/2014/main" id="{E33F2084-1F6C-6EC2-4906-814474DF1D9F}"/>
                      </a:ext>
                    </a:extLst>
                  </p:cNvPr>
                  <p:cNvSpPr txBox="1"/>
                  <p:nvPr/>
                </p:nvSpPr>
                <p:spPr>
                  <a:xfrm>
                    <a:off x="1661177" y="4924563"/>
                    <a:ext cx="3080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22" name="文本框 521">
                    <a:extLst>
                      <a:ext uri="{FF2B5EF4-FFF2-40B4-BE49-F238E27FC236}">
                        <a16:creationId xmlns:a16="http://schemas.microsoft.com/office/drawing/2014/main" id="{E33F2084-1F6C-6EC2-4906-814474DF1D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1177" y="4924563"/>
                    <a:ext cx="308033" cy="276999"/>
                  </a:xfrm>
                  <a:prstGeom prst="rect">
                    <a:avLst/>
                  </a:prstGeom>
                  <a:blipFill>
                    <a:blip r:embed="rId249"/>
                    <a:stretch>
                      <a:fillRect l="-18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3" name="矩形 522">
                <a:extLst>
                  <a:ext uri="{FF2B5EF4-FFF2-40B4-BE49-F238E27FC236}">
                    <a16:creationId xmlns:a16="http://schemas.microsoft.com/office/drawing/2014/main" id="{68640ECE-9828-8B1D-1EE7-1E1F5F47FF41}"/>
                  </a:ext>
                </a:extLst>
              </p:cNvPr>
              <p:cNvSpPr/>
              <p:nvPr/>
            </p:nvSpPr>
            <p:spPr>
              <a:xfrm>
                <a:off x="2033332" y="5009866"/>
                <a:ext cx="708326" cy="141806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20922F6E-3F04-1D79-C734-57BAC38BC373}"/>
                  </a:ext>
                </a:extLst>
              </p:cNvPr>
              <p:cNvSpPr/>
              <p:nvPr/>
            </p:nvSpPr>
            <p:spPr>
              <a:xfrm>
                <a:off x="2033331" y="5279893"/>
                <a:ext cx="1230567" cy="141806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5" name="矩形 524">
                <a:extLst>
                  <a:ext uri="{FF2B5EF4-FFF2-40B4-BE49-F238E27FC236}">
                    <a16:creationId xmlns:a16="http://schemas.microsoft.com/office/drawing/2014/main" id="{165E3A8C-DDEA-74DD-3CBD-9748600990FF}"/>
                  </a:ext>
                </a:extLst>
              </p:cNvPr>
              <p:cNvSpPr/>
              <p:nvPr/>
            </p:nvSpPr>
            <p:spPr>
              <a:xfrm>
                <a:off x="2033331" y="5562691"/>
                <a:ext cx="620970" cy="142621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文本框 525">
                <a:extLst>
                  <a:ext uri="{FF2B5EF4-FFF2-40B4-BE49-F238E27FC236}">
                    <a16:creationId xmlns:a16="http://schemas.microsoft.com/office/drawing/2014/main" id="{E91D0807-288A-0410-87B5-ED67691605A6}"/>
                  </a:ext>
                </a:extLst>
              </p:cNvPr>
              <p:cNvSpPr txBox="1"/>
              <p:nvPr/>
            </p:nvSpPr>
            <p:spPr>
              <a:xfrm>
                <a:off x="2275637" y="4613569"/>
                <a:ext cx="11409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相对敏感度</a:t>
                </a:r>
              </a:p>
            </p:txBody>
          </p:sp>
        </p:grp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5653B7F-FCE2-AFF6-9013-C8D5D4D16A0D}"/>
                </a:ext>
              </a:extLst>
            </p:cNvPr>
            <p:cNvSpPr/>
            <p:nvPr/>
          </p:nvSpPr>
          <p:spPr>
            <a:xfrm>
              <a:off x="152400" y="102551"/>
              <a:ext cx="1012563" cy="1916080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28" name="组合 527">
              <a:extLst>
                <a:ext uri="{FF2B5EF4-FFF2-40B4-BE49-F238E27FC236}">
                  <a16:creationId xmlns:a16="http://schemas.microsoft.com/office/drawing/2014/main" id="{F28BDEC9-C057-AE36-DC41-3B562EB8F581}"/>
                </a:ext>
              </a:extLst>
            </p:cNvPr>
            <p:cNvGrpSpPr/>
            <p:nvPr/>
          </p:nvGrpSpPr>
          <p:grpSpPr>
            <a:xfrm>
              <a:off x="515931" y="270239"/>
              <a:ext cx="291789" cy="296596"/>
              <a:chOff x="3895344" y="972534"/>
              <a:chExt cx="356616" cy="362490"/>
            </a:xfrm>
            <a:solidFill>
              <a:schemeClr val="bg2"/>
            </a:solidFill>
          </p:grpSpPr>
          <p:sp>
            <p:nvSpPr>
              <p:cNvPr id="529" name="流程图: 磁盘 528">
                <a:extLst>
                  <a:ext uri="{FF2B5EF4-FFF2-40B4-BE49-F238E27FC236}">
                    <a16:creationId xmlns:a16="http://schemas.microsoft.com/office/drawing/2014/main" id="{BAC2D8B7-9F66-2EC6-482E-DC1D8D57E0DB}"/>
                  </a:ext>
                </a:extLst>
              </p:cNvPr>
              <p:cNvSpPr/>
              <p:nvPr/>
            </p:nvSpPr>
            <p:spPr>
              <a:xfrm>
                <a:off x="3895344" y="1179576"/>
                <a:ext cx="356616" cy="155448"/>
              </a:xfrm>
              <a:prstGeom prst="flowChartMagneticDisk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0" name="流程图: 磁盘 529">
                <a:extLst>
                  <a:ext uri="{FF2B5EF4-FFF2-40B4-BE49-F238E27FC236}">
                    <a16:creationId xmlns:a16="http://schemas.microsoft.com/office/drawing/2014/main" id="{B535C6E1-B127-F5B9-70B6-B2CEB053B777}"/>
                  </a:ext>
                </a:extLst>
              </p:cNvPr>
              <p:cNvSpPr/>
              <p:nvPr/>
            </p:nvSpPr>
            <p:spPr>
              <a:xfrm>
                <a:off x="3895344" y="1076388"/>
                <a:ext cx="356616" cy="155448"/>
              </a:xfrm>
              <a:prstGeom prst="flowChartMagneticDisk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1" name="流程图: 磁盘 530">
                <a:extLst>
                  <a:ext uri="{FF2B5EF4-FFF2-40B4-BE49-F238E27FC236}">
                    <a16:creationId xmlns:a16="http://schemas.microsoft.com/office/drawing/2014/main" id="{5AD8103A-4EDF-258E-0D5B-6F4AE3D32AFB}"/>
                  </a:ext>
                </a:extLst>
              </p:cNvPr>
              <p:cNvSpPr/>
              <p:nvPr/>
            </p:nvSpPr>
            <p:spPr>
              <a:xfrm>
                <a:off x="3895344" y="972534"/>
                <a:ext cx="356616" cy="155448"/>
              </a:xfrm>
              <a:prstGeom prst="flowChartMagneticDisk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2" name="文本框 531">
              <a:extLst>
                <a:ext uri="{FF2B5EF4-FFF2-40B4-BE49-F238E27FC236}">
                  <a16:creationId xmlns:a16="http://schemas.microsoft.com/office/drawing/2014/main" id="{96DCA337-97CA-C5B4-1C10-F57ADCC62E2D}"/>
                </a:ext>
              </a:extLst>
            </p:cNvPr>
            <p:cNvSpPr txBox="1"/>
            <p:nvPr/>
          </p:nvSpPr>
          <p:spPr>
            <a:xfrm>
              <a:off x="131126" y="737213"/>
              <a:ext cx="10551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结构</a:t>
              </a:r>
              <a:endParaRPr lang="en-US" altLang="zh-CN" sz="1600" b="1" dirty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与</a:t>
              </a:r>
              <a:endParaRPr lang="en-US" altLang="zh-CN" sz="1600" b="1" dirty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数据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BA08B26F-7E90-5152-8C4B-91744B524C18}"/>
                </a:ext>
              </a:extLst>
            </p:cNvPr>
            <p:cNvSpPr/>
            <p:nvPr/>
          </p:nvSpPr>
          <p:spPr>
            <a:xfrm>
              <a:off x="152399" y="2097116"/>
              <a:ext cx="1012563" cy="2524759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33" name="组合 532">
              <a:extLst>
                <a:ext uri="{FF2B5EF4-FFF2-40B4-BE49-F238E27FC236}">
                  <a16:creationId xmlns:a16="http://schemas.microsoft.com/office/drawing/2014/main" id="{838967DA-8607-C926-03AA-137B4927002C}"/>
                </a:ext>
              </a:extLst>
            </p:cNvPr>
            <p:cNvGrpSpPr/>
            <p:nvPr/>
          </p:nvGrpSpPr>
          <p:grpSpPr>
            <a:xfrm>
              <a:off x="465340" y="2422705"/>
              <a:ext cx="351141" cy="351141"/>
              <a:chOff x="5214894" y="1023611"/>
              <a:chExt cx="643805" cy="643805"/>
            </a:xfrm>
            <a:solidFill>
              <a:schemeClr val="bg2"/>
            </a:solidFill>
          </p:grpSpPr>
          <p:sp>
            <p:nvSpPr>
              <p:cNvPr id="534" name="椭圆 533">
                <a:extLst>
                  <a:ext uri="{FF2B5EF4-FFF2-40B4-BE49-F238E27FC236}">
                    <a16:creationId xmlns:a16="http://schemas.microsoft.com/office/drawing/2014/main" id="{44215C06-CEAF-BEDD-D146-EA42B722FDA0}"/>
                  </a:ext>
                </a:extLst>
              </p:cNvPr>
              <p:cNvSpPr/>
              <p:nvPr/>
            </p:nvSpPr>
            <p:spPr>
              <a:xfrm>
                <a:off x="5214894" y="1023611"/>
                <a:ext cx="643805" cy="643805"/>
              </a:xfrm>
              <a:prstGeom prst="ellipse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5" name="椭圆 534">
                <a:extLst>
                  <a:ext uri="{FF2B5EF4-FFF2-40B4-BE49-F238E27FC236}">
                    <a16:creationId xmlns:a16="http://schemas.microsoft.com/office/drawing/2014/main" id="{F622D77D-D9CA-1A15-7D8E-0C8AA740AC51}"/>
                  </a:ext>
                </a:extLst>
              </p:cNvPr>
              <p:cNvSpPr/>
              <p:nvPr/>
            </p:nvSpPr>
            <p:spPr>
              <a:xfrm>
                <a:off x="5691092" y="1160398"/>
                <a:ext cx="79629" cy="79629"/>
              </a:xfrm>
              <a:prstGeom prst="ellipse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6" name="连接符: 曲线 535">
                <a:extLst>
                  <a:ext uri="{FF2B5EF4-FFF2-40B4-BE49-F238E27FC236}">
                    <a16:creationId xmlns:a16="http://schemas.microsoft.com/office/drawing/2014/main" id="{F8216307-A2C7-5453-1A48-E20E8889F38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5379473" y="1210156"/>
                <a:ext cx="311621" cy="289888"/>
              </a:xfrm>
              <a:prstGeom prst="curvedConnector3">
                <a:avLst/>
              </a:prstGeom>
              <a:grpFill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7" name="椭圆 536">
                <a:extLst>
                  <a:ext uri="{FF2B5EF4-FFF2-40B4-BE49-F238E27FC236}">
                    <a16:creationId xmlns:a16="http://schemas.microsoft.com/office/drawing/2014/main" id="{275F68DA-DD37-7B13-FA7A-A4B8D5F1F86F}"/>
                  </a:ext>
                </a:extLst>
              </p:cNvPr>
              <p:cNvSpPr/>
              <p:nvPr/>
            </p:nvSpPr>
            <p:spPr>
              <a:xfrm>
                <a:off x="5328983" y="1475161"/>
                <a:ext cx="79629" cy="79629"/>
              </a:xfrm>
              <a:prstGeom prst="ellipse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椭圆 537">
                <a:extLst>
                  <a:ext uri="{FF2B5EF4-FFF2-40B4-BE49-F238E27FC236}">
                    <a16:creationId xmlns:a16="http://schemas.microsoft.com/office/drawing/2014/main" id="{B4036F97-15CE-E20B-CA5D-1CE2010132E1}"/>
                  </a:ext>
                </a:extLst>
              </p:cNvPr>
              <p:cNvSpPr/>
              <p:nvPr/>
            </p:nvSpPr>
            <p:spPr>
              <a:xfrm>
                <a:off x="5495468" y="1305700"/>
                <a:ext cx="79629" cy="79629"/>
              </a:xfrm>
              <a:prstGeom prst="ellipse">
                <a:avLst/>
              </a:prstGeom>
              <a:grpFill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0" name="文本框 539">
              <a:extLst>
                <a:ext uri="{FF2B5EF4-FFF2-40B4-BE49-F238E27FC236}">
                  <a16:creationId xmlns:a16="http://schemas.microsoft.com/office/drawing/2014/main" id="{E3CAA0BF-0E6B-62C7-BFC7-08BFFB6B92DA}"/>
                </a:ext>
              </a:extLst>
            </p:cNvPr>
            <p:cNvSpPr txBox="1"/>
            <p:nvPr/>
          </p:nvSpPr>
          <p:spPr>
            <a:xfrm>
              <a:off x="101427" y="3014022"/>
              <a:ext cx="10551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建模</a:t>
              </a:r>
              <a:endParaRPr lang="en-US" altLang="zh-CN" sz="1600" b="1" dirty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与</a:t>
              </a:r>
              <a:endParaRPr lang="en-US" altLang="zh-CN" sz="1600" b="1" dirty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accent1"/>
                  </a:solidFill>
                </a:rPr>
                <a:t>预测</a:t>
              </a:r>
            </a:p>
          </p:txBody>
        </p:sp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F46C1D51-B559-A998-2618-E5AFE347CF8C}"/>
                </a:ext>
              </a:extLst>
            </p:cNvPr>
            <p:cNvGrpSpPr/>
            <p:nvPr/>
          </p:nvGrpSpPr>
          <p:grpSpPr>
            <a:xfrm>
              <a:off x="146175" y="4761436"/>
              <a:ext cx="1055106" cy="1711660"/>
              <a:chOff x="146175" y="4761436"/>
              <a:chExt cx="1055106" cy="171166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CA1EA89B-6CF9-BB38-9117-5C166D26FA75}"/>
                  </a:ext>
                </a:extLst>
              </p:cNvPr>
              <p:cNvSpPr/>
              <p:nvPr/>
            </p:nvSpPr>
            <p:spPr>
              <a:xfrm>
                <a:off x="167447" y="4761436"/>
                <a:ext cx="1012563" cy="1711660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41" name="组合 540">
                <a:extLst>
                  <a:ext uri="{FF2B5EF4-FFF2-40B4-BE49-F238E27FC236}">
                    <a16:creationId xmlns:a16="http://schemas.microsoft.com/office/drawing/2014/main" id="{E7354AD1-D686-1391-F3A4-4FDF1C43C78A}"/>
                  </a:ext>
                </a:extLst>
              </p:cNvPr>
              <p:cNvGrpSpPr/>
              <p:nvPr/>
            </p:nvGrpSpPr>
            <p:grpSpPr>
              <a:xfrm>
                <a:off x="532424" y="5001491"/>
                <a:ext cx="282608" cy="356550"/>
                <a:chOff x="5827474" y="1242301"/>
                <a:chExt cx="415753" cy="524532"/>
              </a:xfrm>
            </p:grpSpPr>
            <p:cxnSp>
              <p:nvCxnSpPr>
                <p:cNvPr id="542" name="直接连接符 541">
                  <a:extLst>
                    <a:ext uri="{FF2B5EF4-FFF2-40B4-BE49-F238E27FC236}">
                      <a16:creationId xmlns:a16="http://schemas.microsoft.com/office/drawing/2014/main" id="{7941810C-D477-4D02-6FF9-260C2259F3F5}"/>
                    </a:ext>
                  </a:extLst>
                </p:cNvPr>
                <p:cNvCxnSpPr/>
                <p:nvPr/>
              </p:nvCxnSpPr>
              <p:spPr>
                <a:xfrm>
                  <a:off x="5879432" y="1334373"/>
                  <a:ext cx="0" cy="2159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直接连接符 542">
                  <a:extLst>
                    <a:ext uri="{FF2B5EF4-FFF2-40B4-BE49-F238E27FC236}">
                      <a16:creationId xmlns:a16="http://schemas.microsoft.com/office/drawing/2014/main" id="{61ACCC33-C6D3-E4CC-B7E1-FF671F1AA03C}"/>
                    </a:ext>
                  </a:extLst>
                </p:cNvPr>
                <p:cNvCxnSpPr/>
                <p:nvPr/>
              </p:nvCxnSpPr>
              <p:spPr>
                <a:xfrm>
                  <a:off x="6184869" y="1334373"/>
                  <a:ext cx="0" cy="2159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直接连接符 543">
                  <a:extLst>
                    <a:ext uri="{FF2B5EF4-FFF2-40B4-BE49-F238E27FC236}">
                      <a16:creationId xmlns:a16="http://schemas.microsoft.com/office/drawing/2014/main" id="{74914119-3CC3-8365-3293-FCFD1E4F52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79432" y="1550273"/>
                  <a:ext cx="152400" cy="152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直接连接符 544">
                  <a:extLst>
                    <a:ext uri="{FF2B5EF4-FFF2-40B4-BE49-F238E27FC236}">
                      <a16:creationId xmlns:a16="http://schemas.microsoft.com/office/drawing/2014/main" id="{6EB6AE1A-63C4-E9B3-3756-4FCD340DFE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31832" y="1550273"/>
                  <a:ext cx="153037" cy="152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直接连接符 545">
                  <a:extLst>
                    <a:ext uri="{FF2B5EF4-FFF2-40B4-BE49-F238E27FC236}">
                      <a16:creationId xmlns:a16="http://schemas.microsoft.com/office/drawing/2014/main" id="{D86CBE7B-83F1-C180-E6DA-7D16F04D6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79432" y="1334373"/>
                  <a:ext cx="152400" cy="7629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直接连接符 546">
                  <a:extLst>
                    <a:ext uri="{FF2B5EF4-FFF2-40B4-BE49-F238E27FC236}">
                      <a16:creationId xmlns:a16="http://schemas.microsoft.com/office/drawing/2014/main" id="{158DF7F4-7107-4757-E0D7-B816C7BDE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43899" y="1334373"/>
                  <a:ext cx="140970" cy="7629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直接连接符 547">
                  <a:extLst>
                    <a:ext uri="{FF2B5EF4-FFF2-40B4-BE49-F238E27FC236}">
                      <a16:creationId xmlns:a16="http://schemas.microsoft.com/office/drawing/2014/main" id="{EEBFC29B-3C73-EF60-CECE-EBE6F7C31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34904" y="1565616"/>
                  <a:ext cx="195684" cy="1948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直接连接符 548">
                  <a:extLst>
                    <a:ext uri="{FF2B5EF4-FFF2-40B4-BE49-F238E27FC236}">
                      <a16:creationId xmlns:a16="http://schemas.microsoft.com/office/drawing/2014/main" id="{297D773C-1529-2F92-2256-928F08C485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7474" y="1562476"/>
                  <a:ext cx="204357" cy="20435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直接连接符 549">
                  <a:extLst>
                    <a:ext uri="{FF2B5EF4-FFF2-40B4-BE49-F238E27FC236}">
                      <a16:creationId xmlns:a16="http://schemas.microsoft.com/office/drawing/2014/main" id="{BFA5CCF5-648D-F77D-41CF-5C2DF555C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3713" y="1254559"/>
                  <a:ext cx="0" cy="31230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直接连接符 550">
                  <a:extLst>
                    <a:ext uri="{FF2B5EF4-FFF2-40B4-BE49-F238E27FC236}">
                      <a16:creationId xmlns:a16="http://schemas.microsoft.com/office/drawing/2014/main" id="{BCACB5DA-73FF-B63C-18F3-CD6AA0BF49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6907" y="1254559"/>
                  <a:ext cx="0" cy="30791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直接连接符 551">
                  <a:extLst>
                    <a:ext uri="{FF2B5EF4-FFF2-40B4-BE49-F238E27FC236}">
                      <a16:creationId xmlns:a16="http://schemas.microsoft.com/office/drawing/2014/main" id="{D59E66FD-8404-4D58-2071-6EE49E4B7B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9252" y="1254559"/>
                  <a:ext cx="206059" cy="10315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直接连接符 552">
                  <a:extLst>
                    <a:ext uri="{FF2B5EF4-FFF2-40B4-BE49-F238E27FC236}">
                      <a16:creationId xmlns:a16="http://schemas.microsoft.com/office/drawing/2014/main" id="{7D3C1B86-1198-C5F3-262F-4FD23BC280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37865" y="1242301"/>
                  <a:ext cx="205362" cy="11113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40B96208-5357-BB97-1ABA-2041F07D606A}"/>
                  </a:ext>
                </a:extLst>
              </p:cNvPr>
              <p:cNvSpPr txBox="1"/>
              <p:nvPr/>
            </p:nvSpPr>
            <p:spPr>
              <a:xfrm>
                <a:off x="146175" y="5523598"/>
                <a:ext cx="10551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accent1"/>
                    </a:solidFill>
                  </a:rPr>
                  <a:t>稳健性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zh-CN" altLang="en-US" sz="1600" b="1" dirty="0">
                    <a:solidFill>
                      <a:schemeClr val="accent1"/>
                    </a:solidFill>
                  </a:rPr>
                  <a:t>分析</a:t>
                </a:r>
              </a:p>
            </p:txBody>
          </p:sp>
        </p:grpSp>
        <p:cxnSp>
          <p:nvCxnSpPr>
            <p:cNvPr id="570" name="直接箭头连接符 569">
              <a:extLst>
                <a:ext uri="{FF2B5EF4-FFF2-40B4-BE49-F238E27FC236}">
                  <a16:creationId xmlns:a16="http://schemas.microsoft.com/office/drawing/2014/main" id="{AA6BDC93-1F4F-7421-7349-131D128E37BF}"/>
                </a:ext>
              </a:extLst>
            </p:cNvPr>
            <p:cNvCxnSpPr>
              <a:cxnSpLocks/>
            </p:cNvCxnSpPr>
            <p:nvPr/>
          </p:nvCxnSpPr>
          <p:spPr>
            <a:xfrm>
              <a:off x="4130596" y="3401329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3" name="直接箭头连接符 572">
              <a:extLst>
                <a:ext uri="{FF2B5EF4-FFF2-40B4-BE49-F238E27FC236}">
                  <a16:creationId xmlns:a16="http://schemas.microsoft.com/office/drawing/2014/main" id="{4D486D07-34AE-1674-1163-108F29C0C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7686" y="3365924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75" name="文本框 574">
              <a:extLst>
                <a:ext uri="{FF2B5EF4-FFF2-40B4-BE49-F238E27FC236}">
                  <a16:creationId xmlns:a16="http://schemas.microsoft.com/office/drawing/2014/main" id="{B5C604F4-559D-6EFE-AFA7-36504A7A52AA}"/>
                </a:ext>
              </a:extLst>
            </p:cNvPr>
            <p:cNvSpPr txBox="1"/>
            <p:nvPr/>
          </p:nvSpPr>
          <p:spPr>
            <a:xfrm>
              <a:off x="10763981" y="2557229"/>
              <a:ext cx="9361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最优模型</a:t>
              </a:r>
            </a:p>
          </p:txBody>
        </p:sp>
        <p:cxnSp>
          <p:nvCxnSpPr>
            <p:cNvPr id="576" name="直接箭头连接符 575">
              <a:extLst>
                <a:ext uri="{FF2B5EF4-FFF2-40B4-BE49-F238E27FC236}">
                  <a16:creationId xmlns:a16="http://schemas.microsoft.com/office/drawing/2014/main" id="{CADED9C9-2B77-329C-9D09-45D8539034F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583775" y="2103544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8" name="直接箭头连接符 577">
              <a:extLst>
                <a:ext uri="{FF2B5EF4-FFF2-40B4-BE49-F238E27FC236}">
                  <a16:creationId xmlns:a16="http://schemas.microsoft.com/office/drawing/2014/main" id="{0E6DDF45-9935-D088-81DE-F42F6B9D345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373605" y="2018631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9" name="直接箭头连接符 578">
              <a:extLst>
                <a:ext uri="{FF2B5EF4-FFF2-40B4-BE49-F238E27FC236}">
                  <a16:creationId xmlns:a16="http://schemas.microsoft.com/office/drawing/2014/main" id="{277B9C05-B1B0-FDEE-7942-B74139CC574D}"/>
                </a:ext>
              </a:extLst>
            </p:cNvPr>
            <p:cNvCxnSpPr>
              <a:cxnSpLocks/>
            </p:cNvCxnSpPr>
            <p:nvPr/>
          </p:nvCxnSpPr>
          <p:spPr>
            <a:xfrm>
              <a:off x="5398987" y="4491435"/>
              <a:ext cx="0" cy="4657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83" name="直接箭头连接符 582">
              <a:extLst>
                <a:ext uri="{FF2B5EF4-FFF2-40B4-BE49-F238E27FC236}">
                  <a16:creationId xmlns:a16="http://schemas.microsoft.com/office/drawing/2014/main" id="{FF46A6DE-1F0A-F1D4-B1E2-344D83E037B0}"/>
                </a:ext>
              </a:extLst>
            </p:cNvPr>
            <p:cNvCxnSpPr>
              <a:cxnSpLocks/>
            </p:cNvCxnSpPr>
            <p:nvPr/>
          </p:nvCxnSpPr>
          <p:spPr>
            <a:xfrm>
              <a:off x="7178370" y="4543723"/>
              <a:ext cx="0" cy="465792"/>
            </a:xfrm>
            <a:prstGeom prst="straightConnector1">
              <a:avLst/>
            </a:prstGeom>
            <a:ln>
              <a:solidFill>
                <a:srgbClr val="F2B80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EC9ABC9D-A406-BBF2-5CF6-F96FA0C0F272}"/>
                </a:ext>
              </a:extLst>
            </p:cNvPr>
            <p:cNvGrpSpPr/>
            <p:nvPr/>
          </p:nvGrpSpPr>
          <p:grpSpPr>
            <a:xfrm>
              <a:off x="4625000" y="3213437"/>
              <a:ext cx="2036063" cy="1355991"/>
              <a:chOff x="4625000" y="3213437"/>
              <a:chExt cx="2036063" cy="1355991"/>
            </a:xfrm>
          </p:grpSpPr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FEBAF20D-B256-9E23-66B9-B41A0ED9008A}"/>
                  </a:ext>
                </a:extLst>
              </p:cNvPr>
              <p:cNvCxnSpPr/>
              <p:nvPr/>
            </p:nvCxnSpPr>
            <p:spPr>
              <a:xfrm flipV="1">
                <a:off x="4990760" y="3213437"/>
                <a:ext cx="0" cy="923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8" name="直接箭头连接符 587">
                <a:extLst>
                  <a:ext uri="{FF2B5EF4-FFF2-40B4-BE49-F238E27FC236}">
                    <a16:creationId xmlns:a16="http://schemas.microsoft.com/office/drawing/2014/main" id="{7E70DEF3-D77D-564E-E553-EF84BAE11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760" y="4136981"/>
                <a:ext cx="13045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9" name="直接箭头连接符 588">
                <a:extLst>
                  <a:ext uri="{FF2B5EF4-FFF2-40B4-BE49-F238E27FC236}">
                    <a16:creationId xmlns:a16="http://schemas.microsoft.com/office/drawing/2014/main" id="{420473B9-A86E-F427-7AE7-E52DADD595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25000" y="4136981"/>
                <a:ext cx="365760" cy="3108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0" name="任意多边形: 形状 589">
                <a:extLst>
                  <a:ext uri="{FF2B5EF4-FFF2-40B4-BE49-F238E27FC236}">
                    <a16:creationId xmlns:a16="http://schemas.microsoft.com/office/drawing/2014/main" id="{32F59940-EB8B-0047-F856-1D0C19044584}"/>
                  </a:ext>
                </a:extLst>
              </p:cNvPr>
              <p:cNvSpPr/>
              <p:nvPr/>
            </p:nvSpPr>
            <p:spPr>
              <a:xfrm>
                <a:off x="5137064" y="3387173"/>
                <a:ext cx="1078992" cy="594360"/>
              </a:xfrm>
              <a:custGeom>
                <a:avLst/>
                <a:gdLst>
                  <a:gd name="csX0" fmla="*/ 0 w 1078992"/>
                  <a:gd name="csY0" fmla="*/ 0 h 594360"/>
                  <a:gd name="csX1" fmla="*/ 54864 w 1078992"/>
                  <a:gd name="csY1" fmla="*/ 9144 h 594360"/>
                  <a:gd name="csX2" fmla="*/ 109728 w 1078992"/>
                  <a:gd name="csY2" fmla="*/ 82296 h 594360"/>
                  <a:gd name="csX3" fmla="*/ 118872 w 1078992"/>
                  <a:gd name="csY3" fmla="*/ 137160 h 594360"/>
                  <a:gd name="csX4" fmla="*/ 155448 w 1078992"/>
                  <a:gd name="csY4" fmla="*/ 219456 h 594360"/>
                  <a:gd name="csX5" fmla="*/ 192024 w 1078992"/>
                  <a:gd name="csY5" fmla="*/ 228600 h 594360"/>
                  <a:gd name="csX6" fmla="*/ 338328 w 1078992"/>
                  <a:gd name="csY6" fmla="*/ 246888 h 594360"/>
                  <a:gd name="csX7" fmla="*/ 374904 w 1078992"/>
                  <a:gd name="csY7" fmla="*/ 310896 h 594360"/>
                  <a:gd name="csX8" fmla="*/ 393192 w 1078992"/>
                  <a:gd name="csY8" fmla="*/ 429768 h 594360"/>
                  <a:gd name="csX9" fmla="*/ 512064 w 1078992"/>
                  <a:gd name="csY9" fmla="*/ 457200 h 594360"/>
                  <a:gd name="csX10" fmla="*/ 722376 w 1078992"/>
                  <a:gd name="csY10" fmla="*/ 484632 h 594360"/>
                  <a:gd name="csX11" fmla="*/ 822960 w 1078992"/>
                  <a:gd name="csY11" fmla="*/ 448056 h 594360"/>
                  <a:gd name="csX12" fmla="*/ 877824 w 1078992"/>
                  <a:gd name="csY12" fmla="*/ 475488 h 594360"/>
                  <a:gd name="csX13" fmla="*/ 923544 w 1078992"/>
                  <a:gd name="csY13" fmla="*/ 530352 h 594360"/>
                  <a:gd name="csX14" fmla="*/ 1078992 w 1078992"/>
                  <a:gd name="csY14" fmla="*/ 594360 h 594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78992" h="594360">
                    <a:moveTo>
                      <a:pt x="0" y="0"/>
                    </a:moveTo>
                    <a:cubicBezTo>
                      <a:pt x="18288" y="3048"/>
                      <a:pt x="38588" y="266"/>
                      <a:pt x="54864" y="9144"/>
                    </a:cubicBezTo>
                    <a:cubicBezTo>
                      <a:pt x="87825" y="27123"/>
                      <a:pt x="102523" y="49872"/>
                      <a:pt x="109728" y="82296"/>
                    </a:cubicBezTo>
                    <a:cubicBezTo>
                      <a:pt x="113750" y="100395"/>
                      <a:pt x="114375" y="119173"/>
                      <a:pt x="118872" y="137160"/>
                    </a:cubicBezTo>
                    <a:cubicBezTo>
                      <a:pt x="121397" y="147261"/>
                      <a:pt x="137434" y="207447"/>
                      <a:pt x="155448" y="219456"/>
                    </a:cubicBezTo>
                    <a:cubicBezTo>
                      <a:pt x="165905" y="226427"/>
                      <a:pt x="179596" y="226736"/>
                      <a:pt x="192024" y="228600"/>
                    </a:cubicBezTo>
                    <a:cubicBezTo>
                      <a:pt x="240628" y="235891"/>
                      <a:pt x="289560" y="240792"/>
                      <a:pt x="338328" y="246888"/>
                    </a:cubicBezTo>
                    <a:cubicBezTo>
                      <a:pt x="350520" y="268224"/>
                      <a:pt x="367843" y="287359"/>
                      <a:pt x="374904" y="310896"/>
                    </a:cubicBezTo>
                    <a:cubicBezTo>
                      <a:pt x="386424" y="349295"/>
                      <a:pt x="365773" y="400521"/>
                      <a:pt x="393192" y="429768"/>
                    </a:cubicBezTo>
                    <a:cubicBezTo>
                      <a:pt x="421005" y="459435"/>
                      <a:pt x="472078" y="449795"/>
                      <a:pt x="512064" y="457200"/>
                    </a:cubicBezTo>
                    <a:cubicBezTo>
                      <a:pt x="578638" y="469529"/>
                      <a:pt x="654076" y="477043"/>
                      <a:pt x="722376" y="484632"/>
                    </a:cubicBezTo>
                    <a:cubicBezTo>
                      <a:pt x="734293" y="479865"/>
                      <a:pt x="813245" y="447246"/>
                      <a:pt x="822960" y="448056"/>
                    </a:cubicBezTo>
                    <a:cubicBezTo>
                      <a:pt x="843336" y="449754"/>
                      <a:pt x="859536" y="466344"/>
                      <a:pt x="877824" y="475488"/>
                    </a:cubicBezTo>
                    <a:cubicBezTo>
                      <a:pt x="893064" y="493776"/>
                      <a:pt x="902875" y="518541"/>
                      <a:pt x="923544" y="530352"/>
                    </a:cubicBezTo>
                    <a:cubicBezTo>
                      <a:pt x="1142790" y="655635"/>
                      <a:pt x="1027316" y="542684"/>
                      <a:pt x="1078992" y="59436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1" name="椭圆 590">
                <a:extLst>
                  <a:ext uri="{FF2B5EF4-FFF2-40B4-BE49-F238E27FC236}">
                    <a16:creationId xmlns:a16="http://schemas.microsoft.com/office/drawing/2014/main" id="{94D3BD8E-063D-A920-03A1-8D141B29E8A2}"/>
                  </a:ext>
                </a:extLst>
              </p:cNvPr>
              <p:cNvSpPr/>
              <p:nvPr/>
            </p:nvSpPr>
            <p:spPr>
              <a:xfrm>
                <a:off x="5219362" y="336863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2" name="椭圆 591">
                <a:extLst>
                  <a:ext uri="{FF2B5EF4-FFF2-40B4-BE49-F238E27FC236}">
                    <a16:creationId xmlns:a16="http://schemas.microsoft.com/office/drawing/2014/main" id="{FEA17469-2560-3580-310D-BCBC12240586}"/>
                  </a:ext>
                </a:extLst>
              </p:cNvPr>
              <p:cNvSpPr/>
              <p:nvPr/>
            </p:nvSpPr>
            <p:spPr>
              <a:xfrm>
                <a:off x="5265081" y="355443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3" name="椭圆 592">
                <a:extLst>
                  <a:ext uri="{FF2B5EF4-FFF2-40B4-BE49-F238E27FC236}">
                    <a16:creationId xmlns:a16="http://schemas.microsoft.com/office/drawing/2014/main" id="{0BDA6D4D-9EBF-C051-1E46-F557DDECC3D7}"/>
                  </a:ext>
                </a:extLst>
              </p:cNvPr>
              <p:cNvSpPr/>
              <p:nvPr/>
            </p:nvSpPr>
            <p:spPr>
              <a:xfrm>
                <a:off x="5468026" y="360663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4" name="椭圆 593">
                <a:extLst>
                  <a:ext uri="{FF2B5EF4-FFF2-40B4-BE49-F238E27FC236}">
                    <a16:creationId xmlns:a16="http://schemas.microsoft.com/office/drawing/2014/main" id="{2A63E538-1169-6F7E-E289-31AF4495D06E}"/>
                  </a:ext>
                </a:extLst>
              </p:cNvPr>
              <p:cNvSpPr/>
              <p:nvPr/>
            </p:nvSpPr>
            <p:spPr>
              <a:xfrm>
                <a:off x="5513745" y="3788877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5" name="椭圆 594">
                <a:extLst>
                  <a:ext uri="{FF2B5EF4-FFF2-40B4-BE49-F238E27FC236}">
                    <a16:creationId xmlns:a16="http://schemas.microsoft.com/office/drawing/2014/main" id="{DC213D16-0D65-6082-9AE3-BF5012D1DF5A}"/>
                  </a:ext>
                </a:extLst>
              </p:cNvPr>
              <p:cNvSpPr/>
              <p:nvPr/>
            </p:nvSpPr>
            <p:spPr>
              <a:xfrm>
                <a:off x="5842040" y="383459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6" name="椭圆 595">
                <a:extLst>
                  <a:ext uri="{FF2B5EF4-FFF2-40B4-BE49-F238E27FC236}">
                    <a16:creationId xmlns:a16="http://schemas.microsoft.com/office/drawing/2014/main" id="{15720C60-CB45-FB3D-87B8-6964CC26E803}"/>
                  </a:ext>
                </a:extLst>
              </p:cNvPr>
              <p:cNvSpPr/>
              <p:nvPr/>
            </p:nvSpPr>
            <p:spPr>
              <a:xfrm>
                <a:off x="5960151" y="381173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椭圆 596">
                <a:extLst>
                  <a:ext uri="{FF2B5EF4-FFF2-40B4-BE49-F238E27FC236}">
                    <a16:creationId xmlns:a16="http://schemas.microsoft.com/office/drawing/2014/main" id="{F2606A24-F3AC-EA4D-8FEB-4CA8D81AFFB1}"/>
                  </a:ext>
                </a:extLst>
              </p:cNvPr>
              <p:cNvSpPr/>
              <p:nvPr/>
            </p:nvSpPr>
            <p:spPr>
              <a:xfrm>
                <a:off x="5676560" y="381173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8" name="椭圆 597">
                <a:extLst>
                  <a:ext uri="{FF2B5EF4-FFF2-40B4-BE49-F238E27FC236}">
                    <a16:creationId xmlns:a16="http://schemas.microsoft.com/office/drawing/2014/main" id="{E5BD6FC5-F478-FE81-698F-0D674BCAA4AD}"/>
                  </a:ext>
                </a:extLst>
              </p:cNvPr>
              <p:cNvSpPr/>
              <p:nvPr/>
            </p:nvSpPr>
            <p:spPr>
              <a:xfrm>
                <a:off x="6052226" y="388184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9" name="椭圆 598">
                <a:extLst>
                  <a:ext uri="{FF2B5EF4-FFF2-40B4-BE49-F238E27FC236}">
                    <a16:creationId xmlns:a16="http://schemas.microsoft.com/office/drawing/2014/main" id="{58E72CB8-3E50-0EFD-EEFC-067AB5F82225}"/>
                  </a:ext>
                </a:extLst>
              </p:cNvPr>
              <p:cNvSpPr/>
              <p:nvPr/>
            </p:nvSpPr>
            <p:spPr>
              <a:xfrm>
                <a:off x="6193196" y="393098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205EA062-0F01-DF77-0A99-E26C53D04F3B}"/>
                      </a:ext>
                    </a:extLst>
                  </p:cNvPr>
                  <p:cNvSpPr txBox="1"/>
                  <p:nvPr/>
                </p:nvSpPr>
                <p:spPr>
                  <a:xfrm>
                    <a:off x="4647477" y="3213437"/>
                    <a:ext cx="3021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00" name="文本框 599">
                    <a:extLst>
                      <a:ext uri="{FF2B5EF4-FFF2-40B4-BE49-F238E27FC236}">
                        <a16:creationId xmlns:a16="http://schemas.microsoft.com/office/drawing/2014/main" id="{205EA062-0F01-DF77-0A99-E26C53D04F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7477" y="3213437"/>
                    <a:ext cx="30213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00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文本框 600">
                    <a:extLst>
                      <a:ext uri="{FF2B5EF4-FFF2-40B4-BE49-F238E27FC236}">
                        <a16:creationId xmlns:a16="http://schemas.microsoft.com/office/drawing/2014/main" id="{98CA539B-67F3-D90B-A318-0BAA75D88BEC}"/>
                      </a:ext>
                    </a:extLst>
                  </p:cNvPr>
                  <p:cNvSpPr txBox="1"/>
                  <p:nvPr/>
                </p:nvSpPr>
                <p:spPr>
                  <a:xfrm>
                    <a:off x="4798544" y="4292429"/>
                    <a:ext cx="3209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01" name="文本框 600">
                    <a:extLst>
                      <a:ext uri="{FF2B5EF4-FFF2-40B4-BE49-F238E27FC236}">
                        <a16:creationId xmlns:a16="http://schemas.microsoft.com/office/drawing/2014/main" id="{98CA539B-67F3-D90B-A318-0BAA75D88B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8544" y="4292429"/>
                    <a:ext cx="320985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509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文本框 601">
                    <a:extLst>
                      <a:ext uri="{FF2B5EF4-FFF2-40B4-BE49-F238E27FC236}">
                        <a16:creationId xmlns:a16="http://schemas.microsoft.com/office/drawing/2014/main" id="{8286A170-D0EC-326B-FFD1-E979C7EE070E}"/>
                      </a:ext>
                    </a:extLst>
                  </p:cNvPr>
                  <p:cNvSpPr txBox="1"/>
                  <p:nvPr/>
                </p:nvSpPr>
                <p:spPr>
                  <a:xfrm>
                    <a:off x="6353030" y="4015430"/>
                    <a:ext cx="3080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02" name="文本框 601">
                    <a:extLst>
                      <a:ext uri="{FF2B5EF4-FFF2-40B4-BE49-F238E27FC236}">
                        <a16:creationId xmlns:a16="http://schemas.microsoft.com/office/drawing/2014/main" id="{8286A170-D0EC-326B-FFD1-E979C7EE07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3030" y="4015430"/>
                    <a:ext cx="308033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6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3" name="椭圆 602">
                <a:extLst>
                  <a:ext uri="{FF2B5EF4-FFF2-40B4-BE49-F238E27FC236}">
                    <a16:creationId xmlns:a16="http://schemas.microsoft.com/office/drawing/2014/main" id="{AFB634DD-9FCA-4365-F6CD-69360C113A94}"/>
                  </a:ext>
                </a:extLst>
              </p:cNvPr>
              <p:cNvSpPr/>
              <p:nvPr/>
            </p:nvSpPr>
            <p:spPr>
              <a:xfrm>
                <a:off x="4807880" y="3712677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椭圆 603">
                <a:extLst>
                  <a:ext uri="{FF2B5EF4-FFF2-40B4-BE49-F238E27FC236}">
                    <a16:creationId xmlns:a16="http://schemas.microsoft.com/office/drawing/2014/main" id="{9B30E912-BC35-A2D1-664D-D215ECA4D0EA}"/>
                  </a:ext>
                </a:extLst>
              </p:cNvPr>
              <p:cNvSpPr/>
              <p:nvPr/>
            </p:nvSpPr>
            <p:spPr>
              <a:xfrm>
                <a:off x="4732612" y="401543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椭圆 604">
                <a:extLst>
                  <a:ext uri="{FF2B5EF4-FFF2-40B4-BE49-F238E27FC236}">
                    <a16:creationId xmlns:a16="http://schemas.microsoft.com/office/drawing/2014/main" id="{CD1DE18D-53AA-503B-1D00-2118A1F66E8C}"/>
                  </a:ext>
                </a:extLst>
              </p:cNvPr>
              <p:cNvSpPr/>
              <p:nvPr/>
            </p:nvSpPr>
            <p:spPr>
              <a:xfrm>
                <a:off x="5092022" y="392755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椭圆 605">
                <a:extLst>
                  <a:ext uri="{FF2B5EF4-FFF2-40B4-BE49-F238E27FC236}">
                    <a16:creationId xmlns:a16="http://schemas.microsoft.com/office/drawing/2014/main" id="{35FDBCCA-EF43-BAA5-DDCD-9B06E55F497F}"/>
                  </a:ext>
                </a:extLst>
              </p:cNvPr>
              <p:cNvSpPr/>
              <p:nvPr/>
            </p:nvSpPr>
            <p:spPr>
              <a:xfrm>
                <a:off x="5344582" y="37455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椭圆 606">
                <a:extLst>
                  <a:ext uri="{FF2B5EF4-FFF2-40B4-BE49-F238E27FC236}">
                    <a16:creationId xmlns:a16="http://schemas.microsoft.com/office/drawing/2014/main" id="{5A754DB6-EAE0-7735-071E-4DEE2DE9535E}"/>
                  </a:ext>
                </a:extLst>
              </p:cNvPr>
              <p:cNvSpPr/>
              <p:nvPr/>
            </p:nvSpPr>
            <p:spPr>
              <a:xfrm>
                <a:off x="5390301" y="426956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椭圆 607">
                <a:extLst>
                  <a:ext uri="{FF2B5EF4-FFF2-40B4-BE49-F238E27FC236}">
                    <a16:creationId xmlns:a16="http://schemas.microsoft.com/office/drawing/2014/main" id="{FB345DA3-46CE-ABD9-DB77-8E527E1FD57E}"/>
                  </a:ext>
                </a:extLst>
              </p:cNvPr>
              <p:cNvSpPr/>
              <p:nvPr/>
            </p:nvSpPr>
            <p:spPr>
              <a:xfrm>
                <a:off x="5127922" y="3484562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椭圆 608">
                <a:extLst>
                  <a:ext uri="{FF2B5EF4-FFF2-40B4-BE49-F238E27FC236}">
                    <a16:creationId xmlns:a16="http://schemas.microsoft.com/office/drawing/2014/main" id="{89D391E8-23CB-DD66-BFA9-9EEA6274CF72}"/>
                  </a:ext>
                </a:extLst>
              </p:cNvPr>
              <p:cNvSpPr/>
              <p:nvPr/>
            </p:nvSpPr>
            <p:spPr>
              <a:xfrm>
                <a:off x="6096000" y="4037288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椭圆 609">
                <a:extLst>
                  <a:ext uri="{FF2B5EF4-FFF2-40B4-BE49-F238E27FC236}">
                    <a16:creationId xmlns:a16="http://schemas.microsoft.com/office/drawing/2014/main" id="{58B52F24-1514-0CD4-C0D3-28C2A1CB0EA4}"/>
                  </a:ext>
                </a:extLst>
              </p:cNvPr>
              <p:cNvSpPr/>
              <p:nvPr/>
            </p:nvSpPr>
            <p:spPr>
              <a:xfrm>
                <a:off x="5663519" y="3974994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椭圆 610">
                <a:extLst>
                  <a:ext uri="{FF2B5EF4-FFF2-40B4-BE49-F238E27FC236}">
                    <a16:creationId xmlns:a16="http://schemas.microsoft.com/office/drawing/2014/main" id="{A2414976-A001-E645-5521-693C1B4E12DD}"/>
                  </a:ext>
                </a:extLst>
              </p:cNvPr>
              <p:cNvSpPr/>
              <p:nvPr/>
            </p:nvSpPr>
            <p:spPr>
              <a:xfrm>
                <a:off x="5265081" y="4052082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椭圆 611">
                <a:extLst>
                  <a:ext uri="{FF2B5EF4-FFF2-40B4-BE49-F238E27FC236}">
                    <a16:creationId xmlns:a16="http://schemas.microsoft.com/office/drawing/2014/main" id="{F15E59AF-9A44-9FE1-9BB6-8F69E3EA88CB}"/>
                  </a:ext>
                </a:extLst>
              </p:cNvPr>
              <p:cNvSpPr/>
              <p:nvPr/>
            </p:nvSpPr>
            <p:spPr>
              <a:xfrm>
                <a:off x="6112762" y="4188119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113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矩形: 圆角 467">
            <a:extLst>
              <a:ext uri="{FF2B5EF4-FFF2-40B4-BE49-F238E27FC236}">
                <a16:creationId xmlns:a16="http://schemas.microsoft.com/office/drawing/2014/main" id="{4FD9ECEA-4E04-A026-EE63-41DC032A0A71}"/>
              </a:ext>
            </a:extLst>
          </p:cNvPr>
          <p:cNvSpPr/>
          <p:nvPr/>
        </p:nvSpPr>
        <p:spPr>
          <a:xfrm>
            <a:off x="7875081" y="2100613"/>
            <a:ext cx="3929031" cy="25247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A07D5985-C199-C7C5-CF38-C7D96C4AF2A3}"/>
              </a:ext>
            </a:extLst>
          </p:cNvPr>
          <p:cNvGrpSpPr/>
          <p:nvPr/>
        </p:nvGrpSpPr>
        <p:grpSpPr>
          <a:xfrm>
            <a:off x="4278449" y="2109942"/>
            <a:ext cx="3691762" cy="2524760"/>
            <a:chOff x="5638800" y="807720"/>
            <a:chExt cx="3691762" cy="252476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15BE11E-D085-B40D-D0A5-CE458868F330}"/>
                </a:ext>
              </a:extLst>
            </p:cNvPr>
            <p:cNvSpPr/>
            <p:nvPr/>
          </p:nvSpPr>
          <p:spPr>
            <a:xfrm>
              <a:off x="5638800" y="807720"/>
              <a:ext cx="3571240" cy="2524760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50F102C6-9766-054C-A032-BB285D332C04}"/>
                </a:ext>
              </a:extLst>
            </p:cNvPr>
            <p:cNvGrpSpPr/>
            <p:nvPr/>
          </p:nvGrpSpPr>
          <p:grpSpPr>
            <a:xfrm>
              <a:off x="5881370" y="1922272"/>
              <a:ext cx="2430906" cy="1355991"/>
              <a:chOff x="6903720" y="1261872"/>
              <a:chExt cx="2430906" cy="1355991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F5A1E34C-E7FB-7C73-DD75-27CE6A105CE7}"/>
                  </a:ext>
                </a:extLst>
              </p:cNvPr>
              <p:cNvCxnSpPr/>
              <p:nvPr/>
            </p:nvCxnSpPr>
            <p:spPr>
              <a:xfrm flipV="1">
                <a:off x="7269480" y="1261872"/>
                <a:ext cx="0" cy="923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B5D80AE-2449-EF40-FDA1-15D669110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80" y="2185416"/>
                <a:ext cx="13045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A61724EB-AB86-390F-4F16-9F607EF872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03720" y="2185416"/>
                <a:ext cx="365760" cy="3108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E9062E68-C7FF-F8BD-DCA8-99599F7EE150}"/>
                  </a:ext>
                </a:extLst>
              </p:cNvPr>
              <p:cNvSpPr/>
              <p:nvPr/>
            </p:nvSpPr>
            <p:spPr>
              <a:xfrm>
                <a:off x="7415784" y="1435608"/>
                <a:ext cx="1078992" cy="594360"/>
              </a:xfrm>
              <a:custGeom>
                <a:avLst/>
                <a:gdLst>
                  <a:gd name="csX0" fmla="*/ 0 w 1078992"/>
                  <a:gd name="csY0" fmla="*/ 0 h 594360"/>
                  <a:gd name="csX1" fmla="*/ 54864 w 1078992"/>
                  <a:gd name="csY1" fmla="*/ 9144 h 594360"/>
                  <a:gd name="csX2" fmla="*/ 109728 w 1078992"/>
                  <a:gd name="csY2" fmla="*/ 82296 h 594360"/>
                  <a:gd name="csX3" fmla="*/ 118872 w 1078992"/>
                  <a:gd name="csY3" fmla="*/ 137160 h 594360"/>
                  <a:gd name="csX4" fmla="*/ 155448 w 1078992"/>
                  <a:gd name="csY4" fmla="*/ 219456 h 594360"/>
                  <a:gd name="csX5" fmla="*/ 192024 w 1078992"/>
                  <a:gd name="csY5" fmla="*/ 228600 h 594360"/>
                  <a:gd name="csX6" fmla="*/ 338328 w 1078992"/>
                  <a:gd name="csY6" fmla="*/ 246888 h 594360"/>
                  <a:gd name="csX7" fmla="*/ 374904 w 1078992"/>
                  <a:gd name="csY7" fmla="*/ 310896 h 594360"/>
                  <a:gd name="csX8" fmla="*/ 393192 w 1078992"/>
                  <a:gd name="csY8" fmla="*/ 429768 h 594360"/>
                  <a:gd name="csX9" fmla="*/ 512064 w 1078992"/>
                  <a:gd name="csY9" fmla="*/ 457200 h 594360"/>
                  <a:gd name="csX10" fmla="*/ 722376 w 1078992"/>
                  <a:gd name="csY10" fmla="*/ 484632 h 594360"/>
                  <a:gd name="csX11" fmla="*/ 822960 w 1078992"/>
                  <a:gd name="csY11" fmla="*/ 448056 h 594360"/>
                  <a:gd name="csX12" fmla="*/ 877824 w 1078992"/>
                  <a:gd name="csY12" fmla="*/ 475488 h 594360"/>
                  <a:gd name="csX13" fmla="*/ 923544 w 1078992"/>
                  <a:gd name="csY13" fmla="*/ 530352 h 594360"/>
                  <a:gd name="csX14" fmla="*/ 1078992 w 1078992"/>
                  <a:gd name="csY14" fmla="*/ 594360 h 594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78992" h="594360">
                    <a:moveTo>
                      <a:pt x="0" y="0"/>
                    </a:moveTo>
                    <a:cubicBezTo>
                      <a:pt x="18288" y="3048"/>
                      <a:pt x="38588" y="266"/>
                      <a:pt x="54864" y="9144"/>
                    </a:cubicBezTo>
                    <a:cubicBezTo>
                      <a:pt x="87825" y="27123"/>
                      <a:pt x="102523" y="49872"/>
                      <a:pt x="109728" y="82296"/>
                    </a:cubicBezTo>
                    <a:cubicBezTo>
                      <a:pt x="113750" y="100395"/>
                      <a:pt x="114375" y="119173"/>
                      <a:pt x="118872" y="137160"/>
                    </a:cubicBezTo>
                    <a:cubicBezTo>
                      <a:pt x="121397" y="147261"/>
                      <a:pt x="137434" y="207447"/>
                      <a:pt x="155448" y="219456"/>
                    </a:cubicBezTo>
                    <a:cubicBezTo>
                      <a:pt x="165905" y="226427"/>
                      <a:pt x="179596" y="226736"/>
                      <a:pt x="192024" y="228600"/>
                    </a:cubicBezTo>
                    <a:cubicBezTo>
                      <a:pt x="240628" y="235891"/>
                      <a:pt x="289560" y="240792"/>
                      <a:pt x="338328" y="246888"/>
                    </a:cubicBezTo>
                    <a:cubicBezTo>
                      <a:pt x="350520" y="268224"/>
                      <a:pt x="367843" y="287359"/>
                      <a:pt x="374904" y="310896"/>
                    </a:cubicBezTo>
                    <a:cubicBezTo>
                      <a:pt x="386424" y="349295"/>
                      <a:pt x="365773" y="400521"/>
                      <a:pt x="393192" y="429768"/>
                    </a:cubicBezTo>
                    <a:cubicBezTo>
                      <a:pt x="421005" y="459435"/>
                      <a:pt x="472078" y="449795"/>
                      <a:pt x="512064" y="457200"/>
                    </a:cubicBezTo>
                    <a:cubicBezTo>
                      <a:pt x="578638" y="469529"/>
                      <a:pt x="654076" y="477043"/>
                      <a:pt x="722376" y="484632"/>
                    </a:cubicBezTo>
                    <a:cubicBezTo>
                      <a:pt x="734293" y="479865"/>
                      <a:pt x="813245" y="447246"/>
                      <a:pt x="822960" y="448056"/>
                    </a:cubicBezTo>
                    <a:cubicBezTo>
                      <a:pt x="843336" y="449754"/>
                      <a:pt x="859536" y="466344"/>
                      <a:pt x="877824" y="475488"/>
                    </a:cubicBezTo>
                    <a:cubicBezTo>
                      <a:pt x="893064" y="493776"/>
                      <a:pt x="902875" y="518541"/>
                      <a:pt x="923544" y="530352"/>
                    </a:cubicBezTo>
                    <a:cubicBezTo>
                      <a:pt x="1142790" y="655635"/>
                      <a:pt x="1027316" y="542684"/>
                      <a:pt x="1078992" y="59436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B29F945-44A2-1A95-BD04-C928383D83D1}"/>
                  </a:ext>
                </a:extLst>
              </p:cNvPr>
              <p:cNvSpPr/>
              <p:nvPr/>
            </p:nvSpPr>
            <p:spPr>
              <a:xfrm>
                <a:off x="7498082" y="1417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9AC6B76E-E547-0670-1C4B-F98E72533025}"/>
                  </a:ext>
                </a:extLst>
              </p:cNvPr>
              <p:cNvSpPr/>
              <p:nvPr/>
            </p:nvSpPr>
            <p:spPr>
              <a:xfrm>
                <a:off x="7543801" y="160286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DBAF9F2D-00AA-81B7-2246-296215695A02}"/>
                  </a:ext>
                </a:extLst>
              </p:cNvPr>
              <p:cNvSpPr/>
              <p:nvPr/>
            </p:nvSpPr>
            <p:spPr>
              <a:xfrm>
                <a:off x="7746746" y="1655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F30A10B5-A7EF-1226-AE78-385E51D9237E}"/>
                  </a:ext>
                </a:extLst>
              </p:cNvPr>
              <p:cNvSpPr/>
              <p:nvPr/>
            </p:nvSpPr>
            <p:spPr>
              <a:xfrm>
                <a:off x="7792465" y="1837312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C63C73D-A056-67DA-6F83-168B83D31011}"/>
                  </a:ext>
                </a:extLst>
              </p:cNvPr>
              <p:cNvSpPr/>
              <p:nvPr/>
            </p:nvSpPr>
            <p:spPr>
              <a:xfrm>
                <a:off x="8120760" y="188303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3656E8F1-8E48-EA42-3825-65C814FF3686}"/>
                  </a:ext>
                </a:extLst>
              </p:cNvPr>
              <p:cNvSpPr/>
              <p:nvPr/>
            </p:nvSpPr>
            <p:spPr>
              <a:xfrm>
                <a:off x="8238871" y="186017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F0A63025-F8CF-FEF4-524B-051379EF1C8F}"/>
                  </a:ext>
                </a:extLst>
              </p:cNvPr>
              <p:cNvSpPr/>
              <p:nvPr/>
            </p:nvSpPr>
            <p:spPr>
              <a:xfrm>
                <a:off x="7955280" y="186017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44A643F-C0A4-1C34-7E8D-5F38A8B092BD}"/>
                  </a:ext>
                </a:extLst>
              </p:cNvPr>
              <p:cNvSpPr/>
              <p:nvPr/>
            </p:nvSpPr>
            <p:spPr>
              <a:xfrm>
                <a:off x="8330946" y="193027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657379B8-0888-E25F-8100-32D16AC81745}"/>
                  </a:ext>
                </a:extLst>
              </p:cNvPr>
              <p:cNvSpPr/>
              <p:nvPr/>
            </p:nvSpPr>
            <p:spPr>
              <a:xfrm>
                <a:off x="8471916" y="1979424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487CE4F-8A42-4442-BBD2-792FDF5609EA}"/>
                      </a:ext>
                    </a:extLst>
                  </p:cNvPr>
                  <p:cNvSpPr txBox="1"/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8487CE4F-8A42-4442-BBD2-792FDF560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6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8CE8845-FC54-5097-0A6D-E4B96C4F9B3C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8CE8845-FC54-5097-0A6D-E4B96C4F9B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09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DB07E9B-D364-89C3-8500-F81C66EB5E38}"/>
                      </a:ext>
                    </a:extLst>
                  </p:cNvPr>
                  <p:cNvSpPr txBox="1"/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DB07E9B-D364-89C3-8500-F81C66EB5E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6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477EDAE-0586-591B-9A99-9556CACC8799}"/>
                  </a:ext>
                </a:extLst>
              </p:cNvPr>
              <p:cNvSpPr txBox="1"/>
              <p:nvPr/>
            </p:nvSpPr>
            <p:spPr>
              <a:xfrm>
                <a:off x="7709027" y="1348031"/>
                <a:ext cx="16255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Pareto</a:t>
                </a:r>
                <a:r>
                  <a:rPr lang="zh-CN" altLang="en-US" sz="1200" dirty="0">
                    <a:latin typeface="Cambria Math" panose="02040503050406030204" pitchFamily="18" charset="0"/>
                  </a:rPr>
                  <a:t>前沿</a:t>
                </a: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B54684E4-3C72-6F4A-B37D-50C1D8E28BB7}"/>
                </a:ext>
              </a:extLst>
            </p:cNvPr>
            <p:cNvGrpSpPr/>
            <p:nvPr/>
          </p:nvGrpSpPr>
          <p:grpSpPr>
            <a:xfrm>
              <a:off x="6250050" y="1048048"/>
              <a:ext cx="1233550" cy="298450"/>
              <a:chOff x="6097905" y="876698"/>
              <a:chExt cx="1233550" cy="298450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9E93C017-6A76-51C5-559B-FD7C8C2BD547}"/>
                  </a:ext>
                </a:extLst>
              </p:cNvPr>
              <p:cNvGrpSpPr/>
              <p:nvPr/>
            </p:nvGrpSpPr>
            <p:grpSpPr>
              <a:xfrm>
                <a:off x="6097905" y="876698"/>
                <a:ext cx="298450" cy="298450"/>
                <a:chOff x="6845679" y="1271146"/>
                <a:chExt cx="298450" cy="298450"/>
              </a:xfrm>
            </p:grpSpPr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944E3344-995A-243F-41FB-6A8E5317C703}"/>
                    </a:ext>
                  </a:extLst>
                </p:cNvPr>
                <p:cNvSpPr/>
                <p:nvPr/>
              </p:nvSpPr>
              <p:spPr>
                <a:xfrm>
                  <a:off x="6845679" y="1271146"/>
                  <a:ext cx="298450" cy="298450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22DE776C-F678-951E-D6C1-57A3F66354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99401" y="1283098"/>
                      <a:ext cx="20896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22DE776C-F678-951E-D6C1-57A3F66354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99401" y="1283098"/>
                      <a:ext cx="208967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235" t="-4444" r="-35294" b="-3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421F741D-EE23-4574-9C89-485EFBAB3448}"/>
                  </a:ext>
                </a:extLst>
              </p:cNvPr>
              <p:cNvGrpSpPr/>
              <p:nvPr/>
            </p:nvGrpSpPr>
            <p:grpSpPr>
              <a:xfrm>
                <a:off x="6565455" y="876698"/>
                <a:ext cx="298450" cy="298450"/>
                <a:chOff x="6845679" y="1271146"/>
                <a:chExt cx="298450" cy="298450"/>
              </a:xfrm>
            </p:grpSpPr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537754AE-F6AD-29FF-938A-BF5E5755AA2D}"/>
                    </a:ext>
                  </a:extLst>
                </p:cNvPr>
                <p:cNvSpPr/>
                <p:nvPr/>
              </p:nvSpPr>
              <p:spPr>
                <a:xfrm>
                  <a:off x="6845679" y="1271146"/>
                  <a:ext cx="298450" cy="298450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文本框 52">
                      <a:extLst>
                        <a:ext uri="{FF2B5EF4-FFF2-40B4-BE49-F238E27FC236}">
                          <a16:creationId xmlns:a16="http://schemas.microsoft.com/office/drawing/2014/main" id="{4AA009EF-D1E8-F9BB-C467-A42694A9E4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99401" y="1283098"/>
                      <a:ext cx="19107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53" name="文本框 52">
                      <a:extLst>
                        <a:ext uri="{FF2B5EF4-FFF2-40B4-BE49-F238E27FC236}">
                          <a16:creationId xmlns:a16="http://schemas.microsoft.com/office/drawing/2014/main" id="{4AA009EF-D1E8-F9BB-C467-A42694A9E4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99401" y="1283098"/>
                      <a:ext cx="19107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9032" r="-25806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BDC34E73-B863-69FF-9643-BAD3C0E3D7DB}"/>
                  </a:ext>
                </a:extLst>
              </p:cNvPr>
              <p:cNvGrpSpPr/>
              <p:nvPr/>
            </p:nvGrpSpPr>
            <p:grpSpPr>
              <a:xfrm>
                <a:off x="7033005" y="876698"/>
                <a:ext cx="298450" cy="298450"/>
                <a:chOff x="6845679" y="1271146"/>
                <a:chExt cx="298450" cy="298450"/>
              </a:xfrm>
            </p:grpSpPr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C38000AD-7240-3D18-1E6D-C285117BB9F3}"/>
                    </a:ext>
                  </a:extLst>
                </p:cNvPr>
                <p:cNvSpPr/>
                <p:nvPr/>
              </p:nvSpPr>
              <p:spPr>
                <a:xfrm>
                  <a:off x="6845679" y="1271146"/>
                  <a:ext cx="298450" cy="298450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文本框 55">
                      <a:extLst>
                        <a:ext uri="{FF2B5EF4-FFF2-40B4-BE49-F238E27FC236}">
                          <a16:creationId xmlns:a16="http://schemas.microsoft.com/office/drawing/2014/main" id="{22708B18-033D-E0BF-91AD-13CCA0465D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99401" y="1283098"/>
                      <a:ext cx="23647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56" name="文本框 55">
                      <a:extLst>
                        <a:ext uri="{FF2B5EF4-FFF2-40B4-BE49-F238E27FC236}">
                          <a16:creationId xmlns:a16="http://schemas.microsoft.com/office/drawing/2014/main" id="{22708B18-033D-E0BF-91AD-13CCA0465D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99401" y="1283098"/>
                      <a:ext cx="236475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513" r="-2051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9478E91C-2A3D-E33D-42E6-CC93011D2AE4}"/>
                </a:ext>
              </a:extLst>
            </p:cNvPr>
            <p:cNvSpPr/>
            <p:nvPr/>
          </p:nvSpPr>
          <p:spPr>
            <a:xfrm>
              <a:off x="6215406" y="1575377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多目标优化搜索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7D3E38DD-95F6-835E-A31F-0E279EF85D78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6399275" y="1346498"/>
              <a:ext cx="0" cy="1790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371F131B-2EA4-D40E-3761-2CB4AB64AA84}"/>
                </a:ext>
              </a:extLst>
            </p:cNvPr>
            <p:cNvCxnSpPr>
              <a:cxnSpLocks/>
            </p:cNvCxnSpPr>
            <p:nvPr/>
          </p:nvCxnSpPr>
          <p:spPr>
            <a:xfrm>
              <a:off x="6866825" y="1346498"/>
              <a:ext cx="0" cy="1790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A5853670-FB18-DE69-1B53-80D47D348AC3}"/>
                </a:ext>
              </a:extLst>
            </p:cNvPr>
            <p:cNvCxnSpPr>
              <a:cxnSpLocks/>
            </p:cNvCxnSpPr>
            <p:nvPr/>
          </p:nvCxnSpPr>
          <p:spPr>
            <a:xfrm>
              <a:off x="7331455" y="1336999"/>
              <a:ext cx="0" cy="1790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743F070-96BC-F40F-B7D1-A1D26779AAE7}"/>
                </a:ext>
              </a:extLst>
            </p:cNvPr>
            <p:cNvSpPr txBox="1"/>
            <p:nvPr/>
          </p:nvSpPr>
          <p:spPr>
            <a:xfrm>
              <a:off x="7504081" y="1530896"/>
              <a:ext cx="27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ACB34D8E-FA12-3E07-2396-9EEBE851DD89}"/>
                </a:ext>
              </a:extLst>
            </p:cNvPr>
            <p:cNvSpPr/>
            <p:nvPr/>
          </p:nvSpPr>
          <p:spPr>
            <a:xfrm>
              <a:off x="7808873" y="1560245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Chebyshev</a:t>
              </a:r>
              <a:r>
                <a:rPr lang="zh-CN" altLang="en-US" sz="1200" dirty="0"/>
                <a:t>准则</a:t>
              </a:r>
            </a:p>
          </p:txBody>
        </p:sp>
        <p:sp>
          <p:nvSpPr>
            <p:cNvPr id="71" name="箭头: 右 70">
              <a:extLst>
                <a:ext uri="{FF2B5EF4-FFF2-40B4-BE49-F238E27FC236}">
                  <a16:creationId xmlns:a16="http://schemas.microsoft.com/office/drawing/2014/main" id="{8EB67DF8-8FCA-97F8-8A46-D32F8F4E9735}"/>
                </a:ext>
              </a:extLst>
            </p:cNvPr>
            <p:cNvSpPr/>
            <p:nvPr/>
          </p:nvSpPr>
          <p:spPr>
            <a:xfrm rot="2156434">
              <a:off x="7829584" y="2285929"/>
              <a:ext cx="308031" cy="257003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89C99D2-BDD8-7433-7C9A-12EED7E66CE7}"/>
                </a:ext>
              </a:extLst>
            </p:cNvPr>
            <p:cNvSpPr txBox="1"/>
            <p:nvPr/>
          </p:nvSpPr>
          <p:spPr>
            <a:xfrm>
              <a:off x="8177402" y="2454979"/>
              <a:ext cx="1153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综合方案</a:t>
              </a:r>
            </a:p>
          </p:txBody>
        </p: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EB18D7F0-EC97-B9C3-CA56-C2653E922262}"/>
              </a:ext>
            </a:extLst>
          </p:cNvPr>
          <p:cNvGrpSpPr/>
          <p:nvPr/>
        </p:nvGrpSpPr>
        <p:grpSpPr>
          <a:xfrm>
            <a:off x="746203" y="398811"/>
            <a:ext cx="5331520" cy="1384166"/>
            <a:chOff x="1141398" y="923181"/>
            <a:chExt cx="5440752" cy="1412525"/>
          </a:xfrm>
        </p:grpSpPr>
        <p:grpSp>
          <p:nvGrpSpPr>
            <p:cNvPr id="204" name="组合 203">
              <a:extLst>
                <a:ext uri="{FF2B5EF4-FFF2-40B4-BE49-F238E27FC236}">
                  <a16:creationId xmlns:a16="http://schemas.microsoft.com/office/drawing/2014/main" id="{9E720E9D-DDA6-22F1-32B8-8A36169A90F0}"/>
                </a:ext>
              </a:extLst>
            </p:cNvPr>
            <p:cNvGrpSpPr/>
            <p:nvPr/>
          </p:nvGrpSpPr>
          <p:grpSpPr>
            <a:xfrm>
              <a:off x="1141398" y="923181"/>
              <a:ext cx="4619647" cy="1412525"/>
              <a:chOff x="2254824" y="2971098"/>
              <a:chExt cx="2681747" cy="819984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51C34A01-9B38-27B7-A071-3DFD6934EBB7}"/>
                  </a:ext>
                </a:extLst>
              </p:cNvPr>
              <p:cNvGrpSpPr/>
              <p:nvPr/>
            </p:nvGrpSpPr>
            <p:grpSpPr>
              <a:xfrm>
                <a:off x="2254826" y="3029081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96757365-2C1F-F6B9-8442-CF9C5F0A3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0FDE9D0D-BE6F-8BAC-FD34-8E3A4568C2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D10827E4-8C75-9B9C-5CAF-3D32C6D546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4CEF5E0F-90D4-48FD-B164-8A9DB38355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E1D6F8FE-A9FE-4235-643B-EFA3A3DD38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1ABCF542-03EC-9639-7AC4-56642CAA2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F14E1E1B-8398-7D86-3BAF-3F9E3D2844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>
                  <a:extLst>
                    <a:ext uri="{FF2B5EF4-FFF2-40B4-BE49-F238E27FC236}">
                      <a16:creationId xmlns:a16="http://schemas.microsoft.com/office/drawing/2014/main" id="{79D11A3F-6BE8-0884-B255-60AD7FEA8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>
                  <a:extLst>
                    <a:ext uri="{FF2B5EF4-FFF2-40B4-BE49-F238E27FC236}">
                      <a16:creationId xmlns:a16="http://schemas.microsoft.com/office/drawing/2014/main" id="{5966C8AA-4D9D-50DA-4891-A541CCD74A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AEDE4C33-1365-199B-DB1F-432EF1845257}"/>
                  </a:ext>
                </a:extLst>
              </p:cNvPr>
              <p:cNvGrpSpPr/>
              <p:nvPr/>
            </p:nvGrpSpPr>
            <p:grpSpPr>
              <a:xfrm>
                <a:off x="2254824" y="3295515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69AC022D-2077-C9A8-001B-264B0B6C4B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>
                  <a:extLst>
                    <a:ext uri="{FF2B5EF4-FFF2-40B4-BE49-F238E27FC236}">
                      <a16:creationId xmlns:a16="http://schemas.microsoft.com/office/drawing/2014/main" id="{B6CD6F2F-52B5-B154-1937-AC98F6478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>
                  <a:extLst>
                    <a:ext uri="{FF2B5EF4-FFF2-40B4-BE49-F238E27FC236}">
                      <a16:creationId xmlns:a16="http://schemas.microsoft.com/office/drawing/2014/main" id="{43F95530-4A41-CBC5-8C35-83DE9417D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AD66E90A-B088-2718-A7B0-6FEAC6BAD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182A49F0-A4DC-4C5F-CDF1-75C6BD854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AD709A73-AD50-6312-1C72-5110E4A5E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8597DB46-08E3-7A1D-3F6E-FD64C4F23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E5A2E649-7F0A-1ED7-D15C-8E299B4EC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32215FC-25A9-8946-D254-DBB7862AD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41342E81-10C2-CD05-1AAD-AEDFD5ED3DD8}"/>
                  </a:ext>
                </a:extLst>
              </p:cNvPr>
              <p:cNvGrpSpPr/>
              <p:nvPr/>
            </p:nvGrpSpPr>
            <p:grpSpPr>
              <a:xfrm>
                <a:off x="2254826" y="3562481"/>
                <a:ext cx="1379623" cy="228601"/>
                <a:chOff x="2279582" y="3339965"/>
                <a:chExt cx="1379623" cy="228601"/>
              </a:xfrm>
            </p:grpSpPr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3F286330-B6EA-CCC2-11A3-FA5C81E35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9583" y="33399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EB3824B2-133A-0566-5AFC-9C3B3671D2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6" y="33399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9DDF1DDB-4A64-19D2-DA79-14480CB9AD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3" y="34923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>
                  <a:extLst>
                    <a:ext uri="{FF2B5EF4-FFF2-40B4-BE49-F238E27FC236}">
                      <a16:creationId xmlns:a16="http://schemas.microsoft.com/office/drawing/2014/main" id="{C7A3E84F-F0C3-15DE-B73E-FDAB5A5255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18072" y="33399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D58E4EAC-2AC7-F9E2-4FE6-BA2579B42C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568566"/>
                  <a:ext cx="1041133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>
                  <a:extLst>
                    <a:ext uri="{FF2B5EF4-FFF2-40B4-BE49-F238E27FC236}">
                      <a16:creationId xmlns:a16="http://schemas.microsoft.com/office/drawing/2014/main" id="{2D1A5BFB-A910-E58D-4F39-2EFC4D675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20715" y="3492366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>
                  <a:extLst>
                    <a:ext uri="{FF2B5EF4-FFF2-40B4-BE49-F238E27FC236}">
                      <a16:creationId xmlns:a16="http://schemas.microsoft.com/office/drawing/2014/main" id="{59D5EE13-ADAD-9F03-950E-463F5BA28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9582" y="3492366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>
                  <a:extLst>
                    <a:ext uri="{FF2B5EF4-FFF2-40B4-BE49-F238E27FC236}">
                      <a16:creationId xmlns:a16="http://schemas.microsoft.com/office/drawing/2014/main" id="{58DF30BD-E6CA-C7BC-C9EA-4E94FCC01A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715" y="3416166"/>
                  <a:ext cx="338489" cy="1524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>
                  <a:extLst>
                    <a:ext uri="{FF2B5EF4-FFF2-40B4-BE49-F238E27FC236}">
                      <a16:creationId xmlns:a16="http://schemas.microsoft.com/office/drawing/2014/main" id="{F736C863-0755-95FC-035D-FA81E0A04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59204" y="3339965"/>
                  <a:ext cx="0" cy="76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8A920791-4668-3419-BCF2-61D3BFA7B8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7" y="3066529"/>
                <a:ext cx="176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934119E6-9F96-3384-D349-913BD88DDF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7" y="3333882"/>
                <a:ext cx="17620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05970C35-F554-46B4-709C-EABF0427DC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946" y="3600581"/>
                <a:ext cx="176203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01C8D022-0EE0-6FDF-7BF7-19C5881AE1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4447" y="3105281"/>
                <a:ext cx="0" cy="190237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0FB0866A-462A-F713-6789-49F169465B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4447" y="3371982"/>
                <a:ext cx="0" cy="190499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0F04E349-A543-04A1-802B-922256114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959" y="3257682"/>
                <a:ext cx="0" cy="19023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46DDEE68-7463-636C-0C28-E8DC03CE33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5959" y="3524383"/>
                <a:ext cx="0" cy="190232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554219C6-8521-49FF-2BAB-32E3775FBE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4826" y="3257682"/>
                <a:ext cx="5722" cy="19023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4F232458-208C-9C3A-DFE7-B0B4B8A559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4826" y="3524383"/>
                <a:ext cx="0" cy="190232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>
                <a:extLst>
                  <a:ext uri="{FF2B5EF4-FFF2-40B4-BE49-F238E27FC236}">
                    <a16:creationId xmlns:a16="http://schemas.microsoft.com/office/drawing/2014/main" id="{171D90A0-5369-ACAD-B11E-27716DC61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092" y="3515915"/>
                <a:ext cx="0" cy="46566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ED3A2D9D-8C4B-64A9-4461-605225755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092" y="3257681"/>
                <a:ext cx="0" cy="37837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43505D72-8410-1C95-006A-8AFA5D8221CB}"/>
                  </a:ext>
                </a:extLst>
              </p:cNvPr>
              <p:cNvSpPr txBox="1"/>
              <p:nvPr/>
            </p:nvSpPr>
            <p:spPr>
              <a:xfrm>
                <a:off x="3844373" y="2971098"/>
                <a:ext cx="1076324" cy="16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歧管层</a:t>
                </a:r>
              </a:p>
            </p:txBody>
          </p:sp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9C5F9E02-2734-2642-8DC7-B1F0B9053ABD}"/>
                  </a:ext>
                </a:extLst>
              </p:cNvPr>
              <p:cNvSpPr txBox="1"/>
              <p:nvPr/>
            </p:nvSpPr>
            <p:spPr>
              <a:xfrm>
                <a:off x="3851801" y="3240287"/>
                <a:ext cx="1076324" cy="16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微通道层</a:t>
                </a:r>
              </a:p>
            </p:txBody>
          </p: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570F5C7A-9B8A-E306-78AF-F0E01C5C2845}"/>
                  </a:ext>
                </a:extLst>
              </p:cNvPr>
              <p:cNvSpPr txBox="1"/>
              <p:nvPr/>
            </p:nvSpPr>
            <p:spPr>
              <a:xfrm>
                <a:off x="3860247" y="3494682"/>
                <a:ext cx="1076324" cy="16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芯片衬底</a:t>
                </a:r>
              </a:p>
            </p:txBody>
          </p: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21A9D3EF-E2F7-0BE6-FAF0-545E286A8D2F}"/>
                </a:ext>
              </a:extLst>
            </p:cNvPr>
            <p:cNvGrpSpPr/>
            <p:nvPr/>
          </p:nvGrpSpPr>
          <p:grpSpPr>
            <a:xfrm>
              <a:off x="5104408" y="932488"/>
              <a:ext cx="1477742" cy="1268483"/>
              <a:chOff x="6391385" y="1307619"/>
              <a:chExt cx="1088634" cy="934475"/>
            </a:xfrm>
          </p:grpSpPr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90FAD970-795A-2016-2962-0C4343BB878F}"/>
                  </a:ext>
                </a:extLst>
              </p:cNvPr>
              <p:cNvGrpSpPr/>
              <p:nvPr/>
            </p:nvGrpSpPr>
            <p:grpSpPr>
              <a:xfrm>
                <a:off x="6391385" y="1981547"/>
                <a:ext cx="1088634" cy="260547"/>
                <a:chOff x="6429918" y="2010441"/>
                <a:chExt cx="1088634" cy="260547"/>
              </a:xfrm>
            </p:grpSpPr>
            <p:pic>
              <p:nvPicPr>
                <p:cNvPr id="205" name="图片 204" descr="温度计 1图标">
                  <a:extLst>
                    <a:ext uri="{FF2B5EF4-FFF2-40B4-BE49-F238E27FC236}">
                      <a16:creationId xmlns:a16="http://schemas.microsoft.com/office/drawing/2014/main" id="{3FFCAD59-78B2-48C5-EE22-566C8887A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29918" y="2022068"/>
                  <a:ext cx="248920" cy="248920"/>
                </a:xfrm>
                <a:prstGeom prst="rect">
                  <a:avLst/>
                </a:prstGeom>
              </p:spPr>
            </p:pic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32A5EF8-0DD6-DAEA-42D9-DC268B606A4D}"/>
                    </a:ext>
                  </a:extLst>
                </p:cNvPr>
                <p:cNvSpPr txBox="1"/>
                <p:nvPr/>
              </p:nvSpPr>
              <p:spPr>
                <a:xfrm>
                  <a:off x="6727869" y="2010441"/>
                  <a:ext cx="790683" cy="2040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边界条件</a:t>
                  </a:r>
                </a:p>
              </p:txBody>
            </p:sp>
          </p:grpSp>
          <p:grpSp>
            <p:nvGrpSpPr>
              <p:cNvPr id="263" name="组合 262">
                <a:extLst>
                  <a:ext uri="{FF2B5EF4-FFF2-40B4-BE49-F238E27FC236}">
                    <a16:creationId xmlns:a16="http://schemas.microsoft.com/office/drawing/2014/main" id="{8CCF36F0-022D-5D85-AEC5-F3F3A54928D3}"/>
                  </a:ext>
                </a:extLst>
              </p:cNvPr>
              <p:cNvGrpSpPr/>
              <p:nvPr/>
            </p:nvGrpSpPr>
            <p:grpSpPr>
              <a:xfrm>
                <a:off x="6429918" y="1307619"/>
                <a:ext cx="1038418" cy="204062"/>
                <a:chOff x="6480135" y="1307619"/>
                <a:chExt cx="1038418" cy="204062"/>
              </a:xfrm>
            </p:grpSpPr>
            <p:sp>
              <p:nvSpPr>
                <p:cNvPr id="208" name="立方体 207">
                  <a:extLst>
                    <a:ext uri="{FF2B5EF4-FFF2-40B4-BE49-F238E27FC236}">
                      <a16:creationId xmlns:a16="http://schemas.microsoft.com/office/drawing/2014/main" id="{933121F4-C2E0-8DA8-305B-A0CBFE781399}"/>
                    </a:ext>
                  </a:extLst>
                </p:cNvPr>
                <p:cNvSpPr/>
                <p:nvPr/>
              </p:nvSpPr>
              <p:spPr>
                <a:xfrm>
                  <a:off x="6480135" y="1307619"/>
                  <a:ext cx="180061" cy="180061"/>
                </a:xfrm>
                <a:prstGeom prst="cub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CC0358E0-E174-72F4-8758-D1E63D5447E6}"/>
                    </a:ext>
                  </a:extLst>
                </p:cNvPr>
                <p:cNvSpPr txBox="1"/>
                <p:nvPr/>
              </p:nvSpPr>
              <p:spPr>
                <a:xfrm>
                  <a:off x="6727870" y="1307619"/>
                  <a:ext cx="790683" cy="2040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几何尺寸</a:t>
                  </a:r>
                </a:p>
              </p:txBody>
            </p:sp>
          </p:grpSp>
          <p:grpSp>
            <p:nvGrpSpPr>
              <p:cNvPr id="264" name="组合 263">
                <a:extLst>
                  <a:ext uri="{FF2B5EF4-FFF2-40B4-BE49-F238E27FC236}">
                    <a16:creationId xmlns:a16="http://schemas.microsoft.com/office/drawing/2014/main" id="{58A1001C-2A0E-7172-7405-A4B55B445EA6}"/>
                  </a:ext>
                </a:extLst>
              </p:cNvPr>
              <p:cNvGrpSpPr/>
              <p:nvPr/>
            </p:nvGrpSpPr>
            <p:grpSpPr>
              <a:xfrm>
                <a:off x="6412062" y="1644583"/>
                <a:ext cx="1067957" cy="204062"/>
                <a:chOff x="6450596" y="1644583"/>
                <a:chExt cx="1067957" cy="204062"/>
              </a:xfrm>
            </p:grpSpPr>
            <p:grpSp>
              <p:nvGrpSpPr>
                <p:cNvPr id="260" name="组合 259">
                  <a:extLst>
                    <a:ext uri="{FF2B5EF4-FFF2-40B4-BE49-F238E27FC236}">
                      <a16:creationId xmlns:a16="http://schemas.microsoft.com/office/drawing/2014/main" id="{9F4AB263-5C09-C0C1-D95F-DAE81D8FA116}"/>
                    </a:ext>
                  </a:extLst>
                </p:cNvPr>
                <p:cNvGrpSpPr/>
                <p:nvPr/>
              </p:nvGrpSpPr>
              <p:grpSpPr>
                <a:xfrm>
                  <a:off x="6450596" y="1644583"/>
                  <a:ext cx="207564" cy="166534"/>
                  <a:chOff x="6371180" y="769675"/>
                  <a:chExt cx="207564" cy="166534"/>
                </a:xfrm>
              </p:grpSpPr>
              <p:grpSp>
                <p:nvGrpSpPr>
                  <p:cNvPr id="225" name="组合 224">
                    <a:extLst>
                      <a:ext uri="{FF2B5EF4-FFF2-40B4-BE49-F238E27FC236}">
                        <a16:creationId xmlns:a16="http://schemas.microsoft.com/office/drawing/2014/main" id="{95905FF2-E5A5-0524-81D7-35F5764A0020}"/>
                      </a:ext>
                    </a:extLst>
                  </p:cNvPr>
                  <p:cNvGrpSpPr/>
                  <p:nvPr/>
                </p:nvGrpSpPr>
                <p:grpSpPr>
                  <a:xfrm>
                    <a:off x="6371180" y="769675"/>
                    <a:ext cx="197218" cy="78431"/>
                    <a:chOff x="6417420" y="677214"/>
                    <a:chExt cx="197218" cy="78431"/>
                  </a:xfrm>
                </p:grpSpPr>
                <p:cxnSp>
                  <p:nvCxnSpPr>
                    <p:cNvPr id="226" name="直接连接符 225">
                      <a:extLst>
                        <a:ext uri="{FF2B5EF4-FFF2-40B4-BE49-F238E27FC236}">
                          <a16:creationId xmlns:a16="http://schemas.microsoft.com/office/drawing/2014/main" id="{063A6614-F033-8439-960E-AFEA67CF96C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417420" y="677214"/>
                      <a:ext cx="60715" cy="78431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7" name="直接连接符 226">
                      <a:extLst>
                        <a:ext uri="{FF2B5EF4-FFF2-40B4-BE49-F238E27FC236}">
                          <a16:creationId xmlns:a16="http://schemas.microsoft.com/office/drawing/2014/main" id="{8FC4DA63-CEB4-D032-848F-B74048665A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417420" y="755645"/>
                      <a:ext cx="136958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8" name="直接连接符 227">
                      <a:extLst>
                        <a:ext uri="{FF2B5EF4-FFF2-40B4-BE49-F238E27FC236}">
                          <a16:creationId xmlns:a16="http://schemas.microsoft.com/office/drawing/2014/main" id="{8BF4B31B-6299-C957-0E1E-A37047EBDB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553923" y="677214"/>
                      <a:ext cx="60715" cy="78431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9" name="直接连接符 228">
                      <a:extLst>
                        <a:ext uri="{FF2B5EF4-FFF2-40B4-BE49-F238E27FC236}">
                          <a16:creationId xmlns:a16="http://schemas.microsoft.com/office/drawing/2014/main" id="{B401E0B7-0222-216C-D069-F417B2A275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478135" y="677214"/>
                      <a:ext cx="136503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41" name="直接连接符 240">
                    <a:extLst>
                      <a:ext uri="{FF2B5EF4-FFF2-40B4-BE49-F238E27FC236}">
                        <a16:creationId xmlns:a16="http://schemas.microsoft.com/office/drawing/2014/main" id="{0C255C47-050E-9A22-F8EB-5A1838C2D4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81526" y="848106"/>
                    <a:ext cx="35992" cy="40813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直接连接符 241">
                    <a:extLst>
                      <a:ext uri="{FF2B5EF4-FFF2-40B4-BE49-F238E27FC236}">
                        <a16:creationId xmlns:a16="http://schemas.microsoft.com/office/drawing/2014/main" id="{16B9A2EF-E66C-CB51-801D-E22D19A5BA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81526" y="888919"/>
                    <a:ext cx="1369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直接连接符 242">
                    <a:extLst>
                      <a:ext uri="{FF2B5EF4-FFF2-40B4-BE49-F238E27FC236}">
                        <a16:creationId xmlns:a16="http://schemas.microsoft.com/office/drawing/2014/main" id="{CA6FFA52-DCD4-BA2A-80C6-13132D3BD1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18029" y="810488"/>
                    <a:ext cx="60715" cy="78431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直接连接符 243">
                    <a:extLst>
                      <a:ext uri="{FF2B5EF4-FFF2-40B4-BE49-F238E27FC236}">
                        <a16:creationId xmlns:a16="http://schemas.microsoft.com/office/drawing/2014/main" id="{DB9975D6-C3E8-0106-1AB3-715FFFD64F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38040" y="810488"/>
                    <a:ext cx="40704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直接连接符 245">
                    <a:extLst>
                      <a:ext uri="{FF2B5EF4-FFF2-40B4-BE49-F238E27FC236}">
                        <a16:creationId xmlns:a16="http://schemas.microsoft.com/office/drawing/2014/main" id="{25D413F7-DD62-7DEE-1526-3F757F43DD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381526" y="887495"/>
                    <a:ext cx="35992" cy="48714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直接连接符 246">
                    <a:extLst>
                      <a:ext uri="{FF2B5EF4-FFF2-40B4-BE49-F238E27FC236}">
                        <a16:creationId xmlns:a16="http://schemas.microsoft.com/office/drawing/2014/main" id="{45FF8DE4-518F-3F90-59F6-F2B9FD3342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81526" y="936209"/>
                    <a:ext cx="1369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直接连接符 247">
                    <a:extLst>
                      <a:ext uri="{FF2B5EF4-FFF2-40B4-BE49-F238E27FC236}">
                        <a16:creationId xmlns:a16="http://schemas.microsoft.com/office/drawing/2014/main" id="{D174017C-2410-5DCA-054E-33A7E5534A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18029" y="857778"/>
                    <a:ext cx="60715" cy="78431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直接连接符 248">
                    <a:extLst>
                      <a:ext uri="{FF2B5EF4-FFF2-40B4-BE49-F238E27FC236}">
                        <a16:creationId xmlns:a16="http://schemas.microsoft.com/office/drawing/2014/main" id="{CB703C6A-FEF7-3FFD-3104-5C91B4AF26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48386" y="857778"/>
                    <a:ext cx="30358" cy="0"/>
                  </a:xfrm>
                  <a:prstGeom prst="line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E406EB01-3A62-5005-1CE6-9046F37B0FB7}"/>
                    </a:ext>
                  </a:extLst>
                </p:cNvPr>
                <p:cNvSpPr txBox="1"/>
                <p:nvPr/>
              </p:nvSpPr>
              <p:spPr>
                <a:xfrm>
                  <a:off x="6727870" y="1644583"/>
                  <a:ext cx="790683" cy="2040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/>
                    <a:t>材料参数</a:t>
                  </a:r>
                </a:p>
              </p:txBody>
            </p:sp>
          </p:grpSp>
        </p:grpSp>
      </p:grpSp>
      <p:grpSp>
        <p:nvGrpSpPr>
          <p:cNvPr id="441" name="组合 440">
            <a:extLst>
              <a:ext uri="{FF2B5EF4-FFF2-40B4-BE49-F238E27FC236}">
                <a16:creationId xmlns:a16="http://schemas.microsoft.com/office/drawing/2014/main" id="{62DCA2D9-A24C-0DB5-7CC9-8A8E99E889FD}"/>
              </a:ext>
            </a:extLst>
          </p:cNvPr>
          <p:cNvGrpSpPr/>
          <p:nvPr/>
        </p:nvGrpSpPr>
        <p:grpSpPr>
          <a:xfrm>
            <a:off x="6914403" y="68783"/>
            <a:ext cx="5438571" cy="1877261"/>
            <a:chOff x="1141401" y="3448673"/>
            <a:chExt cx="5438571" cy="1877261"/>
          </a:xfrm>
        </p:grpSpPr>
        <p:grpSp>
          <p:nvGrpSpPr>
            <p:cNvPr id="423" name="组合 422">
              <a:extLst>
                <a:ext uri="{FF2B5EF4-FFF2-40B4-BE49-F238E27FC236}">
                  <a16:creationId xmlns:a16="http://schemas.microsoft.com/office/drawing/2014/main" id="{5C8B3A2D-537A-565B-5207-3937D4A7C8B6}"/>
                </a:ext>
              </a:extLst>
            </p:cNvPr>
            <p:cNvGrpSpPr/>
            <p:nvPr/>
          </p:nvGrpSpPr>
          <p:grpSpPr>
            <a:xfrm>
              <a:off x="1141401" y="3448680"/>
              <a:ext cx="3994428" cy="1873744"/>
              <a:chOff x="2898878" y="2655040"/>
              <a:chExt cx="3994428" cy="1873744"/>
            </a:xfrm>
          </p:grpSpPr>
          <p:grpSp>
            <p:nvGrpSpPr>
              <p:cNvPr id="344" name="组合 343">
                <a:extLst>
                  <a:ext uri="{FF2B5EF4-FFF2-40B4-BE49-F238E27FC236}">
                    <a16:creationId xmlns:a16="http://schemas.microsoft.com/office/drawing/2014/main" id="{4759A75B-AB1B-7BD2-E952-79ABA4A4D171}"/>
                  </a:ext>
                </a:extLst>
              </p:cNvPr>
              <p:cNvGrpSpPr/>
              <p:nvPr/>
            </p:nvGrpSpPr>
            <p:grpSpPr>
              <a:xfrm>
                <a:off x="2898878" y="3047999"/>
                <a:ext cx="3764390" cy="1480785"/>
                <a:chOff x="2898878" y="3048000"/>
                <a:chExt cx="3120922" cy="1227666"/>
              </a:xfrm>
            </p:grpSpPr>
            <p:sp>
              <p:nvSpPr>
                <p:cNvPr id="339" name="矩形 338">
                  <a:extLst>
                    <a:ext uri="{FF2B5EF4-FFF2-40B4-BE49-F238E27FC236}">
                      <a16:creationId xmlns:a16="http://schemas.microsoft.com/office/drawing/2014/main" id="{46894AFB-0048-2EAD-708A-00A59301A5CD}"/>
                    </a:ext>
                  </a:extLst>
                </p:cNvPr>
                <p:cNvSpPr/>
                <p:nvPr/>
              </p:nvSpPr>
              <p:spPr>
                <a:xfrm>
                  <a:off x="2898878" y="3048000"/>
                  <a:ext cx="938284" cy="122766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1" name="矩形 340">
                  <a:extLst>
                    <a:ext uri="{FF2B5EF4-FFF2-40B4-BE49-F238E27FC236}">
                      <a16:creationId xmlns:a16="http://schemas.microsoft.com/office/drawing/2014/main" id="{0EFFEFD1-7D89-62C9-1649-F1E0BFD5450F}"/>
                    </a:ext>
                  </a:extLst>
                </p:cNvPr>
                <p:cNvSpPr/>
                <p:nvPr/>
              </p:nvSpPr>
              <p:spPr>
                <a:xfrm>
                  <a:off x="3837161" y="3048000"/>
                  <a:ext cx="2182639" cy="1227666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43" name="矩形 342">
                <a:extLst>
                  <a:ext uri="{FF2B5EF4-FFF2-40B4-BE49-F238E27FC236}">
                    <a16:creationId xmlns:a16="http://schemas.microsoft.com/office/drawing/2014/main" id="{A74D2624-1D2A-8088-0BBE-D12939CFB96F}"/>
                  </a:ext>
                </a:extLst>
              </p:cNvPr>
              <p:cNvSpPr/>
              <p:nvPr/>
            </p:nvSpPr>
            <p:spPr>
              <a:xfrm>
                <a:off x="3090333" y="3429000"/>
                <a:ext cx="734290" cy="9990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文本框 344">
                <a:extLst>
                  <a:ext uri="{FF2B5EF4-FFF2-40B4-BE49-F238E27FC236}">
                    <a16:creationId xmlns:a16="http://schemas.microsoft.com/office/drawing/2014/main" id="{EB63C577-5A58-E179-2FC6-D1F1F0B23BBE}"/>
                  </a:ext>
                </a:extLst>
              </p:cNvPr>
              <p:cNvSpPr txBox="1"/>
              <p:nvPr/>
            </p:nvSpPr>
            <p:spPr>
              <a:xfrm>
                <a:off x="3045483" y="3087704"/>
                <a:ext cx="20389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无针肋</a:t>
                </a:r>
                <a:r>
                  <a:rPr lang="zh-CN" altLang="zh-CN" sz="1200" b="1" dirty="0"/>
                  <a:t>×</a:t>
                </a:r>
                <a:r>
                  <a:rPr lang="en-US" altLang="zh-CN" sz="1200" b="1" dirty="0"/>
                  <a:t>4</a:t>
                </a:r>
                <a:endParaRPr lang="zh-CN" altLang="en-US" sz="1200" b="1" dirty="0"/>
              </a:p>
            </p:txBody>
          </p:sp>
          <p:grpSp>
            <p:nvGrpSpPr>
              <p:cNvPr id="364" name="组合 363">
                <a:extLst>
                  <a:ext uri="{FF2B5EF4-FFF2-40B4-BE49-F238E27FC236}">
                    <a16:creationId xmlns:a16="http://schemas.microsoft.com/office/drawing/2014/main" id="{FC42D5B0-11D1-03ED-6F8A-4F1085C2A003}"/>
                  </a:ext>
                </a:extLst>
              </p:cNvPr>
              <p:cNvGrpSpPr/>
              <p:nvPr/>
            </p:nvGrpSpPr>
            <p:grpSpPr>
              <a:xfrm>
                <a:off x="3172200" y="3562959"/>
                <a:ext cx="564956" cy="558902"/>
                <a:chOff x="3293533" y="4955380"/>
                <a:chExt cx="564956" cy="558902"/>
              </a:xfrm>
            </p:grpSpPr>
            <p:grpSp>
              <p:nvGrpSpPr>
                <p:cNvPr id="353" name="组合 352">
                  <a:extLst>
                    <a:ext uri="{FF2B5EF4-FFF2-40B4-BE49-F238E27FC236}">
                      <a16:creationId xmlns:a16="http://schemas.microsoft.com/office/drawing/2014/main" id="{09F30CB3-7CAC-CEA5-31A2-D8677FC71CD1}"/>
                    </a:ext>
                  </a:extLst>
                </p:cNvPr>
                <p:cNvGrpSpPr/>
                <p:nvPr/>
              </p:nvGrpSpPr>
              <p:grpSpPr>
                <a:xfrm>
                  <a:off x="3293533" y="4955380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346" name="椭圆 345">
                    <a:extLst>
                      <a:ext uri="{FF2B5EF4-FFF2-40B4-BE49-F238E27FC236}">
                        <a16:creationId xmlns:a16="http://schemas.microsoft.com/office/drawing/2014/main" id="{425087A4-1AC9-7576-4C20-F2F7CF287622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8" name="椭圆 347">
                    <a:extLst>
                      <a:ext uri="{FF2B5EF4-FFF2-40B4-BE49-F238E27FC236}">
                        <a16:creationId xmlns:a16="http://schemas.microsoft.com/office/drawing/2014/main" id="{20287358-C4FC-0B94-C28B-993B5E9739FE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0" name="椭圆 349">
                    <a:extLst>
                      <a:ext uri="{FF2B5EF4-FFF2-40B4-BE49-F238E27FC236}">
                        <a16:creationId xmlns:a16="http://schemas.microsoft.com/office/drawing/2014/main" id="{29F320B1-B1A9-8AFA-6C73-E53C264B4EC2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2" name="椭圆 351">
                    <a:extLst>
                      <a:ext uri="{FF2B5EF4-FFF2-40B4-BE49-F238E27FC236}">
                        <a16:creationId xmlns:a16="http://schemas.microsoft.com/office/drawing/2014/main" id="{2D837596-28F0-FD9F-DA83-CADE1F9D9BC7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54" name="组合 353">
                  <a:extLst>
                    <a:ext uri="{FF2B5EF4-FFF2-40B4-BE49-F238E27FC236}">
                      <a16:creationId xmlns:a16="http://schemas.microsoft.com/office/drawing/2014/main" id="{81186859-8690-09DA-1CF7-26C5D6B0A376}"/>
                    </a:ext>
                  </a:extLst>
                </p:cNvPr>
                <p:cNvGrpSpPr/>
                <p:nvPr/>
              </p:nvGrpSpPr>
              <p:grpSpPr>
                <a:xfrm>
                  <a:off x="3293533" y="5200965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355" name="椭圆 354">
                    <a:extLst>
                      <a:ext uri="{FF2B5EF4-FFF2-40B4-BE49-F238E27FC236}">
                        <a16:creationId xmlns:a16="http://schemas.microsoft.com/office/drawing/2014/main" id="{941159D4-6AD5-F49B-364A-143A89069A61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6" name="椭圆 355">
                    <a:extLst>
                      <a:ext uri="{FF2B5EF4-FFF2-40B4-BE49-F238E27FC236}">
                        <a16:creationId xmlns:a16="http://schemas.microsoft.com/office/drawing/2014/main" id="{F5296472-9277-1019-C1E4-CCFD10ED688E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7" name="椭圆 356">
                    <a:extLst>
                      <a:ext uri="{FF2B5EF4-FFF2-40B4-BE49-F238E27FC236}">
                        <a16:creationId xmlns:a16="http://schemas.microsoft.com/office/drawing/2014/main" id="{C5D633E6-D55D-3D46-8BAA-07FB4BFE87B2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8" name="椭圆 357">
                    <a:extLst>
                      <a:ext uri="{FF2B5EF4-FFF2-40B4-BE49-F238E27FC236}">
                        <a16:creationId xmlns:a16="http://schemas.microsoft.com/office/drawing/2014/main" id="{EF972E56-D270-F066-ECD7-AAC4457A444B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59" name="组合 358">
                  <a:extLst>
                    <a:ext uri="{FF2B5EF4-FFF2-40B4-BE49-F238E27FC236}">
                      <a16:creationId xmlns:a16="http://schemas.microsoft.com/office/drawing/2014/main" id="{4F6CF31B-1216-E22E-B037-65032244437D}"/>
                    </a:ext>
                  </a:extLst>
                </p:cNvPr>
                <p:cNvGrpSpPr/>
                <p:nvPr/>
              </p:nvGrpSpPr>
              <p:grpSpPr>
                <a:xfrm>
                  <a:off x="3293533" y="5446549"/>
                  <a:ext cx="564956" cy="67733"/>
                  <a:chOff x="3327400" y="4955380"/>
                  <a:chExt cx="564956" cy="67733"/>
                </a:xfrm>
              </p:grpSpPr>
              <p:sp>
                <p:nvSpPr>
                  <p:cNvPr id="360" name="椭圆 359">
                    <a:extLst>
                      <a:ext uri="{FF2B5EF4-FFF2-40B4-BE49-F238E27FC236}">
                        <a16:creationId xmlns:a16="http://schemas.microsoft.com/office/drawing/2014/main" id="{D957210C-0D62-F05C-5B11-5DC7A96593DD}"/>
                      </a:ext>
                    </a:extLst>
                  </p:cNvPr>
                  <p:cNvSpPr/>
                  <p:nvPr/>
                </p:nvSpPr>
                <p:spPr>
                  <a:xfrm>
                    <a:off x="3327400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1" name="椭圆 360">
                    <a:extLst>
                      <a:ext uri="{FF2B5EF4-FFF2-40B4-BE49-F238E27FC236}">
                        <a16:creationId xmlns:a16="http://schemas.microsoft.com/office/drawing/2014/main" id="{ADD103B6-BE77-F4C0-67DD-CA82531A67F5}"/>
                      </a:ext>
                    </a:extLst>
                  </p:cNvPr>
                  <p:cNvSpPr/>
                  <p:nvPr/>
                </p:nvSpPr>
                <p:spPr>
                  <a:xfrm>
                    <a:off x="3493141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2" name="椭圆 361">
                    <a:extLst>
                      <a:ext uri="{FF2B5EF4-FFF2-40B4-BE49-F238E27FC236}">
                        <a16:creationId xmlns:a16="http://schemas.microsoft.com/office/drawing/2014/main" id="{91F2F986-DBF3-DF1A-BAA7-4943DA517C5F}"/>
                      </a:ext>
                    </a:extLst>
                  </p:cNvPr>
                  <p:cNvSpPr/>
                  <p:nvPr/>
                </p:nvSpPr>
                <p:spPr>
                  <a:xfrm>
                    <a:off x="3658882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3" name="椭圆 362">
                    <a:extLst>
                      <a:ext uri="{FF2B5EF4-FFF2-40B4-BE49-F238E27FC236}">
                        <a16:creationId xmlns:a16="http://schemas.microsoft.com/office/drawing/2014/main" id="{B8938EFA-0ACD-E38C-3715-0336D630858B}"/>
                      </a:ext>
                    </a:extLst>
                  </p:cNvPr>
                  <p:cNvSpPr/>
                  <p:nvPr/>
                </p:nvSpPr>
                <p:spPr>
                  <a:xfrm>
                    <a:off x="3824623" y="4955380"/>
                    <a:ext cx="67733" cy="67733"/>
                  </a:xfrm>
                  <a:prstGeom prst="ellipse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5B488C9C-B329-67E4-AAD5-9298265D6266}"/>
                  </a:ext>
                </a:extLst>
              </p:cNvPr>
              <p:cNvSpPr txBox="1"/>
              <p:nvPr/>
            </p:nvSpPr>
            <p:spPr>
              <a:xfrm>
                <a:off x="3275338" y="4109093"/>
                <a:ext cx="42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367" name="矩形 366">
                <a:extLst>
                  <a:ext uri="{FF2B5EF4-FFF2-40B4-BE49-F238E27FC236}">
                    <a16:creationId xmlns:a16="http://schemas.microsoft.com/office/drawing/2014/main" id="{88F05014-81BB-13D9-B8C9-BF8F947D03EE}"/>
                  </a:ext>
                </a:extLst>
              </p:cNvPr>
              <p:cNvSpPr/>
              <p:nvPr/>
            </p:nvSpPr>
            <p:spPr>
              <a:xfrm>
                <a:off x="4190369" y="3428999"/>
                <a:ext cx="2295098" cy="9990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文本框 368">
                <a:extLst>
                  <a:ext uri="{FF2B5EF4-FFF2-40B4-BE49-F238E27FC236}">
                    <a16:creationId xmlns:a16="http://schemas.microsoft.com/office/drawing/2014/main" id="{58004370-5675-733A-8D61-AD6F1DEEA915}"/>
                  </a:ext>
                </a:extLst>
              </p:cNvPr>
              <p:cNvSpPr txBox="1"/>
              <p:nvPr/>
            </p:nvSpPr>
            <p:spPr>
              <a:xfrm>
                <a:off x="4854376" y="3087703"/>
                <a:ext cx="20389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有针肋</a:t>
                </a:r>
                <a:r>
                  <a:rPr lang="zh-CN" altLang="zh-CN" sz="1200" dirty="0"/>
                  <a:t>×</a:t>
                </a:r>
                <a:r>
                  <a:rPr lang="en-US" altLang="zh-CN" sz="1200" b="1" dirty="0"/>
                  <a:t>80</a:t>
                </a:r>
                <a:endParaRPr lang="zh-CN" altLang="en-US" sz="1200" b="1" dirty="0"/>
              </a:p>
            </p:txBody>
          </p:sp>
          <p:grpSp>
            <p:nvGrpSpPr>
              <p:cNvPr id="418" name="组合 417">
                <a:extLst>
                  <a:ext uri="{FF2B5EF4-FFF2-40B4-BE49-F238E27FC236}">
                    <a16:creationId xmlns:a16="http://schemas.microsoft.com/office/drawing/2014/main" id="{39AA36C8-B143-A193-437C-B994E2788505}"/>
                  </a:ext>
                </a:extLst>
              </p:cNvPr>
              <p:cNvGrpSpPr/>
              <p:nvPr/>
            </p:nvGrpSpPr>
            <p:grpSpPr>
              <a:xfrm>
                <a:off x="4387369" y="3562959"/>
                <a:ext cx="1901098" cy="558902"/>
                <a:chOff x="4194902" y="5095426"/>
                <a:chExt cx="1901098" cy="558902"/>
              </a:xfrm>
            </p:grpSpPr>
            <p:grpSp>
              <p:nvGrpSpPr>
                <p:cNvPr id="370" name="组合 369">
                  <a:extLst>
                    <a:ext uri="{FF2B5EF4-FFF2-40B4-BE49-F238E27FC236}">
                      <a16:creationId xmlns:a16="http://schemas.microsoft.com/office/drawing/2014/main" id="{E8167B40-C1C1-066C-D85D-1F176ADAA136}"/>
                    </a:ext>
                  </a:extLst>
                </p:cNvPr>
                <p:cNvGrpSpPr/>
                <p:nvPr/>
              </p:nvGrpSpPr>
              <p:grpSpPr>
                <a:xfrm>
                  <a:off x="4194902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371" name="组合 370">
                    <a:extLst>
                      <a:ext uri="{FF2B5EF4-FFF2-40B4-BE49-F238E27FC236}">
                        <a16:creationId xmlns:a16="http://schemas.microsoft.com/office/drawing/2014/main" id="{5CCEDAA1-91E4-CFA1-EBCE-A0C8A0854974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82" name="椭圆 381">
                      <a:extLst>
                        <a:ext uri="{FF2B5EF4-FFF2-40B4-BE49-F238E27FC236}">
                          <a16:creationId xmlns:a16="http://schemas.microsoft.com/office/drawing/2014/main" id="{4D8E3E30-CF58-9EC9-28D9-2CF9E0C6A4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3" name="椭圆 382">
                      <a:extLst>
                        <a:ext uri="{FF2B5EF4-FFF2-40B4-BE49-F238E27FC236}">
                          <a16:creationId xmlns:a16="http://schemas.microsoft.com/office/drawing/2014/main" id="{7D988BDD-2EF1-2872-C475-5AA83DB76D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4" name="椭圆 383">
                      <a:extLst>
                        <a:ext uri="{FF2B5EF4-FFF2-40B4-BE49-F238E27FC236}">
                          <a16:creationId xmlns:a16="http://schemas.microsoft.com/office/drawing/2014/main" id="{B7DE17A0-F2F9-1B45-758F-A2D42A4B81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5" name="椭圆 384">
                      <a:extLst>
                        <a:ext uri="{FF2B5EF4-FFF2-40B4-BE49-F238E27FC236}">
                          <a16:creationId xmlns:a16="http://schemas.microsoft.com/office/drawing/2014/main" id="{07CB2FC1-888A-4413-3407-62CAC89490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72" name="组合 371">
                    <a:extLst>
                      <a:ext uri="{FF2B5EF4-FFF2-40B4-BE49-F238E27FC236}">
                        <a16:creationId xmlns:a16="http://schemas.microsoft.com/office/drawing/2014/main" id="{4A43D9B1-641C-5625-59F6-7CB95837604F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78" name="椭圆 377">
                      <a:extLst>
                        <a:ext uri="{FF2B5EF4-FFF2-40B4-BE49-F238E27FC236}">
                          <a16:creationId xmlns:a16="http://schemas.microsoft.com/office/drawing/2014/main" id="{DDADCE52-8F73-6969-B078-740706498E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9" name="椭圆 378">
                      <a:extLst>
                        <a:ext uri="{FF2B5EF4-FFF2-40B4-BE49-F238E27FC236}">
                          <a16:creationId xmlns:a16="http://schemas.microsoft.com/office/drawing/2014/main" id="{D094C7B1-691D-5BA2-3129-986279F31B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0" name="椭圆 379">
                      <a:extLst>
                        <a:ext uri="{FF2B5EF4-FFF2-40B4-BE49-F238E27FC236}">
                          <a16:creationId xmlns:a16="http://schemas.microsoft.com/office/drawing/2014/main" id="{FAC0EEAD-E4C2-157A-EAB8-419CBEE431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81" name="椭圆 380">
                      <a:extLst>
                        <a:ext uri="{FF2B5EF4-FFF2-40B4-BE49-F238E27FC236}">
                          <a16:creationId xmlns:a16="http://schemas.microsoft.com/office/drawing/2014/main" id="{58067475-30EA-CEE2-0A45-7EADD1C0B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73" name="组合 372">
                    <a:extLst>
                      <a:ext uri="{FF2B5EF4-FFF2-40B4-BE49-F238E27FC236}">
                        <a16:creationId xmlns:a16="http://schemas.microsoft.com/office/drawing/2014/main" id="{2FB5207A-677D-5AC1-8EF7-E905242A8C7D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74" name="椭圆 373">
                      <a:extLst>
                        <a:ext uri="{FF2B5EF4-FFF2-40B4-BE49-F238E27FC236}">
                          <a16:creationId xmlns:a16="http://schemas.microsoft.com/office/drawing/2014/main" id="{E36B947B-7345-CB42-176C-B1EE42690F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5" name="椭圆 374">
                      <a:extLst>
                        <a:ext uri="{FF2B5EF4-FFF2-40B4-BE49-F238E27FC236}">
                          <a16:creationId xmlns:a16="http://schemas.microsoft.com/office/drawing/2014/main" id="{30B9B139-3065-702E-BCA7-8E20232EA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6" name="椭圆 375">
                      <a:extLst>
                        <a:ext uri="{FF2B5EF4-FFF2-40B4-BE49-F238E27FC236}">
                          <a16:creationId xmlns:a16="http://schemas.microsoft.com/office/drawing/2014/main" id="{ABC3A0CF-1B76-F6F3-CB3C-EACF3965A8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7" name="椭圆 376">
                      <a:extLst>
                        <a:ext uri="{FF2B5EF4-FFF2-40B4-BE49-F238E27FC236}">
                          <a16:creationId xmlns:a16="http://schemas.microsoft.com/office/drawing/2014/main" id="{DEB40735-2CAA-F8D9-98B3-F002614A5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386" name="组合 385">
                  <a:extLst>
                    <a:ext uri="{FF2B5EF4-FFF2-40B4-BE49-F238E27FC236}">
                      <a16:creationId xmlns:a16="http://schemas.microsoft.com/office/drawing/2014/main" id="{A5EB938A-3466-A7E2-FD6A-0FE956ECBBCF}"/>
                    </a:ext>
                  </a:extLst>
                </p:cNvPr>
                <p:cNvGrpSpPr/>
                <p:nvPr/>
              </p:nvGrpSpPr>
              <p:grpSpPr>
                <a:xfrm>
                  <a:off x="4862973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387" name="组合 386">
                    <a:extLst>
                      <a:ext uri="{FF2B5EF4-FFF2-40B4-BE49-F238E27FC236}">
                        <a16:creationId xmlns:a16="http://schemas.microsoft.com/office/drawing/2014/main" id="{F3DD7152-8DFC-3F8F-096F-CF02738FC0D1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98" name="椭圆 397">
                      <a:extLst>
                        <a:ext uri="{FF2B5EF4-FFF2-40B4-BE49-F238E27FC236}">
                          <a16:creationId xmlns:a16="http://schemas.microsoft.com/office/drawing/2014/main" id="{A234F446-48A0-E0EF-5586-B41F47D4B7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9" name="椭圆 398">
                      <a:extLst>
                        <a:ext uri="{FF2B5EF4-FFF2-40B4-BE49-F238E27FC236}">
                          <a16:creationId xmlns:a16="http://schemas.microsoft.com/office/drawing/2014/main" id="{F4DBD8AB-39D2-CFE1-E9F2-0DD09D7824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0" name="椭圆 399">
                      <a:extLst>
                        <a:ext uri="{FF2B5EF4-FFF2-40B4-BE49-F238E27FC236}">
                          <a16:creationId xmlns:a16="http://schemas.microsoft.com/office/drawing/2014/main" id="{323F203D-4C78-83EF-53AE-EE2A812981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1" name="椭圆 400">
                      <a:extLst>
                        <a:ext uri="{FF2B5EF4-FFF2-40B4-BE49-F238E27FC236}">
                          <a16:creationId xmlns:a16="http://schemas.microsoft.com/office/drawing/2014/main" id="{26120640-7290-2219-4A33-D709FA61C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88" name="组合 387">
                    <a:extLst>
                      <a:ext uri="{FF2B5EF4-FFF2-40B4-BE49-F238E27FC236}">
                        <a16:creationId xmlns:a16="http://schemas.microsoft.com/office/drawing/2014/main" id="{286C2961-3E54-BD75-93E5-18BE5E9292DE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94" name="椭圆 393">
                      <a:extLst>
                        <a:ext uri="{FF2B5EF4-FFF2-40B4-BE49-F238E27FC236}">
                          <a16:creationId xmlns:a16="http://schemas.microsoft.com/office/drawing/2014/main" id="{559353B8-2650-1593-608C-5ED9182186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5" name="椭圆 394">
                      <a:extLst>
                        <a:ext uri="{FF2B5EF4-FFF2-40B4-BE49-F238E27FC236}">
                          <a16:creationId xmlns:a16="http://schemas.microsoft.com/office/drawing/2014/main" id="{193D5A87-D2A8-E4EC-67C9-6BEBCEFE16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6" name="椭圆 395">
                      <a:extLst>
                        <a:ext uri="{FF2B5EF4-FFF2-40B4-BE49-F238E27FC236}">
                          <a16:creationId xmlns:a16="http://schemas.microsoft.com/office/drawing/2014/main" id="{EEEAA6DC-2CBD-DADC-9FBC-6ECCB1D68B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7" name="椭圆 396">
                      <a:extLst>
                        <a:ext uri="{FF2B5EF4-FFF2-40B4-BE49-F238E27FC236}">
                          <a16:creationId xmlns:a16="http://schemas.microsoft.com/office/drawing/2014/main" id="{566383E4-A1EE-FB08-FF8B-FBBB9DEA88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89" name="组合 388">
                    <a:extLst>
                      <a:ext uri="{FF2B5EF4-FFF2-40B4-BE49-F238E27FC236}">
                        <a16:creationId xmlns:a16="http://schemas.microsoft.com/office/drawing/2014/main" id="{E1D6673D-18C5-57C9-0361-3D2490118CAD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390" name="椭圆 389">
                      <a:extLst>
                        <a:ext uri="{FF2B5EF4-FFF2-40B4-BE49-F238E27FC236}">
                          <a16:creationId xmlns:a16="http://schemas.microsoft.com/office/drawing/2014/main" id="{A36D2AAC-8BC7-8521-99B9-95668EA90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1" name="椭圆 390">
                      <a:extLst>
                        <a:ext uri="{FF2B5EF4-FFF2-40B4-BE49-F238E27FC236}">
                          <a16:creationId xmlns:a16="http://schemas.microsoft.com/office/drawing/2014/main" id="{DC097584-3B25-FD8E-2A29-8153C2DF62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2" name="椭圆 391">
                      <a:extLst>
                        <a:ext uri="{FF2B5EF4-FFF2-40B4-BE49-F238E27FC236}">
                          <a16:creationId xmlns:a16="http://schemas.microsoft.com/office/drawing/2014/main" id="{5E43E423-080F-D1A0-48F5-D849F22058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93" name="椭圆 392">
                      <a:extLst>
                        <a:ext uri="{FF2B5EF4-FFF2-40B4-BE49-F238E27FC236}">
                          <a16:creationId xmlns:a16="http://schemas.microsoft.com/office/drawing/2014/main" id="{DBB7FA59-F792-3FE6-E295-AD4074FCCE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grpSp>
              <p:nvGrpSpPr>
                <p:cNvPr id="402" name="组合 401">
                  <a:extLst>
                    <a:ext uri="{FF2B5EF4-FFF2-40B4-BE49-F238E27FC236}">
                      <a16:creationId xmlns:a16="http://schemas.microsoft.com/office/drawing/2014/main" id="{4DE4306B-F1A6-C371-993B-9FCEEFF3D966}"/>
                    </a:ext>
                  </a:extLst>
                </p:cNvPr>
                <p:cNvGrpSpPr/>
                <p:nvPr/>
              </p:nvGrpSpPr>
              <p:grpSpPr>
                <a:xfrm>
                  <a:off x="5531044" y="5095426"/>
                  <a:ext cx="564956" cy="558902"/>
                  <a:chOff x="3293533" y="4955380"/>
                  <a:chExt cx="564956" cy="558902"/>
                </a:xfrm>
              </p:grpSpPr>
              <p:grpSp>
                <p:nvGrpSpPr>
                  <p:cNvPr id="403" name="组合 402">
                    <a:extLst>
                      <a:ext uri="{FF2B5EF4-FFF2-40B4-BE49-F238E27FC236}">
                        <a16:creationId xmlns:a16="http://schemas.microsoft.com/office/drawing/2014/main" id="{DCA72024-113D-763C-C990-97A5704D5CED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4955380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414" name="椭圆 413">
                      <a:extLst>
                        <a:ext uri="{FF2B5EF4-FFF2-40B4-BE49-F238E27FC236}">
                          <a16:creationId xmlns:a16="http://schemas.microsoft.com/office/drawing/2014/main" id="{F185798C-40D9-0D62-0CCD-2628D9A266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5" name="椭圆 414">
                      <a:extLst>
                        <a:ext uri="{FF2B5EF4-FFF2-40B4-BE49-F238E27FC236}">
                          <a16:creationId xmlns:a16="http://schemas.microsoft.com/office/drawing/2014/main" id="{CE917046-B4F1-0F75-860A-9A448935B8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6" name="椭圆 415">
                      <a:extLst>
                        <a:ext uri="{FF2B5EF4-FFF2-40B4-BE49-F238E27FC236}">
                          <a16:creationId xmlns:a16="http://schemas.microsoft.com/office/drawing/2014/main" id="{8E63CBB8-2E7A-5718-1189-BBE2A1645C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7" name="椭圆 416">
                      <a:extLst>
                        <a:ext uri="{FF2B5EF4-FFF2-40B4-BE49-F238E27FC236}">
                          <a16:creationId xmlns:a16="http://schemas.microsoft.com/office/drawing/2014/main" id="{3F4AEB60-5BB1-1CB3-8720-CA1DF90B1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04" name="组合 403">
                    <a:extLst>
                      <a:ext uri="{FF2B5EF4-FFF2-40B4-BE49-F238E27FC236}">
                        <a16:creationId xmlns:a16="http://schemas.microsoft.com/office/drawing/2014/main" id="{7AFEB52A-7ED2-C261-0587-99D04F4E65F5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200965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410" name="椭圆 409">
                      <a:extLst>
                        <a:ext uri="{FF2B5EF4-FFF2-40B4-BE49-F238E27FC236}">
                          <a16:creationId xmlns:a16="http://schemas.microsoft.com/office/drawing/2014/main" id="{A82F0D86-5DE6-C998-3F9E-423E247C18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1" name="椭圆 410">
                      <a:extLst>
                        <a:ext uri="{FF2B5EF4-FFF2-40B4-BE49-F238E27FC236}">
                          <a16:creationId xmlns:a16="http://schemas.microsoft.com/office/drawing/2014/main" id="{8F3D8B0A-08F6-30A3-B962-C4C8CEFCC6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2" name="椭圆 411">
                      <a:extLst>
                        <a:ext uri="{FF2B5EF4-FFF2-40B4-BE49-F238E27FC236}">
                          <a16:creationId xmlns:a16="http://schemas.microsoft.com/office/drawing/2014/main" id="{435F08FD-9A19-83A0-EB3A-C507AAC4E0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3" name="椭圆 412">
                      <a:extLst>
                        <a:ext uri="{FF2B5EF4-FFF2-40B4-BE49-F238E27FC236}">
                          <a16:creationId xmlns:a16="http://schemas.microsoft.com/office/drawing/2014/main" id="{6D2261BF-3EA3-8739-5487-EB952D2826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05" name="组合 404">
                    <a:extLst>
                      <a:ext uri="{FF2B5EF4-FFF2-40B4-BE49-F238E27FC236}">
                        <a16:creationId xmlns:a16="http://schemas.microsoft.com/office/drawing/2014/main" id="{8D4B6CAE-DCF9-CC73-D541-6B3EDEE03F09}"/>
                      </a:ext>
                    </a:extLst>
                  </p:cNvPr>
                  <p:cNvGrpSpPr/>
                  <p:nvPr/>
                </p:nvGrpSpPr>
                <p:grpSpPr>
                  <a:xfrm>
                    <a:off x="3293533" y="5446549"/>
                    <a:ext cx="564956" cy="67733"/>
                    <a:chOff x="3327400" y="4955380"/>
                    <a:chExt cx="564956" cy="67733"/>
                  </a:xfrm>
                </p:grpSpPr>
                <p:sp>
                  <p:nvSpPr>
                    <p:cNvPr id="406" name="椭圆 405">
                      <a:extLst>
                        <a:ext uri="{FF2B5EF4-FFF2-40B4-BE49-F238E27FC236}">
                          <a16:creationId xmlns:a16="http://schemas.microsoft.com/office/drawing/2014/main" id="{EC6BA9AE-ECD1-1B4C-3FF5-78F33223E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7" name="椭圆 406">
                      <a:extLst>
                        <a:ext uri="{FF2B5EF4-FFF2-40B4-BE49-F238E27FC236}">
                          <a16:creationId xmlns:a16="http://schemas.microsoft.com/office/drawing/2014/main" id="{224EDA9B-F610-2955-0975-F7302D70F5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3141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8" name="椭圆 407">
                      <a:extLst>
                        <a:ext uri="{FF2B5EF4-FFF2-40B4-BE49-F238E27FC236}">
                          <a16:creationId xmlns:a16="http://schemas.microsoft.com/office/drawing/2014/main" id="{D4347DAA-6365-DC41-FEDF-B73366D57C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8882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9" name="椭圆 408">
                      <a:extLst>
                        <a:ext uri="{FF2B5EF4-FFF2-40B4-BE49-F238E27FC236}">
                          <a16:creationId xmlns:a16="http://schemas.microsoft.com/office/drawing/2014/main" id="{33A82718-BDA4-827B-3F16-9F0763EFF8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4623" y="4955380"/>
                      <a:ext cx="67733" cy="67733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4"/>
                    </a:lnRef>
                    <a:fillRef idx="3">
                      <a:schemeClr val="accent4"/>
                    </a:fillRef>
                    <a:effectRef idx="2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7E6146F4-8204-AF2A-B049-58769BD6ADF6}"/>
                  </a:ext>
                </a:extLst>
              </p:cNvPr>
              <p:cNvSpPr txBox="1"/>
              <p:nvPr/>
            </p:nvSpPr>
            <p:spPr>
              <a:xfrm>
                <a:off x="5209454" y="4109093"/>
                <a:ext cx="42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…</a:t>
                </a:r>
                <a:endParaRPr lang="zh-CN" altLang="en-US" b="1" dirty="0"/>
              </a:p>
            </p:txBody>
          </p:sp>
          <p:sp>
            <p:nvSpPr>
              <p:cNvPr id="421" name="文本框 420">
                <a:extLst>
                  <a:ext uri="{FF2B5EF4-FFF2-40B4-BE49-F238E27FC236}">
                    <a16:creationId xmlns:a16="http://schemas.microsoft.com/office/drawing/2014/main" id="{307813B3-2256-495D-0003-D60DB8D380DA}"/>
                  </a:ext>
                </a:extLst>
              </p:cNvPr>
              <p:cNvSpPr txBox="1"/>
              <p:nvPr/>
            </p:nvSpPr>
            <p:spPr>
              <a:xfrm>
                <a:off x="4215204" y="2655040"/>
                <a:ext cx="11317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共</a:t>
                </a:r>
                <a:r>
                  <a:rPr lang="en-US" altLang="zh-CN" sz="1400" dirty="0"/>
                  <a:t>84</a:t>
                </a:r>
                <a:r>
                  <a:rPr lang="zh-CN" altLang="en-US" sz="1400" dirty="0"/>
                  <a:t>个样本</a:t>
                </a:r>
              </a:p>
            </p:txBody>
          </p:sp>
        </p:grpSp>
        <p:grpSp>
          <p:nvGrpSpPr>
            <p:cNvPr id="440" name="组合 439">
              <a:extLst>
                <a:ext uri="{FF2B5EF4-FFF2-40B4-BE49-F238E27FC236}">
                  <a16:creationId xmlns:a16="http://schemas.microsoft.com/office/drawing/2014/main" id="{69ED6109-24B4-BD36-F20B-638823D7444B}"/>
                </a:ext>
              </a:extLst>
            </p:cNvPr>
            <p:cNvGrpSpPr/>
            <p:nvPr/>
          </p:nvGrpSpPr>
          <p:grpSpPr>
            <a:xfrm>
              <a:off x="5448234" y="3448673"/>
              <a:ext cx="1131738" cy="1877261"/>
              <a:chOff x="5448234" y="3448673"/>
              <a:chExt cx="1131738" cy="1877261"/>
            </a:xfrm>
          </p:grpSpPr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167E3865-4D34-184B-18AE-6F3239ABDEFB}"/>
                  </a:ext>
                </a:extLst>
              </p:cNvPr>
              <p:cNvSpPr txBox="1"/>
              <p:nvPr/>
            </p:nvSpPr>
            <p:spPr>
              <a:xfrm>
                <a:off x="5448234" y="3448673"/>
                <a:ext cx="11317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输出响应</a:t>
                </a:r>
              </a:p>
            </p:txBody>
          </p:sp>
          <p:grpSp>
            <p:nvGrpSpPr>
              <p:cNvPr id="438" name="组合 437">
                <a:extLst>
                  <a:ext uri="{FF2B5EF4-FFF2-40B4-BE49-F238E27FC236}">
                    <a16:creationId xmlns:a16="http://schemas.microsoft.com/office/drawing/2014/main" id="{45446A66-C873-0227-C911-304782902793}"/>
                  </a:ext>
                </a:extLst>
              </p:cNvPr>
              <p:cNvGrpSpPr/>
              <p:nvPr/>
            </p:nvGrpSpPr>
            <p:grpSpPr>
              <a:xfrm>
                <a:off x="5641502" y="3841639"/>
                <a:ext cx="443068" cy="1484295"/>
                <a:chOff x="6985157" y="3841639"/>
                <a:chExt cx="443068" cy="1484295"/>
              </a:xfrm>
            </p:grpSpPr>
            <p:sp>
              <p:nvSpPr>
                <p:cNvPr id="437" name="矩形: 圆角 436">
                  <a:extLst>
                    <a:ext uri="{FF2B5EF4-FFF2-40B4-BE49-F238E27FC236}">
                      <a16:creationId xmlns:a16="http://schemas.microsoft.com/office/drawing/2014/main" id="{C5E52453-AA8D-EE0F-DFC7-234EA50C43DF}"/>
                    </a:ext>
                  </a:extLst>
                </p:cNvPr>
                <p:cNvSpPr/>
                <p:nvPr/>
              </p:nvSpPr>
              <p:spPr>
                <a:xfrm>
                  <a:off x="6985157" y="3841639"/>
                  <a:ext cx="443068" cy="1484295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36" name="组合 435">
                  <a:extLst>
                    <a:ext uri="{FF2B5EF4-FFF2-40B4-BE49-F238E27FC236}">
                      <a16:creationId xmlns:a16="http://schemas.microsoft.com/office/drawing/2014/main" id="{B3AEA43E-F80D-B293-DAAE-26C51A0C51F7}"/>
                    </a:ext>
                  </a:extLst>
                </p:cNvPr>
                <p:cNvGrpSpPr/>
                <p:nvPr/>
              </p:nvGrpSpPr>
              <p:grpSpPr>
                <a:xfrm>
                  <a:off x="7055624" y="3979038"/>
                  <a:ext cx="320985" cy="1205986"/>
                  <a:chOff x="5490435" y="3881341"/>
                  <a:chExt cx="320985" cy="120598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7" name="文本框 426">
                        <a:extLst>
                          <a:ext uri="{FF2B5EF4-FFF2-40B4-BE49-F238E27FC236}">
                            <a16:creationId xmlns:a16="http://schemas.microsoft.com/office/drawing/2014/main" id="{19F43789-7C4B-508E-F500-56F4CBC9265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4345835"/>
                        <a:ext cx="30213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27" name="文本框 426">
                        <a:extLst>
                          <a:ext uri="{FF2B5EF4-FFF2-40B4-BE49-F238E27FC236}">
                            <a16:creationId xmlns:a16="http://schemas.microsoft.com/office/drawing/2014/main" id="{19F43789-7C4B-508E-F500-56F4CBC9265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4345835"/>
                        <a:ext cx="302134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6000" b="-65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1" name="文本框 430">
                        <a:extLst>
                          <a:ext uri="{FF2B5EF4-FFF2-40B4-BE49-F238E27FC236}">
                            <a16:creationId xmlns:a16="http://schemas.microsoft.com/office/drawing/2014/main" id="{7258A631-DE83-BA9F-EE3E-A00BCD8DF70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4810328"/>
                        <a:ext cx="320985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31" name="文本框 430">
                        <a:extLst>
                          <a:ext uri="{FF2B5EF4-FFF2-40B4-BE49-F238E27FC236}">
                            <a16:creationId xmlns:a16="http://schemas.microsoft.com/office/drawing/2014/main" id="{7258A631-DE83-BA9F-EE3E-A00BCD8DF70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4810328"/>
                        <a:ext cx="320985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5094"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5" name="文本框 434">
                        <a:extLst>
                          <a:ext uri="{FF2B5EF4-FFF2-40B4-BE49-F238E27FC236}">
                            <a16:creationId xmlns:a16="http://schemas.microsoft.com/office/drawing/2014/main" id="{5F496ADB-2D8C-646E-CC8C-6F08D455CC0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90435" y="3881341"/>
                        <a:ext cx="30803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35" name="文本框 434">
                        <a:extLst>
                          <a:ext uri="{FF2B5EF4-FFF2-40B4-BE49-F238E27FC236}">
                            <a16:creationId xmlns:a16="http://schemas.microsoft.com/office/drawing/2014/main" id="{5F496ADB-2D8C-646E-CC8C-6F08D455CC0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490435" y="3881341"/>
                        <a:ext cx="308033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5686" b="-65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439" name="箭头: 右 438">
              <a:extLst>
                <a:ext uri="{FF2B5EF4-FFF2-40B4-BE49-F238E27FC236}">
                  <a16:creationId xmlns:a16="http://schemas.microsoft.com/office/drawing/2014/main" id="{4F27173F-F1F0-DFFB-A908-18499800A03E}"/>
                </a:ext>
              </a:extLst>
            </p:cNvPr>
            <p:cNvSpPr/>
            <p:nvPr/>
          </p:nvSpPr>
          <p:spPr>
            <a:xfrm>
              <a:off x="5181080" y="4477149"/>
              <a:ext cx="207586" cy="209763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3" name="组合 492">
            <a:extLst>
              <a:ext uri="{FF2B5EF4-FFF2-40B4-BE49-F238E27FC236}">
                <a16:creationId xmlns:a16="http://schemas.microsoft.com/office/drawing/2014/main" id="{4383CF74-51CA-C43F-4C9C-5874751E775D}"/>
              </a:ext>
            </a:extLst>
          </p:cNvPr>
          <p:cNvGrpSpPr/>
          <p:nvPr/>
        </p:nvGrpSpPr>
        <p:grpSpPr>
          <a:xfrm>
            <a:off x="1192750" y="2290730"/>
            <a:ext cx="2619610" cy="2163183"/>
            <a:chOff x="6400800" y="3789680"/>
            <a:chExt cx="2619610" cy="2163183"/>
          </a:xfrm>
        </p:grpSpPr>
        <p:sp>
          <p:nvSpPr>
            <p:cNvPr id="491" name="矩形: 圆顶角 490">
              <a:extLst>
                <a:ext uri="{FF2B5EF4-FFF2-40B4-BE49-F238E27FC236}">
                  <a16:creationId xmlns:a16="http://schemas.microsoft.com/office/drawing/2014/main" id="{22B49A17-D09B-304C-49D2-8040B4E2C7AD}"/>
                </a:ext>
              </a:extLst>
            </p:cNvPr>
            <p:cNvSpPr/>
            <p:nvPr/>
          </p:nvSpPr>
          <p:spPr>
            <a:xfrm>
              <a:off x="6400800" y="3789680"/>
              <a:ext cx="2536243" cy="1550428"/>
            </a:xfrm>
            <a:prstGeom prst="round2Same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7" name="组合 486">
              <a:extLst>
                <a:ext uri="{FF2B5EF4-FFF2-40B4-BE49-F238E27FC236}">
                  <a16:creationId xmlns:a16="http://schemas.microsoft.com/office/drawing/2014/main" id="{D2A8FC47-2EE2-ABBB-7E29-4CF451B5B0BC}"/>
                </a:ext>
              </a:extLst>
            </p:cNvPr>
            <p:cNvGrpSpPr/>
            <p:nvPr/>
          </p:nvGrpSpPr>
          <p:grpSpPr>
            <a:xfrm>
              <a:off x="6553194" y="3789680"/>
              <a:ext cx="2262233" cy="1550428"/>
              <a:chOff x="6552011" y="3860136"/>
              <a:chExt cx="2262233" cy="1550428"/>
            </a:xfrm>
          </p:grpSpPr>
          <p:grpSp>
            <p:nvGrpSpPr>
              <p:cNvPr id="483" name="组合 482">
                <a:extLst>
                  <a:ext uri="{FF2B5EF4-FFF2-40B4-BE49-F238E27FC236}">
                    <a16:creationId xmlns:a16="http://schemas.microsoft.com/office/drawing/2014/main" id="{DB7D2D87-89EB-4B83-D446-4714E28385E8}"/>
                  </a:ext>
                </a:extLst>
              </p:cNvPr>
              <p:cNvGrpSpPr/>
              <p:nvPr/>
            </p:nvGrpSpPr>
            <p:grpSpPr>
              <a:xfrm>
                <a:off x="6552011" y="4175406"/>
                <a:ext cx="2262233" cy="919888"/>
                <a:chOff x="7075420" y="4110564"/>
                <a:chExt cx="2262233" cy="919888"/>
              </a:xfrm>
            </p:grpSpPr>
            <p:grpSp>
              <p:nvGrpSpPr>
                <p:cNvPr id="467" name="组合 466">
                  <a:extLst>
                    <a:ext uri="{FF2B5EF4-FFF2-40B4-BE49-F238E27FC236}">
                      <a16:creationId xmlns:a16="http://schemas.microsoft.com/office/drawing/2014/main" id="{BAA8A77B-A868-AD8A-65A2-380E8D8ED893}"/>
                    </a:ext>
                  </a:extLst>
                </p:cNvPr>
                <p:cNvGrpSpPr/>
                <p:nvPr/>
              </p:nvGrpSpPr>
              <p:grpSpPr>
                <a:xfrm>
                  <a:off x="7075420" y="4281134"/>
                  <a:ext cx="2262233" cy="749318"/>
                  <a:chOff x="7306306" y="3756449"/>
                  <a:chExt cx="2262233" cy="749318"/>
                </a:xfrm>
              </p:grpSpPr>
              <p:grpSp>
                <p:nvGrpSpPr>
                  <p:cNvPr id="453" name="组合 452">
                    <a:extLst>
                      <a:ext uri="{FF2B5EF4-FFF2-40B4-BE49-F238E27FC236}">
                        <a16:creationId xmlns:a16="http://schemas.microsoft.com/office/drawing/2014/main" id="{97CFF540-E350-1155-43C5-7B7CCF6D41D3}"/>
                      </a:ext>
                    </a:extLst>
                  </p:cNvPr>
                  <p:cNvGrpSpPr/>
                  <p:nvPr/>
                </p:nvGrpSpPr>
                <p:grpSpPr>
                  <a:xfrm>
                    <a:off x="7365938" y="3756449"/>
                    <a:ext cx="2156882" cy="124893"/>
                    <a:chOff x="7365938" y="3756449"/>
                    <a:chExt cx="2156882" cy="124893"/>
                  </a:xfrm>
                </p:grpSpPr>
                <p:sp>
                  <p:nvSpPr>
                    <p:cNvPr id="442" name="矩形: 单圆角 441">
                      <a:extLst>
                        <a:ext uri="{FF2B5EF4-FFF2-40B4-BE49-F238E27FC236}">
                          <a16:creationId xmlns:a16="http://schemas.microsoft.com/office/drawing/2014/main" id="{EC00473B-C033-9241-6448-1A1EDD843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56674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44" name="矩形: 单圆角 443">
                      <a:extLst>
                        <a:ext uri="{FF2B5EF4-FFF2-40B4-BE49-F238E27FC236}">
                          <a16:creationId xmlns:a16="http://schemas.microsoft.com/office/drawing/2014/main" id="{577E33EC-B74D-A3B1-940B-C8ABE8AA51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410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46" name="矩形: 单圆角 445">
                      <a:extLst>
                        <a:ext uri="{FF2B5EF4-FFF2-40B4-BE49-F238E27FC236}">
                          <a16:creationId xmlns:a16="http://schemas.microsoft.com/office/drawing/2014/main" id="{C286AE84-E073-873F-3070-AD60C718A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8146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48" name="矩形: 单圆角 447">
                      <a:extLst>
                        <a:ext uri="{FF2B5EF4-FFF2-40B4-BE49-F238E27FC236}">
                          <a16:creationId xmlns:a16="http://schemas.microsoft.com/office/drawing/2014/main" id="{EEE53E66-CFFA-1D77-4786-3C53E05DA4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882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0" name="矩形: 单圆角 449">
                      <a:extLst>
                        <a:ext uri="{FF2B5EF4-FFF2-40B4-BE49-F238E27FC236}">
                          <a16:creationId xmlns:a16="http://schemas.microsoft.com/office/drawing/2014/main" id="{4E8287B2-4682-BD72-D18B-83DBD14128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19620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2" name="矩形: 单圆角 451">
                      <a:extLst>
                        <a:ext uri="{FF2B5EF4-FFF2-40B4-BE49-F238E27FC236}">
                          <a16:creationId xmlns:a16="http://schemas.microsoft.com/office/drawing/2014/main" id="{4B378F52-B7B8-1715-1A6B-32477A38DE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5938" y="3756449"/>
                      <a:ext cx="203200" cy="124893"/>
                    </a:xfrm>
                    <a:prstGeom prst="round1Rect">
                      <a:avLst/>
                    </a:prstGeom>
                    <a:ln/>
                  </p:spPr>
                  <p:style>
                    <a:lnRef idx="1">
                      <a:schemeClr val="accent1"/>
                    </a:lnRef>
                    <a:fillRef idx="2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66" name="组合 465">
                    <a:extLst>
                      <a:ext uri="{FF2B5EF4-FFF2-40B4-BE49-F238E27FC236}">
                        <a16:creationId xmlns:a16="http://schemas.microsoft.com/office/drawing/2014/main" id="{C1D9D693-85D0-4F69-2BEF-7FF1CEF36F81}"/>
                      </a:ext>
                    </a:extLst>
                  </p:cNvPr>
                  <p:cNvGrpSpPr/>
                  <p:nvPr/>
                </p:nvGrpSpPr>
                <p:grpSpPr>
                  <a:xfrm>
                    <a:off x="7441152" y="3881341"/>
                    <a:ext cx="2002927" cy="504975"/>
                    <a:chOff x="7441152" y="3881341"/>
                    <a:chExt cx="2002927" cy="504975"/>
                  </a:xfrm>
                </p:grpSpPr>
                <p:sp>
                  <p:nvSpPr>
                    <p:cNvPr id="454" name="矩形: 单圆角 453">
                      <a:extLst>
                        <a:ext uri="{FF2B5EF4-FFF2-40B4-BE49-F238E27FC236}">
                          <a16:creationId xmlns:a16="http://schemas.microsoft.com/office/drawing/2014/main" id="{05ED8173-8DF9-3AF4-E0D2-4FBD059393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1152" y="388283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6" name="矩形: 单圆角 455">
                      <a:extLst>
                        <a:ext uri="{FF2B5EF4-FFF2-40B4-BE49-F238E27FC236}">
                          <a16:creationId xmlns:a16="http://schemas.microsoft.com/office/drawing/2014/main" id="{B786E771-DFA1-C94A-621B-0922E81475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35414" y="388283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8" name="矩形: 单圆角 457">
                      <a:extLst>
                        <a:ext uri="{FF2B5EF4-FFF2-40B4-BE49-F238E27FC236}">
                          <a16:creationId xmlns:a16="http://schemas.microsoft.com/office/drawing/2014/main" id="{29EA367B-3527-E6F1-B3D2-94D7C6662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6150" y="3881342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0" name="矩形: 单圆角 459">
                      <a:extLst>
                        <a:ext uri="{FF2B5EF4-FFF2-40B4-BE49-F238E27FC236}">
                          <a16:creationId xmlns:a16="http://schemas.microsoft.com/office/drawing/2014/main" id="{4DDB1EC4-D6FB-8B9C-292B-AB569CD6FA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16886" y="3881342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2" name="矩形: 单圆角 461">
                      <a:extLst>
                        <a:ext uri="{FF2B5EF4-FFF2-40B4-BE49-F238E27FC236}">
                          <a16:creationId xmlns:a16="http://schemas.microsoft.com/office/drawing/2014/main" id="{912B5ED2-33CB-B111-DEB7-8755B6DBE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07622" y="3881341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4" name="矩形: 单圆角 463">
                      <a:extLst>
                        <a:ext uri="{FF2B5EF4-FFF2-40B4-BE49-F238E27FC236}">
                          <a16:creationId xmlns:a16="http://schemas.microsoft.com/office/drawing/2014/main" id="{33494754-E24A-0644-8A18-9EF3FAF81F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98360" y="3886783"/>
                      <a:ext cx="45719" cy="499533"/>
                    </a:xfrm>
                    <a:prstGeom prst="round1Rect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2">
                      <a:schemeClr val="accent2"/>
                    </a:fillRef>
                    <a:effectRef idx="1">
                      <a:schemeClr val="accent2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465" name="矩形: 单圆角 464">
                    <a:extLst>
                      <a:ext uri="{FF2B5EF4-FFF2-40B4-BE49-F238E27FC236}">
                        <a16:creationId xmlns:a16="http://schemas.microsoft.com/office/drawing/2014/main" id="{E0602E2F-49C1-F42F-FCA6-7D2138F790E1}"/>
                      </a:ext>
                    </a:extLst>
                  </p:cNvPr>
                  <p:cNvSpPr/>
                  <p:nvPr/>
                </p:nvSpPr>
                <p:spPr>
                  <a:xfrm>
                    <a:off x="7306306" y="4400886"/>
                    <a:ext cx="2262233" cy="104881"/>
                  </a:xfrm>
                  <a:prstGeom prst="round1Rect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469" name="直接箭头连接符 468">
                  <a:extLst>
                    <a:ext uri="{FF2B5EF4-FFF2-40B4-BE49-F238E27FC236}">
                      <a16:creationId xmlns:a16="http://schemas.microsoft.com/office/drawing/2014/main" id="{5CD4FAF8-4908-CB30-D176-AA1226632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31468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直接箭头连接符 471">
                  <a:extLst>
                    <a:ext uri="{FF2B5EF4-FFF2-40B4-BE49-F238E27FC236}">
                      <a16:creationId xmlns:a16="http://schemas.microsoft.com/office/drawing/2014/main" id="{CFE97E0B-EE06-A08E-CDF7-663C194CCB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18450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直接箭头连接符 472">
                  <a:extLst>
                    <a:ext uri="{FF2B5EF4-FFF2-40B4-BE49-F238E27FC236}">
                      <a16:creationId xmlns:a16="http://schemas.microsoft.com/office/drawing/2014/main" id="{5DD051CE-5736-7BCE-70DD-33AD135901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05433" y="411056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直接箭头连接符 473">
                  <a:extLst>
                    <a:ext uri="{FF2B5EF4-FFF2-40B4-BE49-F238E27FC236}">
                      <a16:creationId xmlns:a16="http://schemas.microsoft.com/office/drawing/2014/main" id="{AD121258-2E21-9138-680D-09599D7606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98114" y="411056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直接箭头连接符 474">
                  <a:extLst>
                    <a:ext uri="{FF2B5EF4-FFF2-40B4-BE49-F238E27FC236}">
                      <a16:creationId xmlns:a16="http://schemas.microsoft.com/office/drawing/2014/main" id="{7E016EE0-0FD2-9332-ED93-6FB86EC92B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2061" y="411056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直接箭头连接符 475">
                  <a:extLst>
                    <a:ext uri="{FF2B5EF4-FFF2-40B4-BE49-F238E27FC236}">
                      <a16:creationId xmlns:a16="http://schemas.microsoft.com/office/drawing/2014/main" id="{8A17991A-9CB1-1FA9-F56C-12293C4820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32022" y="4883159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直接箭头连接符 477">
                  <a:extLst>
                    <a:ext uri="{FF2B5EF4-FFF2-40B4-BE49-F238E27FC236}">
                      <a16:creationId xmlns:a16="http://schemas.microsoft.com/office/drawing/2014/main" id="{10C023B5-83E9-937B-5E94-F8FF129E5E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623310" y="4873625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直接箭头连接符 478">
                  <a:extLst>
                    <a:ext uri="{FF2B5EF4-FFF2-40B4-BE49-F238E27FC236}">
                      <a16:creationId xmlns:a16="http://schemas.microsoft.com/office/drawing/2014/main" id="{5EC55559-BCAA-21A5-8789-C7A4820B91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14047" y="4883158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直接箭头连接符 479">
                  <a:extLst>
                    <a:ext uri="{FF2B5EF4-FFF2-40B4-BE49-F238E27FC236}">
                      <a16:creationId xmlns:a16="http://schemas.microsoft.com/office/drawing/2014/main" id="{391480A3-E986-CB32-19EE-CC06AADFE9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403189" y="487362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直接箭头连接符 480">
                  <a:extLst>
                    <a:ext uri="{FF2B5EF4-FFF2-40B4-BE49-F238E27FC236}">
                      <a16:creationId xmlns:a16="http://schemas.microsoft.com/office/drawing/2014/main" id="{7B967DDE-F94B-C3A7-30B6-C65E92A3CB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798493" y="4871354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直接箭头连接符 481">
                  <a:extLst>
                    <a:ext uri="{FF2B5EF4-FFF2-40B4-BE49-F238E27FC236}">
                      <a16:creationId xmlns:a16="http://schemas.microsoft.com/office/drawing/2014/main" id="{CDEB331E-10F7-393B-3064-324A31A66D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189229" y="4875740"/>
                  <a:ext cx="1103" cy="147293"/>
                </a:xfrm>
                <a:prstGeom prst="straightConnector1">
                  <a:avLst/>
                </a:prstGeom>
                <a:ln w="19050" cap="flat" cmpd="sng" algn="ctr">
                  <a:solidFill>
                    <a:srgbClr val="C0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AD653643-1F78-96A9-BC76-91C975E25A7F}"/>
                  </a:ext>
                </a:extLst>
              </p:cNvPr>
              <p:cNvSpPr txBox="1"/>
              <p:nvPr/>
            </p:nvSpPr>
            <p:spPr>
              <a:xfrm>
                <a:off x="7448719" y="5133565"/>
                <a:ext cx="711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热量</a:t>
                </a:r>
              </a:p>
            </p:txBody>
          </p:sp>
          <p:sp>
            <p:nvSpPr>
              <p:cNvPr id="486" name="文本框 485">
                <a:extLst>
                  <a:ext uri="{FF2B5EF4-FFF2-40B4-BE49-F238E27FC236}">
                    <a16:creationId xmlns:a16="http://schemas.microsoft.com/office/drawing/2014/main" id="{9C1679C0-3555-3193-DF2F-44153BAEE2FE}"/>
                  </a:ext>
                </a:extLst>
              </p:cNvPr>
              <p:cNvSpPr txBox="1"/>
              <p:nvPr/>
            </p:nvSpPr>
            <p:spPr>
              <a:xfrm>
                <a:off x="7362805" y="3860136"/>
                <a:ext cx="711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冷却液</a:t>
                </a:r>
              </a:p>
            </p:txBody>
          </p:sp>
        </p:grpSp>
        <p:sp>
          <p:nvSpPr>
            <p:cNvPr id="488" name="右大括号 487">
              <a:extLst>
                <a:ext uri="{FF2B5EF4-FFF2-40B4-BE49-F238E27FC236}">
                  <a16:creationId xmlns:a16="http://schemas.microsoft.com/office/drawing/2014/main" id="{5492DC5A-98C2-2E0F-F66A-BBEF8426EF26}"/>
                </a:ext>
              </a:extLst>
            </p:cNvPr>
            <p:cNvSpPr/>
            <p:nvPr/>
          </p:nvSpPr>
          <p:spPr>
            <a:xfrm rot="16200000">
              <a:off x="7530583" y="4424811"/>
              <a:ext cx="305248" cy="223145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文本框 491">
              <a:extLst>
                <a:ext uri="{FF2B5EF4-FFF2-40B4-BE49-F238E27FC236}">
                  <a16:creationId xmlns:a16="http://schemas.microsoft.com/office/drawing/2014/main" id="{B779BAE4-97FF-90AB-B5AE-8D5889B9347F}"/>
                </a:ext>
              </a:extLst>
            </p:cNvPr>
            <p:cNvSpPr txBox="1"/>
            <p:nvPr/>
          </p:nvSpPr>
          <p:spPr>
            <a:xfrm>
              <a:off x="6523492" y="5675864"/>
              <a:ext cx="24969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流量分配、针肋换热、温度分布</a:t>
              </a:r>
            </a:p>
          </p:txBody>
        </p:sp>
      </p:grpSp>
      <p:grpSp>
        <p:nvGrpSpPr>
          <p:cNvPr id="477" name="组合 476">
            <a:extLst>
              <a:ext uri="{FF2B5EF4-FFF2-40B4-BE49-F238E27FC236}">
                <a16:creationId xmlns:a16="http://schemas.microsoft.com/office/drawing/2014/main" id="{644A3098-5111-6433-4CE4-009C88E80FAF}"/>
              </a:ext>
            </a:extLst>
          </p:cNvPr>
          <p:cNvGrpSpPr/>
          <p:nvPr/>
        </p:nvGrpSpPr>
        <p:grpSpPr>
          <a:xfrm>
            <a:off x="8014915" y="2225618"/>
            <a:ext cx="3789197" cy="1997751"/>
            <a:chOff x="8014915" y="2225618"/>
            <a:chExt cx="3789197" cy="1997751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B0C9CBD-8C6E-D7AD-ABE0-4B3A99282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7960" y="2307832"/>
              <a:ext cx="1676152" cy="1676152"/>
            </a:xfrm>
            <a:prstGeom prst="rect">
              <a:avLst/>
            </a:prstGeom>
          </p:spPr>
        </p:pic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39900B7-A7BE-35CE-C33F-71D8A530F3AA}"/>
                </a:ext>
              </a:extLst>
            </p:cNvPr>
            <p:cNvGrpSpPr/>
            <p:nvPr/>
          </p:nvGrpSpPr>
          <p:grpSpPr>
            <a:xfrm>
              <a:off x="8014915" y="2473459"/>
              <a:ext cx="656331" cy="1099529"/>
              <a:chOff x="8192672" y="2730788"/>
              <a:chExt cx="682733" cy="1143760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A662ACD5-BF74-9F7C-66EA-E6DA83AE6804}"/>
                  </a:ext>
                </a:extLst>
              </p:cNvPr>
              <p:cNvGrpSpPr/>
              <p:nvPr/>
            </p:nvGrpSpPr>
            <p:grpSpPr>
              <a:xfrm>
                <a:off x="8192672" y="3069540"/>
                <a:ext cx="676302" cy="805008"/>
                <a:chOff x="8192672" y="3069540"/>
                <a:chExt cx="676302" cy="805008"/>
              </a:xfrm>
            </p:grpSpPr>
            <p:sp>
              <p:nvSpPr>
                <p:cNvPr id="494" name="矩形 493">
                  <a:extLst>
                    <a:ext uri="{FF2B5EF4-FFF2-40B4-BE49-F238E27FC236}">
                      <a16:creationId xmlns:a16="http://schemas.microsoft.com/office/drawing/2014/main" id="{7FC76570-1DCE-2AE7-6A22-CECF7C67FA5C}"/>
                    </a:ext>
                  </a:extLst>
                </p:cNvPr>
                <p:cNvSpPr/>
                <p:nvPr/>
              </p:nvSpPr>
              <p:spPr>
                <a:xfrm>
                  <a:off x="8192672" y="3069540"/>
                  <a:ext cx="676302" cy="80500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7366766C-ECF6-0C4A-75B0-DCA0272AAD80}"/>
                    </a:ext>
                  </a:extLst>
                </p:cNvPr>
                <p:cNvSpPr/>
                <p:nvPr/>
              </p:nvSpPr>
              <p:spPr>
                <a:xfrm>
                  <a:off x="8261252" y="3147924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EE144B85-53F8-CB04-F7E4-3ED4D8BF1214}"/>
                    </a:ext>
                  </a:extLst>
                </p:cNvPr>
                <p:cNvSpPr/>
                <p:nvPr/>
              </p:nvSpPr>
              <p:spPr>
                <a:xfrm>
                  <a:off x="8403493" y="3362993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2C1FC971-8CF2-20B5-A8F8-E86025199ACB}"/>
                    </a:ext>
                  </a:extLst>
                </p:cNvPr>
                <p:cNvSpPr/>
                <p:nvPr/>
              </p:nvSpPr>
              <p:spPr>
                <a:xfrm>
                  <a:off x="8606080" y="3188860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056835DB-418E-7651-179A-FD0B5FF85AA9}"/>
                    </a:ext>
                  </a:extLst>
                </p:cNvPr>
                <p:cNvSpPr/>
                <p:nvPr/>
              </p:nvSpPr>
              <p:spPr>
                <a:xfrm>
                  <a:off x="8301893" y="3530806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02FA9352-F093-DBA8-243D-2D76E03F0518}"/>
                    </a:ext>
                  </a:extLst>
                </p:cNvPr>
                <p:cNvSpPr/>
                <p:nvPr/>
              </p:nvSpPr>
              <p:spPr>
                <a:xfrm>
                  <a:off x="8519805" y="3530806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37717F1C-31C4-9C1D-5C0B-3162444A1577}"/>
                    </a:ext>
                  </a:extLst>
                </p:cNvPr>
                <p:cNvSpPr/>
                <p:nvPr/>
              </p:nvSpPr>
              <p:spPr>
                <a:xfrm>
                  <a:off x="8705773" y="3671483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BFD9F6B6-540A-A2CF-E7A4-3BE7115EC704}"/>
                    </a:ext>
                  </a:extLst>
                </p:cNvPr>
                <p:cNvSpPr/>
                <p:nvPr/>
              </p:nvSpPr>
              <p:spPr>
                <a:xfrm>
                  <a:off x="8705772" y="3379298"/>
                  <a:ext cx="109051" cy="109051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8766FA-9349-A808-D546-1FDE93E67F22}"/>
                  </a:ext>
                </a:extLst>
              </p:cNvPr>
              <p:cNvSpPr txBox="1"/>
              <p:nvPr/>
            </p:nvSpPr>
            <p:spPr>
              <a:xfrm>
                <a:off x="8199103" y="2730788"/>
                <a:ext cx="6763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样本点</a:t>
                </a:r>
              </a:p>
            </p:txBody>
          </p:sp>
        </p:grpSp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10812D8A-8516-7A9D-E1B4-9DAA83E6F5DD}"/>
                </a:ext>
              </a:extLst>
            </p:cNvPr>
            <p:cNvGrpSpPr/>
            <p:nvPr/>
          </p:nvGrpSpPr>
          <p:grpSpPr>
            <a:xfrm>
              <a:off x="8874185" y="2225618"/>
              <a:ext cx="1131118" cy="1997751"/>
              <a:chOff x="9025466" y="2196461"/>
              <a:chExt cx="1131118" cy="1997751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58B296B1-370A-33BE-C63E-785FB776ACC9}"/>
                  </a:ext>
                </a:extLst>
              </p:cNvPr>
              <p:cNvGrpSpPr/>
              <p:nvPr/>
            </p:nvGrpSpPr>
            <p:grpSpPr>
              <a:xfrm>
                <a:off x="9025466" y="2506133"/>
                <a:ext cx="1131118" cy="1688079"/>
                <a:chOff x="9025466" y="2506133"/>
                <a:chExt cx="1131118" cy="1688079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F0C89B83-EFEA-B62D-CDB1-48895D777DF0}"/>
                    </a:ext>
                  </a:extLst>
                </p:cNvPr>
                <p:cNvSpPr/>
                <p:nvPr/>
              </p:nvSpPr>
              <p:spPr>
                <a:xfrm>
                  <a:off x="9025467" y="2506133"/>
                  <a:ext cx="1131117" cy="1688079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/>
                    <a:t>二次响应面</a:t>
                  </a:r>
                  <a:endParaRPr lang="en-US" altLang="zh-CN" sz="1400" dirty="0"/>
                </a:p>
                <a:p>
                  <a:pPr algn="ctr"/>
                  <a:endParaRPr lang="en-US" altLang="zh-CN" sz="1400" dirty="0"/>
                </a:p>
                <a:p>
                  <a:pPr algn="ctr"/>
                  <a:r>
                    <a:rPr lang="zh-CN" altLang="en-US" sz="14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三次响应面</a:t>
                  </a:r>
                  <a:endParaRPr lang="en-US" altLang="zh-CN" sz="14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  <a:p>
                  <a:pPr algn="ctr"/>
                  <a:endParaRPr lang="en-US" altLang="zh-CN" sz="1400" dirty="0"/>
                </a:p>
                <a:p>
                  <a:pPr algn="ctr"/>
                  <a:r>
                    <a:rPr lang="zh-CN" altLang="en-US" sz="1400" dirty="0"/>
                    <a:t>高斯过程</a:t>
                  </a:r>
                  <a:r>
                    <a:rPr lang="en-US" altLang="zh-CN" sz="1400" dirty="0"/>
                    <a:t>-1</a:t>
                  </a:r>
                </a:p>
                <a:p>
                  <a:pPr algn="ctr"/>
                  <a:endParaRPr lang="en-US" altLang="zh-CN" sz="1400" dirty="0"/>
                </a:p>
                <a:p>
                  <a:pPr algn="ctr"/>
                  <a:r>
                    <a:rPr lang="zh-CN" altLang="en-US" sz="1400" dirty="0"/>
                    <a:t>高斯过程</a:t>
                  </a:r>
                  <a:r>
                    <a:rPr lang="en-US" altLang="zh-CN" sz="1400" dirty="0"/>
                    <a:t>-2</a:t>
                  </a:r>
                  <a:endParaRPr lang="zh-CN" altLang="en-US" sz="1400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066FDB6A-E004-0802-6136-778ADA6B7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25467" y="2877599"/>
                  <a:ext cx="113111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4D1C9EE9-092C-411F-EA08-7FBE014F23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25467" y="3313777"/>
                  <a:ext cx="113111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AE50A948-CA95-26F8-564A-CD9BB3E4F7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25466" y="3754066"/>
                  <a:ext cx="113111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63DC3FFD-7E48-A27B-34D6-C8F390F134D3}"/>
                  </a:ext>
                </a:extLst>
              </p:cNvPr>
              <p:cNvSpPr txBox="1"/>
              <p:nvPr/>
            </p:nvSpPr>
            <p:spPr>
              <a:xfrm>
                <a:off x="9174386" y="2196461"/>
                <a:ext cx="9361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候选模型</a:t>
                </a:r>
              </a:p>
            </p:txBody>
          </p:sp>
        </p:grpSp>
        <p:sp>
          <p:nvSpPr>
            <p:cNvPr id="455" name="箭头: 右 454">
              <a:extLst>
                <a:ext uri="{FF2B5EF4-FFF2-40B4-BE49-F238E27FC236}">
                  <a16:creationId xmlns:a16="http://schemas.microsoft.com/office/drawing/2014/main" id="{8B458A00-9194-68D0-A71E-F04500DC68A1}"/>
                </a:ext>
              </a:extLst>
            </p:cNvPr>
            <p:cNvSpPr/>
            <p:nvPr/>
          </p:nvSpPr>
          <p:spPr>
            <a:xfrm>
              <a:off x="8704023" y="3061342"/>
              <a:ext cx="160565" cy="130531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1" name="箭头: 右 470">
              <a:extLst>
                <a:ext uri="{FF2B5EF4-FFF2-40B4-BE49-F238E27FC236}">
                  <a16:creationId xmlns:a16="http://schemas.microsoft.com/office/drawing/2014/main" id="{40275745-6211-B4D0-FA10-7DB501A757B8}"/>
                </a:ext>
              </a:extLst>
            </p:cNvPr>
            <p:cNvSpPr/>
            <p:nvPr/>
          </p:nvSpPr>
          <p:spPr>
            <a:xfrm>
              <a:off x="10047678" y="3061342"/>
              <a:ext cx="160565" cy="130531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5EEFD474-657D-3AC2-EF12-4C92759DA0BA}"/>
              </a:ext>
            </a:extLst>
          </p:cNvPr>
          <p:cNvGrpSpPr/>
          <p:nvPr/>
        </p:nvGrpSpPr>
        <p:grpSpPr>
          <a:xfrm>
            <a:off x="1786467" y="4516967"/>
            <a:ext cx="2163820" cy="1820965"/>
            <a:chOff x="1786467" y="4516967"/>
            <a:chExt cx="2163820" cy="1820965"/>
          </a:xfrm>
        </p:grpSpPr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95822338-73B7-AE46-94E4-5D0D86B880E6}"/>
                </a:ext>
              </a:extLst>
            </p:cNvPr>
            <p:cNvGrpSpPr/>
            <p:nvPr/>
          </p:nvGrpSpPr>
          <p:grpSpPr>
            <a:xfrm>
              <a:off x="2143084" y="4901170"/>
              <a:ext cx="1447800" cy="1248103"/>
              <a:chOff x="2143084" y="4901170"/>
              <a:chExt cx="1447800" cy="1248103"/>
            </a:xfrm>
          </p:grpSpPr>
          <p:grpSp>
            <p:nvGrpSpPr>
              <p:cNvPr id="507" name="组合 506">
                <a:extLst>
                  <a:ext uri="{FF2B5EF4-FFF2-40B4-BE49-F238E27FC236}">
                    <a16:creationId xmlns:a16="http://schemas.microsoft.com/office/drawing/2014/main" id="{7CA55A8A-2931-D0C5-64F6-236D8C40E4E2}"/>
                  </a:ext>
                </a:extLst>
              </p:cNvPr>
              <p:cNvGrpSpPr/>
              <p:nvPr/>
            </p:nvGrpSpPr>
            <p:grpSpPr>
              <a:xfrm>
                <a:off x="2143084" y="4901170"/>
                <a:ext cx="1447800" cy="1248103"/>
                <a:chOff x="2143084" y="4901170"/>
                <a:chExt cx="1447800" cy="1248103"/>
              </a:xfrm>
            </p:grpSpPr>
            <p:sp>
              <p:nvSpPr>
                <p:cNvPr id="485" name="等腰三角形 484">
                  <a:extLst>
                    <a:ext uri="{FF2B5EF4-FFF2-40B4-BE49-F238E27FC236}">
                      <a16:creationId xmlns:a16="http://schemas.microsoft.com/office/drawing/2014/main" id="{51FAC799-6CE5-5E25-3CA2-A39BDAF9DDC6}"/>
                    </a:ext>
                  </a:extLst>
                </p:cNvPr>
                <p:cNvSpPr/>
                <p:nvPr/>
              </p:nvSpPr>
              <p:spPr>
                <a:xfrm>
                  <a:off x="2143084" y="4901170"/>
                  <a:ext cx="1447800" cy="1248103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90" name="直接连接符 489">
                  <a:extLst>
                    <a:ext uri="{FF2B5EF4-FFF2-40B4-BE49-F238E27FC236}">
                      <a16:creationId xmlns:a16="http://schemas.microsoft.com/office/drawing/2014/main" id="{0219E5A8-9D16-2C73-7D8A-4AF60817563D}"/>
                    </a:ext>
                  </a:extLst>
                </p:cNvPr>
                <p:cNvCxnSpPr/>
                <p:nvPr/>
              </p:nvCxnSpPr>
              <p:spPr>
                <a:xfrm>
                  <a:off x="2679700" y="5223933"/>
                  <a:ext cx="188138" cy="36406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直接连接符 494">
                  <a:extLst>
                    <a:ext uri="{FF2B5EF4-FFF2-40B4-BE49-F238E27FC236}">
                      <a16:creationId xmlns:a16="http://schemas.microsoft.com/office/drawing/2014/main" id="{757EB261-18E0-F5B0-94AE-B218E0846B46}"/>
                    </a:ext>
                  </a:extLst>
                </p:cNvPr>
                <p:cNvCxnSpPr>
                  <a:cxnSpLocks/>
                  <a:endCxn id="485" idx="5"/>
                </p:cNvCxnSpPr>
                <p:nvPr/>
              </p:nvCxnSpPr>
              <p:spPr>
                <a:xfrm flipV="1">
                  <a:off x="2866984" y="5525222"/>
                  <a:ext cx="361950" cy="4676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直接连接符 497">
                  <a:extLst>
                    <a:ext uri="{FF2B5EF4-FFF2-40B4-BE49-F238E27FC236}">
                      <a16:creationId xmlns:a16="http://schemas.microsoft.com/office/drawing/2014/main" id="{FBA573FD-B840-D2C9-C757-708D87ACE5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47573" y="5571985"/>
                  <a:ext cx="619411" cy="56878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直接连接符 500">
                  <a:extLst>
                    <a:ext uri="{FF2B5EF4-FFF2-40B4-BE49-F238E27FC236}">
                      <a16:creationId xmlns:a16="http://schemas.microsoft.com/office/drawing/2014/main" id="{03AC7E48-04F4-AED1-7897-ED4C7173A645}"/>
                    </a:ext>
                  </a:extLst>
                </p:cNvPr>
                <p:cNvCxnSpPr>
                  <a:cxnSpLocks/>
                  <a:endCxn id="485" idx="3"/>
                </p:cNvCxnSpPr>
                <p:nvPr/>
              </p:nvCxnSpPr>
              <p:spPr>
                <a:xfrm>
                  <a:off x="2678846" y="5738003"/>
                  <a:ext cx="188138" cy="41127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直接连接符 501">
                  <a:extLst>
                    <a:ext uri="{FF2B5EF4-FFF2-40B4-BE49-F238E27FC236}">
                      <a16:creationId xmlns:a16="http://schemas.microsoft.com/office/drawing/2014/main" id="{8AE318A8-9331-6206-4BBB-C1F22025C160}"/>
                    </a:ext>
                  </a:extLst>
                </p:cNvPr>
                <p:cNvCxnSpPr>
                  <a:cxnSpLocks/>
                  <a:stCxn id="485" idx="5"/>
                  <a:endCxn id="485" idx="3"/>
                </p:cNvCxnSpPr>
                <p:nvPr/>
              </p:nvCxnSpPr>
              <p:spPr>
                <a:xfrm flipH="1">
                  <a:off x="2866984" y="5525222"/>
                  <a:ext cx="361950" cy="62405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508" name="墨迹 507">
                    <a:extLst>
                      <a:ext uri="{FF2B5EF4-FFF2-40B4-BE49-F238E27FC236}">
                        <a16:creationId xmlns:a16="http://schemas.microsoft.com/office/drawing/2014/main" id="{2F20FBD6-1B1C-CE2D-DC55-C24CECC30D14}"/>
                      </a:ext>
                    </a:extLst>
                  </p14:cNvPr>
                  <p14:cNvContentPartPr/>
                  <p14:nvPr/>
                </p14:nvContentPartPr>
                <p14:xfrm>
                  <a:off x="2804593" y="5177150"/>
                  <a:ext cx="116640" cy="79200"/>
                </p14:xfrm>
              </p:contentPart>
            </mc:Choice>
            <mc:Fallback xmlns="">
              <p:pic>
                <p:nvPicPr>
                  <p:cNvPr id="508" name="墨迹 507">
                    <a:extLst>
                      <a:ext uri="{FF2B5EF4-FFF2-40B4-BE49-F238E27FC236}">
                        <a16:creationId xmlns:a16="http://schemas.microsoft.com/office/drawing/2014/main" id="{2F20FBD6-1B1C-CE2D-DC55-C24CECC30D14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2768593" y="5105510"/>
                    <a:ext cx="188280" cy="22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509" name="墨迹 508">
                    <a:extLst>
                      <a:ext uri="{FF2B5EF4-FFF2-40B4-BE49-F238E27FC236}">
                        <a16:creationId xmlns:a16="http://schemas.microsoft.com/office/drawing/2014/main" id="{218B901B-4AE6-3687-BE77-859090BBE22A}"/>
                      </a:ext>
                    </a:extLst>
                  </p14:cNvPr>
                  <p14:cNvContentPartPr/>
                  <p14:nvPr/>
                </p14:nvContentPartPr>
                <p14:xfrm>
                  <a:off x="2929513" y="5230070"/>
                  <a:ext cx="92880" cy="138960"/>
                </p14:xfrm>
              </p:contentPart>
            </mc:Choice>
            <mc:Fallback xmlns="">
              <p:pic>
                <p:nvPicPr>
                  <p:cNvPr id="509" name="墨迹 508">
                    <a:extLst>
                      <a:ext uri="{FF2B5EF4-FFF2-40B4-BE49-F238E27FC236}">
                        <a16:creationId xmlns:a16="http://schemas.microsoft.com/office/drawing/2014/main" id="{218B901B-4AE6-3687-BE77-859090BBE22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2893513" y="5158430"/>
                    <a:ext cx="164520" cy="28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510" name="墨迹 509">
                    <a:extLst>
                      <a:ext uri="{FF2B5EF4-FFF2-40B4-BE49-F238E27FC236}">
                        <a16:creationId xmlns:a16="http://schemas.microsoft.com/office/drawing/2014/main" id="{71FFA9C0-C2F4-469C-5F04-BE03601229FD}"/>
                      </a:ext>
                    </a:extLst>
                  </p14:cNvPr>
                  <p14:cNvContentPartPr/>
                  <p14:nvPr/>
                </p14:nvContentPartPr>
                <p14:xfrm>
                  <a:off x="2787673" y="5181470"/>
                  <a:ext cx="59400" cy="79560"/>
                </p14:xfrm>
              </p:contentPart>
            </mc:Choice>
            <mc:Fallback xmlns="">
              <p:pic>
                <p:nvPicPr>
                  <p:cNvPr id="510" name="墨迹 509">
                    <a:extLst>
                      <a:ext uri="{FF2B5EF4-FFF2-40B4-BE49-F238E27FC236}">
                        <a16:creationId xmlns:a16="http://schemas.microsoft.com/office/drawing/2014/main" id="{71FFA9C0-C2F4-469C-5F04-BE03601229FD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2751673" y="5109470"/>
                    <a:ext cx="131040" cy="22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4" name="墨迹 63">
                    <a:extLst>
                      <a:ext uri="{FF2B5EF4-FFF2-40B4-BE49-F238E27FC236}">
                        <a16:creationId xmlns:a16="http://schemas.microsoft.com/office/drawing/2014/main" id="{B41A3C38-ED45-E51C-1897-3AF6F3F21458}"/>
                      </a:ext>
                    </a:extLst>
                  </p14:cNvPr>
                  <p14:cNvContentPartPr/>
                  <p14:nvPr/>
                </p14:nvContentPartPr>
                <p14:xfrm>
                  <a:off x="2797753" y="5072750"/>
                  <a:ext cx="61920" cy="113040"/>
                </p14:xfrm>
              </p:contentPart>
            </mc:Choice>
            <mc:Fallback xmlns="">
              <p:pic>
                <p:nvPicPr>
                  <p:cNvPr id="64" name="墨迹 63">
                    <a:extLst>
                      <a:ext uri="{FF2B5EF4-FFF2-40B4-BE49-F238E27FC236}">
                        <a16:creationId xmlns:a16="http://schemas.microsoft.com/office/drawing/2014/main" id="{B41A3C38-ED45-E51C-1897-3AF6F3F2145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2761753" y="5000750"/>
                    <a:ext cx="133560" cy="25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5" name="墨迹 64">
                    <a:extLst>
                      <a:ext uri="{FF2B5EF4-FFF2-40B4-BE49-F238E27FC236}">
                        <a16:creationId xmlns:a16="http://schemas.microsoft.com/office/drawing/2014/main" id="{0F5D9307-3B99-9546-C560-ADAE24AEBBE2}"/>
                      </a:ext>
                    </a:extLst>
                  </p14:cNvPr>
                  <p14:cNvContentPartPr/>
                  <p14:nvPr/>
                </p14:nvContentPartPr>
                <p14:xfrm>
                  <a:off x="2835913" y="4975910"/>
                  <a:ext cx="32400" cy="57240"/>
                </p14:xfrm>
              </p:contentPart>
            </mc:Choice>
            <mc:Fallback xmlns="">
              <p:pic>
                <p:nvPicPr>
                  <p:cNvPr id="65" name="墨迹 64">
                    <a:extLst>
                      <a:ext uri="{FF2B5EF4-FFF2-40B4-BE49-F238E27FC236}">
                        <a16:creationId xmlns:a16="http://schemas.microsoft.com/office/drawing/2014/main" id="{0F5D9307-3B99-9546-C560-ADAE24AEBBE2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817913" y="4940270"/>
                    <a:ext cx="68040" cy="128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69" name="墨迹 68">
                    <a:extLst>
                      <a:ext uri="{FF2B5EF4-FFF2-40B4-BE49-F238E27FC236}">
                        <a16:creationId xmlns:a16="http://schemas.microsoft.com/office/drawing/2014/main" id="{4CBDB7EC-B5F1-790C-0FF8-875439D0FAF5}"/>
                      </a:ext>
                    </a:extLst>
                  </p14:cNvPr>
                  <p14:cNvContentPartPr/>
                  <p14:nvPr/>
                </p14:nvContentPartPr>
                <p14:xfrm>
                  <a:off x="2870113" y="4991030"/>
                  <a:ext cx="165600" cy="284400"/>
                </p14:xfrm>
              </p:contentPart>
            </mc:Choice>
            <mc:Fallback xmlns="">
              <p:pic>
                <p:nvPicPr>
                  <p:cNvPr id="69" name="墨迹 68">
                    <a:extLst>
                      <a:ext uri="{FF2B5EF4-FFF2-40B4-BE49-F238E27FC236}">
                        <a16:creationId xmlns:a16="http://schemas.microsoft.com/office/drawing/2014/main" id="{4CBDB7EC-B5F1-790C-0FF8-875439D0FAF5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852113" y="4955030"/>
                    <a:ext cx="201240" cy="356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74" name="墨迹 73">
                    <a:extLst>
                      <a:ext uri="{FF2B5EF4-FFF2-40B4-BE49-F238E27FC236}">
                        <a16:creationId xmlns:a16="http://schemas.microsoft.com/office/drawing/2014/main" id="{A077D7F7-5E66-05BB-ECD0-4B9095128854}"/>
                      </a:ext>
                    </a:extLst>
                  </p14:cNvPr>
                  <p14:cNvContentPartPr/>
                  <p14:nvPr/>
                </p14:nvContentPartPr>
                <p14:xfrm>
                  <a:off x="2735833" y="5162390"/>
                  <a:ext cx="24480" cy="56160"/>
                </p14:xfrm>
              </p:contentPart>
            </mc:Choice>
            <mc:Fallback xmlns="">
              <p:pic>
                <p:nvPicPr>
                  <p:cNvPr id="74" name="墨迹 73">
                    <a:extLst>
                      <a:ext uri="{FF2B5EF4-FFF2-40B4-BE49-F238E27FC236}">
                        <a16:creationId xmlns:a16="http://schemas.microsoft.com/office/drawing/2014/main" id="{A077D7F7-5E66-05BB-ECD0-4B9095128854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2717833" y="5126390"/>
                    <a:ext cx="60120" cy="12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75" name="墨迹 74">
                    <a:extLst>
                      <a:ext uri="{FF2B5EF4-FFF2-40B4-BE49-F238E27FC236}">
                        <a16:creationId xmlns:a16="http://schemas.microsoft.com/office/drawing/2014/main" id="{7856A9DE-6122-279D-F1C0-D7521CD66607}"/>
                      </a:ext>
                    </a:extLst>
                  </p14:cNvPr>
                  <p14:cNvContentPartPr/>
                  <p14:nvPr/>
                </p14:nvContentPartPr>
                <p14:xfrm>
                  <a:off x="2719273" y="5221790"/>
                  <a:ext cx="20880" cy="360"/>
                </p14:xfrm>
              </p:contentPart>
            </mc:Choice>
            <mc:Fallback xmlns="">
              <p:pic>
                <p:nvPicPr>
                  <p:cNvPr id="75" name="墨迹 74">
                    <a:extLst>
                      <a:ext uri="{FF2B5EF4-FFF2-40B4-BE49-F238E27FC236}">
                        <a16:creationId xmlns:a16="http://schemas.microsoft.com/office/drawing/2014/main" id="{7856A9DE-6122-279D-F1C0-D7521CD6660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2701273" y="5185790"/>
                    <a:ext cx="5652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76" name="墨迹 75">
                    <a:extLst>
                      <a:ext uri="{FF2B5EF4-FFF2-40B4-BE49-F238E27FC236}">
                        <a16:creationId xmlns:a16="http://schemas.microsoft.com/office/drawing/2014/main" id="{4B7181DD-5A7F-447F-3DAB-961FB7165CE8}"/>
                      </a:ext>
                    </a:extLst>
                  </p14:cNvPr>
                  <p14:cNvContentPartPr/>
                  <p14:nvPr/>
                </p14:nvContentPartPr>
                <p14:xfrm>
                  <a:off x="2706573" y="5123228"/>
                  <a:ext cx="78120" cy="103680"/>
                </p14:xfrm>
              </p:contentPart>
            </mc:Choice>
            <mc:Fallback xmlns="">
              <p:pic>
                <p:nvPicPr>
                  <p:cNvPr id="76" name="墨迹 75">
                    <a:extLst>
                      <a:ext uri="{FF2B5EF4-FFF2-40B4-BE49-F238E27FC236}">
                        <a16:creationId xmlns:a16="http://schemas.microsoft.com/office/drawing/2014/main" id="{4B7181DD-5A7F-447F-3DAB-961FB7165CE8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2688573" y="5087228"/>
                    <a:ext cx="113760" cy="17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78" name="墨迹 77">
                    <a:extLst>
                      <a:ext uri="{FF2B5EF4-FFF2-40B4-BE49-F238E27FC236}">
                        <a16:creationId xmlns:a16="http://schemas.microsoft.com/office/drawing/2014/main" id="{31DB3AE9-EC29-A4B4-7BF5-AAF4DB0AE702}"/>
                      </a:ext>
                    </a:extLst>
                  </p14:cNvPr>
                  <p14:cNvContentPartPr/>
                  <p14:nvPr/>
                </p14:nvContentPartPr>
                <p14:xfrm>
                  <a:off x="2860293" y="4954928"/>
                  <a:ext cx="70560" cy="262440"/>
                </p14:xfrm>
              </p:contentPart>
            </mc:Choice>
            <mc:Fallback xmlns="">
              <p:pic>
                <p:nvPicPr>
                  <p:cNvPr id="78" name="墨迹 77">
                    <a:extLst>
                      <a:ext uri="{FF2B5EF4-FFF2-40B4-BE49-F238E27FC236}">
                        <a16:creationId xmlns:a16="http://schemas.microsoft.com/office/drawing/2014/main" id="{31DB3AE9-EC29-A4B4-7BF5-AAF4DB0AE70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2842293" y="4918928"/>
                    <a:ext cx="106200" cy="334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82" name="墨迹 81">
                    <a:extLst>
                      <a:ext uri="{FF2B5EF4-FFF2-40B4-BE49-F238E27FC236}">
                        <a16:creationId xmlns:a16="http://schemas.microsoft.com/office/drawing/2014/main" id="{864B1972-3D0D-1AB3-FECC-B1224019B917}"/>
                      </a:ext>
                    </a:extLst>
                  </p14:cNvPr>
                  <p14:cNvContentPartPr/>
                  <p14:nvPr/>
                </p14:nvContentPartPr>
                <p14:xfrm>
                  <a:off x="2725653" y="5272088"/>
                  <a:ext cx="111600" cy="198720"/>
                </p14:xfrm>
              </p:contentPart>
            </mc:Choice>
            <mc:Fallback xmlns="">
              <p:pic>
                <p:nvPicPr>
                  <p:cNvPr id="82" name="墨迹 81">
                    <a:extLst>
                      <a:ext uri="{FF2B5EF4-FFF2-40B4-BE49-F238E27FC236}">
                        <a16:creationId xmlns:a16="http://schemas.microsoft.com/office/drawing/2014/main" id="{864B1972-3D0D-1AB3-FECC-B1224019B917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707653" y="5236088"/>
                    <a:ext cx="147240" cy="270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85" name="墨迹 84">
                    <a:extLst>
                      <a:ext uri="{FF2B5EF4-FFF2-40B4-BE49-F238E27FC236}">
                        <a16:creationId xmlns:a16="http://schemas.microsoft.com/office/drawing/2014/main" id="{706D1336-F173-CA44-3C87-FAD0E127D9DB}"/>
                      </a:ext>
                    </a:extLst>
                  </p14:cNvPr>
                  <p14:cNvContentPartPr/>
                  <p14:nvPr/>
                </p14:nvContentPartPr>
                <p14:xfrm>
                  <a:off x="2773173" y="5268848"/>
                  <a:ext cx="159120" cy="248400"/>
                </p14:xfrm>
              </p:contentPart>
            </mc:Choice>
            <mc:Fallback xmlns="">
              <p:pic>
                <p:nvPicPr>
                  <p:cNvPr id="85" name="墨迹 84">
                    <a:extLst>
                      <a:ext uri="{FF2B5EF4-FFF2-40B4-BE49-F238E27FC236}">
                        <a16:creationId xmlns:a16="http://schemas.microsoft.com/office/drawing/2014/main" id="{706D1336-F173-CA44-3C87-FAD0E127D9DB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2755533" y="5232848"/>
                    <a:ext cx="194760" cy="32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7" name="墨迹 86">
                    <a:extLst>
                      <a:ext uri="{FF2B5EF4-FFF2-40B4-BE49-F238E27FC236}">
                        <a16:creationId xmlns:a16="http://schemas.microsoft.com/office/drawing/2014/main" id="{4DB7DCFE-563A-B1E8-F90D-BCC8D10D33B3}"/>
                      </a:ext>
                    </a:extLst>
                  </p14:cNvPr>
                  <p14:cNvContentPartPr/>
                  <p14:nvPr/>
                </p14:nvContentPartPr>
                <p14:xfrm>
                  <a:off x="2898813" y="5448128"/>
                  <a:ext cx="89640" cy="7560"/>
                </p14:xfrm>
              </p:contentPart>
            </mc:Choice>
            <mc:Fallback xmlns="">
              <p:pic>
                <p:nvPicPr>
                  <p:cNvPr id="87" name="墨迹 86">
                    <a:extLst>
                      <a:ext uri="{FF2B5EF4-FFF2-40B4-BE49-F238E27FC236}">
                        <a16:creationId xmlns:a16="http://schemas.microsoft.com/office/drawing/2014/main" id="{4DB7DCFE-563A-B1E8-F90D-BCC8D10D33B3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2880813" y="5412488"/>
                    <a:ext cx="125280" cy="7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88" name="墨迹 87">
                    <a:extLst>
                      <a:ext uri="{FF2B5EF4-FFF2-40B4-BE49-F238E27FC236}">
                        <a16:creationId xmlns:a16="http://schemas.microsoft.com/office/drawing/2014/main" id="{07F53EBE-0F41-7B79-1A22-504B594FC18F}"/>
                      </a:ext>
                    </a:extLst>
                  </p14:cNvPr>
                  <p14:cNvContentPartPr/>
                  <p14:nvPr/>
                </p14:nvContentPartPr>
                <p14:xfrm>
                  <a:off x="2949573" y="5394128"/>
                  <a:ext cx="98640" cy="65520"/>
                </p14:xfrm>
              </p:contentPart>
            </mc:Choice>
            <mc:Fallback xmlns="">
              <p:pic>
                <p:nvPicPr>
                  <p:cNvPr id="88" name="墨迹 87">
                    <a:extLst>
                      <a:ext uri="{FF2B5EF4-FFF2-40B4-BE49-F238E27FC236}">
                        <a16:creationId xmlns:a16="http://schemas.microsoft.com/office/drawing/2014/main" id="{07F53EBE-0F41-7B79-1A22-504B594FC18F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2931573" y="5358488"/>
                    <a:ext cx="134280" cy="137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89" name="墨迹 88">
                    <a:extLst>
                      <a:ext uri="{FF2B5EF4-FFF2-40B4-BE49-F238E27FC236}">
                        <a16:creationId xmlns:a16="http://schemas.microsoft.com/office/drawing/2014/main" id="{E7165CD8-93DC-98A1-480D-B8FC1F37B90A}"/>
                      </a:ext>
                    </a:extLst>
                  </p14:cNvPr>
                  <p14:cNvContentPartPr/>
                  <p14:nvPr/>
                </p14:nvContentPartPr>
                <p14:xfrm>
                  <a:off x="2873253" y="5494568"/>
                  <a:ext cx="250560" cy="39600"/>
                </p14:xfrm>
              </p:contentPart>
            </mc:Choice>
            <mc:Fallback xmlns="">
              <p:pic>
                <p:nvPicPr>
                  <p:cNvPr id="89" name="墨迹 88">
                    <a:extLst>
                      <a:ext uri="{FF2B5EF4-FFF2-40B4-BE49-F238E27FC236}">
                        <a16:creationId xmlns:a16="http://schemas.microsoft.com/office/drawing/2014/main" id="{E7165CD8-93DC-98A1-480D-B8FC1F37B90A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2855253" y="5458928"/>
                    <a:ext cx="286200" cy="11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90" name="墨迹 89">
                    <a:extLst>
                      <a:ext uri="{FF2B5EF4-FFF2-40B4-BE49-F238E27FC236}">
                        <a16:creationId xmlns:a16="http://schemas.microsoft.com/office/drawing/2014/main" id="{5C7787B5-059C-08C9-4015-C1BF805FAA48}"/>
                      </a:ext>
                    </a:extLst>
                  </p14:cNvPr>
                  <p14:cNvContentPartPr/>
                  <p14:nvPr/>
                </p14:nvContentPartPr>
                <p14:xfrm>
                  <a:off x="2890533" y="5475128"/>
                  <a:ext cx="216720" cy="5400"/>
                </p14:xfrm>
              </p:contentPart>
            </mc:Choice>
            <mc:Fallback xmlns="">
              <p:pic>
                <p:nvPicPr>
                  <p:cNvPr id="90" name="墨迹 89">
                    <a:extLst>
                      <a:ext uri="{FF2B5EF4-FFF2-40B4-BE49-F238E27FC236}">
                        <a16:creationId xmlns:a16="http://schemas.microsoft.com/office/drawing/2014/main" id="{5C7787B5-059C-08C9-4015-C1BF805FAA48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2872893" y="5439488"/>
                    <a:ext cx="252360" cy="77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91" name="墨迹 90">
                    <a:extLst>
                      <a:ext uri="{FF2B5EF4-FFF2-40B4-BE49-F238E27FC236}">
                        <a16:creationId xmlns:a16="http://schemas.microsoft.com/office/drawing/2014/main" id="{691F81BB-6F82-F4F4-F222-16B9C98AA317}"/>
                      </a:ext>
                    </a:extLst>
                  </p14:cNvPr>
                  <p14:cNvContentPartPr/>
                  <p14:nvPr/>
                </p14:nvContentPartPr>
                <p14:xfrm>
                  <a:off x="3060453" y="5427608"/>
                  <a:ext cx="39960" cy="5040"/>
                </p14:xfrm>
              </p:contentPart>
            </mc:Choice>
            <mc:Fallback xmlns="">
              <p:pic>
                <p:nvPicPr>
                  <p:cNvPr id="91" name="墨迹 90">
                    <a:extLst>
                      <a:ext uri="{FF2B5EF4-FFF2-40B4-BE49-F238E27FC236}">
                        <a16:creationId xmlns:a16="http://schemas.microsoft.com/office/drawing/2014/main" id="{691F81BB-6F82-F4F4-F222-16B9C98AA317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042813" y="5391608"/>
                    <a:ext cx="75600" cy="7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92" name="墨迹 91">
                    <a:extLst>
                      <a:ext uri="{FF2B5EF4-FFF2-40B4-BE49-F238E27FC236}">
                        <a16:creationId xmlns:a16="http://schemas.microsoft.com/office/drawing/2014/main" id="{1A117928-1EEC-038C-19AF-C4EB12888183}"/>
                      </a:ext>
                    </a:extLst>
                  </p14:cNvPr>
                  <p14:cNvContentPartPr/>
                  <p14:nvPr/>
                </p14:nvContentPartPr>
                <p14:xfrm>
                  <a:off x="3044613" y="5276768"/>
                  <a:ext cx="75960" cy="172080"/>
                </p14:xfrm>
              </p:contentPart>
            </mc:Choice>
            <mc:Fallback xmlns="">
              <p:pic>
                <p:nvPicPr>
                  <p:cNvPr id="92" name="墨迹 91">
                    <a:extLst>
                      <a:ext uri="{FF2B5EF4-FFF2-40B4-BE49-F238E27FC236}">
                        <a16:creationId xmlns:a16="http://schemas.microsoft.com/office/drawing/2014/main" id="{1A117928-1EEC-038C-19AF-C4EB12888183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3026973" y="5240768"/>
                    <a:ext cx="111600" cy="24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93" name="墨迹 92">
                    <a:extLst>
                      <a:ext uri="{FF2B5EF4-FFF2-40B4-BE49-F238E27FC236}">
                        <a16:creationId xmlns:a16="http://schemas.microsoft.com/office/drawing/2014/main" id="{CBB1F61D-48AE-CBD6-DA54-ABB4C05B5750}"/>
                      </a:ext>
                    </a:extLst>
                  </p14:cNvPr>
                  <p14:cNvContentPartPr/>
                  <p14:nvPr/>
                </p14:nvContentPartPr>
                <p14:xfrm>
                  <a:off x="3055773" y="5384768"/>
                  <a:ext cx="91440" cy="82080"/>
                </p14:xfrm>
              </p:contentPart>
            </mc:Choice>
            <mc:Fallback xmlns="">
              <p:pic>
                <p:nvPicPr>
                  <p:cNvPr id="93" name="墨迹 92">
                    <a:extLst>
                      <a:ext uri="{FF2B5EF4-FFF2-40B4-BE49-F238E27FC236}">
                        <a16:creationId xmlns:a16="http://schemas.microsoft.com/office/drawing/2014/main" id="{CBB1F61D-48AE-CBD6-DA54-ABB4C05B5750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3038133" y="5348768"/>
                    <a:ext cx="127080" cy="15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94" name="墨迹 93">
                    <a:extLst>
                      <a:ext uri="{FF2B5EF4-FFF2-40B4-BE49-F238E27FC236}">
                        <a16:creationId xmlns:a16="http://schemas.microsoft.com/office/drawing/2014/main" id="{59B48029-F05E-C7CF-DA73-D9F0EF547670}"/>
                      </a:ext>
                    </a:extLst>
                  </p14:cNvPr>
                  <p14:cNvContentPartPr/>
                  <p14:nvPr/>
                </p14:nvContentPartPr>
                <p14:xfrm>
                  <a:off x="3105093" y="5388008"/>
                  <a:ext cx="52200" cy="92880"/>
                </p14:xfrm>
              </p:contentPart>
            </mc:Choice>
            <mc:Fallback xmlns="">
              <p:pic>
                <p:nvPicPr>
                  <p:cNvPr id="94" name="墨迹 93">
                    <a:extLst>
                      <a:ext uri="{FF2B5EF4-FFF2-40B4-BE49-F238E27FC236}">
                        <a16:creationId xmlns:a16="http://schemas.microsoft.com/office/drawing/2014/main" id="{59B48029-F05E-C7CF-DA73-D9F0EF547670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3087093" y="5352008"/>
                    <a:ext cx="87840" cy="16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95" name="墨迹 94">
                    <a:extLst>
                      <a:ext uri="{FF2B5EF4-FFF2-40B4-BE49-F238E27FC236}">
                        <a16:creationId xmlns:a16="http://schemas.microsoft.com/office/drawing/2014/main" id="{90A4568F-1BEE-533E-CA10-EEF1E93473E7}"/>
                      </a:ext>
                    </a:extLst>
                  </p14:cNvPr>
                  <p14:cNvContentPartPr/>
                  <p14:nvPr/>
                </p14:nvContentPartPr>
                <p14:xfrm>
                  <a:off x="3113013" y="5487728"/>
                  <a:ext cx="59040" cy="1800"/>
                </p14:xfrm>
              </p:contentPart>
            </mc:Choice>
            <mc:Fallback xmlns="">
              <p:pic>
                <p:nvPicPr>
                  <p:cNvPr id="95" name="墨迹 94">
                    <a:extLst>
                      <a:ext uri="{FF2B5EF4-FFF2-40B4-BE49-F238E27FC236}">
                        <a16:creationId xmlns:a16="http://schemas.microsoft.com/office/drawing/2014/main" id="{90A4568F-1BEE-533E-CA10-EEF1E93473E7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3095013" y="5452088"/>
                    <a:ext cx="94680" cy="73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96" name="墨迹 95">
                    <a:extLst>
                      <a:ext uri="{FF2B5EF4-FFF2-40B4-BE49-F238E27FC236}">
                        <a16:creationId xmlns:a16="http://schemas.microsoft.com/office/drawing/2014/main" id="{D9941B32-010F-ACC8-6DD0-93FC4D7D5C9F}"/>
                      </a:ext>
                    </a:extLst>
                  </p14:cNvPr>
                  <p14:cNvContentPartPr/>
                  <p14:nvPr/>
                </p14:nvContentPartPr>
                <p14:xfrm>
                  <a:off x="3167013" y="5484848"/>
                  <a:ext cx="18720" cy="3960"/>
                </p14:xfrm>
              </p:contentPart>
            </mc:Choice>
            <mc:Fallback xmlns="">
              <p:pic>
                <p:nvPicPr>
                  <p:cNvPr id="96" name="墨迹 95">
                    <a:extLst>
                      <a:ext uri="{FF2B5EF4-FFF2-40B4-BE49-F238E27FC236}">
                        <a16:creationId xmlns:a16="http://schemas.microsoft.com/office/drawing/2014/main" id="{D9941B32-010F-ACC8-6DD0-93FC4D7D5C9F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3149013" y="5448848"/>
                    <a:ext cx="54360" cy="7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97" name="墨迹 96">
                    <a:extLst>
                      <a:ext uri="{FF2B5EF4-FFF2-40B4-BE49-F238E27FC236}">
                        <a16:creationId xmlns:a16="http://schemas.microsoft.com/office/drawing/2014/main" id="{A0EEB341-AAF8-BC83-8F15-822D584CC357}"/>
                      </a:ext>
                    </a:extLst>
                  </p14:cNvPr>
                  <p14:cNvContentPartPr/>
                  <p14:nvPr/>
                </p14:nvContentPartPr>
                <p14:xfrm>
                  <a:off x="3190773" y="5500688"/>
                  <a:ext cx="360" cy="360"/>
                </p14:xfrm>
              </p:contentPart>
            </mc:Choice>
            <mc:Fallback xmlns="">
              <p:pic>
                <p:nvPicPr>
                  <p:cNvPr id="97" name="墨迹 96">
                    <a:extLst>
                      <a:ext uri="{FF2B5EF4-FFF2-40B4-BE49-F238E27FC236}">
                        <a16:creationId xmlns:a16="http://schemas.microsoft.com/office/drawing/2014/main" id="{A0EEB341-AAF8-BC83-8F15-822D584CC357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3172773" y="546468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98" name="墨迹 97">
                    <a:extLst>
                      <a:ext uri="{FF2B5EF4-FFF2-40B4-BE49-F238E27FC236}">
                        <a16:creationId xmlns:a16="http://schemas.microsoft.com/office/drawing/2014/main" id="{EA66BE63-0DAF-1AC0-7C28-01E9D6B9ADF6}"/>
                      </a:ext>
                    </a:extLst>
                  </p14:cNvPr>
                  <p14:cNvContentPartPr/>
                  <p14:nvPr/>
                </p14:nvContentPartPr>
                <p14:xfrm>
                  <a:off x="2640693" y="5330768"/>
                  <a:ext cx="42480" cy="174960"/>
                </p14:xfrm>
              </p:contentPart>
            </mc:Choice>
            <mc:Fallback xmlns="">
              <p:pic>
                <p:nvPicPr>
                  <p:cNvPr id="98" name="墨迹 97">
                    <a:extLst>
                      <a:ext uri="{FF2B5EF4-FFF2-40B4-BE49-F238E27FC236}">
                        <a16:creationId xmlns:a16="http://schemas.microsoft.com/office/drawing/2014/main" id="{EA66BE63-0DAF-1AC0-7C28-01E9D6B9ADF6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2623053" y="5294768"/>
                    <a:ext cx="78120" cy="24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99" name="墨迹 98">
                    <a:extLst>
                      <a:ext uri="{FF2B5EF4-FFF2-40B4-BE49-F238E27FC236}">
                        <a16:creationId xmlns:a16="http://schemas.microsoft.com/office/drawing/2014/main" id="{28B0597B-47EA-CAAB-DBF8-01F77463F69B}"/>
                      </a:ext>
                    </a:extLst>
                  </p14:cNvPr>
                  <p14:cNvContentPartPr/>
                  <p14:nvPr/>
                </p14:nvContentPartPr>
                <p14:xfrm>
                  <a:off x="2385813" y="5314568"/>
                  <a:ext cx="324360" cy="463320"/>
                </p14:xfrm>
              </p:contentPart>
            </mc:Choice>
            <mc:Fallback xmlns="">
              <p:pic>
                <p:nvPicPr>
                  <p:cNvPr id="99" name="墨迹 98">
                    <a:extLst>
                      <a:ext uri="{FF2B5EF4-FFF2-40B4-BE49-F238E27FC236}">
                        <a16:creationId xmlns:a16="http://schemas.microsoft.com/office/drawing/2014/main" id="{28B0597B-47EA-CAAB-DBF8-01F77463F69B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2368173" y="5278568"/>
                    <a:ext cx="360000" cy="534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100" name="墨迹 99">
                    <a:extLst>
                      <a:ext uri="{FF2B5EF4-FFF2-40B4-BE49-F238E27FC236}">
                        <a16:creationId xmlns:a16="http://schemas.microsoft.com/office/drawing/2014/main" id="{7D5F33E1-18BF-B5A5-92A0-78175AAF875B}"/>
                      </a:ext>
                    </a:extLst>
                  </p14:cNvPr>
                  <p14:cNvContentPartPr/>
                  <p14:nvPr/>
                </p14:nvContentPartPr>
                <p14:xfrm>
                  <a:off x="2407773" y="5475128"/>
                  <a:ext cx="259200" cy="263520"/>
                </p14:xfrm>
              </p:contentPart>
            </mc:Choice>
            <mc:Fallback xmlns="">
              <p:pic>
                <p:nvPicPr>
                  <p:cNvPr id="100" name="墨迹 99">
                    <a:extLst>
                      <a:ext uri="{FF2B5EF4-FFF2-40B4-BE49-F238E27FC236}">
                        <a16:creationId xmlns:a16="http://schemas.microsoft.com/office/drawing/2014/main" id="{7D5F33E1-18BF-B5A5-92A0-78175AAF875B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2390133" y="5439488"/>
                    <a:ext cx="294840" cy="33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101" name="墨迹 100">
                    <a:extLst>
                      <a:ext uri="{FF2B5EF4-FFF2-40B4-BE49-F238E27FC236}">
                        <a16:creationId xmlns:a16="http://schemas.microsoft.com/office/drawing/2014/main" id="{BFF4C01D-C42F-F72A-A9C4-349A70C14B52}"/>
                      </a:ext>
                    </a:extLst>
                  </p14:cNvPr>
                  <p14:cNvContentPartPr/>
                  <p14:nvPr/>
                </p14:nvContentPartPr>
                <p14:xfrm>
                  <a:off x="2711253" y="5370368"/>
                  <a:ext cx="54000" cy="126000"/>
                </p14:xfrm>
              </p:contentPart>
            </mc:Choice>
            <mc:Fallback xmlns="">
              <p:pic>
                <p:nvPicPr>
                  <p:cNvPr id="101" name="墨迹 100">
                    <a:extLst>
                      <a:ext uri="{FF2B5EF4-FFF2-40B4-BE49-F238E27FC236}">
                        <a16:creationId xmlns:a16="http://schemas.microsoft.com/office/drawing/2014/main" id="{BFF4C01D-C42F-F72A-A9C4-349A70C14B52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2693253" y="5334368"/>
                    <a:ext cx="89640" cy="19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104" name="墨迹 103">
                    <a:extLst>
                      <a:ext uri="{FF2B5EF4-FFF2-40B4-BE49-F238E27FC236}">
                        <a16:creationId xmlns:a16="http://schemas.microsoft.com/office/drawing/2014/main" id="{D1CDEF3B-63EB-7CB2-A086-411B3FD24923}"/>
                      </a:ext>
                    </a:extLst>
                  </p14:cNvPr>
                  <p14:cNvContentPartPr/>
                  <p14:nvPr/>
                </p14:nvContentPartPr>
                <p14:xfrm>
                  <a:off x="2725653" y="5384768"/>
                  <a:ext cx="63000" cy="151560"/>
                </p14:xfrm>
              </p:contentPart>
            </mc:Choice>
            <mc:Fallback xmlns="">
              <p:pic>
                <p:nvPicPr>
                  <p:cNvPr id="104" name="墨迹 103">
                    <a:extLst>
                      <a:ext uri="{FF2B5EF4-FFF2-40B4-BE49-F238E27FC236}">
                        <a16:creationId xmlns:a16="http://schemas.microsoft.com/office/drawing/2014/main" id="{D1CDEF3B-63EB-7CB2-A086-411B3FD24923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2707653" y="5348768"/>
                    <a:ext cx="98640" cy="22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105" name="墨迹 104">
                    <a:extLst>
                      <a:ext uri="{FF2B5EF4-FFF2-40B4-BE49-F238E27FC236}">
                        <a16:creationId xmlns:a16="http://schemas.microsoft.com/office/drawing/2014/main" id="{5E51FDC9-982A-19FB-9714-F7A5CB68BEF6}"/>
                      </a:ext>
                    </a:extLst>
                  </p14:cNvPr>
                  <p14:cNvContentPartPr/>
                  <p14:nvPr/>
                </p14:nvContentPartPr>
                <p14:xfrm>
                  <a:off x="2762013" y="5457848"/>
                  <a:ext cx="49320" cy="104760"/>
                </p14:xfrm>
              </p:contentPart>
            </mc:Choice>
            <mc:Fallback xmlns="">
              <p:pic>
                <p:nvPicPr>
                  <p:cNvPr id="105" name="墨迹 104">
                    <a:extLst>
                      <a:ext uri="{FF2B5EF4-FFF2-40B4-BE49-F238E27FC236}">
                        <a16:creationId xmlns:a16="http://schemas.microsoft.com/office/drawing/2014/main" id="{5E51FDC9-982A-19FB-9714-F7A5CB68BEF6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2744373" y="5421848"/>
                    <a:ext cx="84960" cy="176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240" name="墨迹 239">
                    <a:extLst>
                      <a:ext uri="{FF2B5EF4-FFF2-40B4-BE49-F238E27FC236}">
                        <a16:creationId xmlns:a16="http://schemas.microsoft.com/office/drawing/2014/main" id="{3722902D-131C-3B8F-D3CB-5851A98C330E}"/>
                      </a:ext>
                    </a:extLst>
                  </p14:cNvPr>
                  <p14:cNvContentPartPr/>
                  <p14:nvPr/>
                </p14:nvContentPartPr>
                <p14:xfrm>
                  <a:off x="2542773" y="5697248"/>
                  <a:ext cx="5760" cy="5760"/>
                </p14:xfrm>
              </p:contentPart>
            </mc:Choice>
            <mc:Fallback xmlns="">
              <p:pic>
                <p:nvPicPr>
                  <p:cNvPr id="240" name="墨迹 239">
                    <a:extLst>
                      <a:ext uri="{FF2B5EF4-FFF2-40B4-BE49-F238E27FC236}">
                        <a16:creationId xmlns:a16="http://schemas.microsoft.com/office/drawing/2014/main" id="{3722902D-131C-3B8F-D3CB-5851A98C330E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2524773" y="5661608"/>
                    <a:ext cx="41400" cy="7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239" name="墨迹 238">
                    <a:extLst>
                      <a:ext uri="{FF2B5EF4-FFF2-40B4-BE49-F238E27FC236}">
                        <a16:creationId xmlns:a16="http://schemas.microsoft.com/office/drawing/2014/main" id="{C05D8695-086E-1FE8-0542-30817C6697CE}"/>
                      </a:ext>
                    </a:extLst>
                  </p14:cNvPr>
                  <p14:cNvContentPartPr/>
                  <p14:nvPr/>
                </p14:nvContentPartPr>
                <p14:xfrm>
                  <a:off x="2548173" y="5453888"/>
                  <a:ext cx="280800" cy="243720"/>
                </p14:xfrm>
              </p:contentPart>
            </mc:Choice>
            <mc:Fallback xmlns="">
              <p:pic>
                <p:nvPicPr>
                  <p:cNvPr id="239" name="墨迹 238">
                    <a:extLst>
                      <a:ext uri="{FF2B5EF4-FFF2-40B4-BE49-F238E27FC236}">
                        <a16:creationId xmlns:a16="http://schemas.microsoft.com/office/drawing/2014/main" id="{C05D8695-086E-1FE8-0542-30817C6697CE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2530173" y="5418248"/>
                    <a:ext cx="316440" cy="315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108" name="墨迹 107">
                    <a:extLst>
                      <a:ext uri="{FF2B5EF4-FFF2-40B4-BE49-F238E27FC236}">
                        <a16:creationId xmlns:a16="http://schemas.microsoft.com/office/drawing/2014/main" id="{A2F90796-214B-EC4D-BD9F-336CC3F056CA}"/>
                      </a:ext>
                    </a:extLst>
                  </p14:cNvPr>
                  <p14:cNvContentPartPr/>
                  <p14:nvPr/>
                </p14:nvContentPartPr>
                <p14:xfrm>
                  <a:off x="2686413" y="5489888"/>
                  <a:ext cx="55440" cy="20880"/>
                </p14:xfrm>
              </p:contentPart>
            </mc:Choice>
            <mc:Fallback xmlns="">
              <p:pic>
                <p:nvPicPr>
                  <p:cNvPr id="108" name="墨迹 107">
                    <a:extLst>
                      <a:ext uri="{FF2B5EF4-FFF2-40B4-BE49-F238E27FC236}">
                        <a16:creationId xmlns:a16="http://schemas.microsoft.com/office/drawing/2014/main" id="{A2F90796-214B-EC4D-BD9F-336CC3F056CA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2668413" y="5453888"/>
                    <a:ext cx="91080" cy="92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109" name="墨迹 108">
                    <a:extLst>
                      <a:ext uri="{FF2B5EF4-FFF2-40B4-BE49-F238E27FC236}">
                        <a16:creationId xmlns:a16="http://schemas.microsoft.com/office/drawing/2014/main" id="{C18E2A2F-B33D-338C-6C5F-15456A08F1BC}"/>
                      </a:ext>
                    </a:extLst>
                  </p14:cNvPr>
                  <p14:cNvContentPartPr/>
                  <p14:nvPr/>
                </p14:nvContentPartPr>
                <p14:xfrm>
                  <a:off x="2710173" y="5414648"/>
                  <a:ext cx="7560" cy="12600"/>
                </p14:xfrm>
              </p:contentPart>
            </mc:Choice>
            <mc:Fallback xmlns="">
              <p:pic>
                <p:nvPicPr>
                  <p:cNvPr id="109" name="墨迹 108">
                    <a:extLst>
                      <a:ext uri="{FF2B5EF4-FFF2-40B4-BE49-F238E27FC236}">
                        <a16:creationId xmlns:a16="http://schemas.microsoft.com/office/drawing/2014/main" id="{C18E2A2F-B33D-338C-6C5F-15456A08F1BC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2692533" y="5379008"/>
                    <a:ext cx="43200" cy="84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111" name="墨迹 110">
                    <a:extLst>
                      <a:ext uri="{FF2B5EF4-FFF2-40B4-BE49-F238E27FC236}">
                        <a16:creationId xmlns:a16="http://schemas.microsoft.com/office/drawing/2014/main" id="{CF134C28-25B6-7C0B-65BE-54F884660600}"/>
                      </a:ext>
                    </a:extLst>
                  </p14:cNvPr>
                  <p14:cNvContentPartPr/>
                  <p14:nvPr/>
                </p14:nvContentPartPr>
                <p14:xfrm>
                  <a:off x="2674893" y="5274968"/>
                  <a:ext cx="3600" cy="113400"/>
                </p14:xfrm>
              </p:contentPart>
            </mc:Choice>
            <mc:Fallback xmlns="">
              <p:pic>
                <p:nvPicPr>
                  <p:cNvPr id="111" name="墨迹 110">
                    <a:extLst>
                      <a:ext uri="{FF2B5EF4-FFF2-40B4-BE49-F238E27FC236}">
                        <a16:creationId xmlns:a16="http://schemas.microsoft.com/office/drawing/2014/main" id="{CF134C28-25B6-7C0B-65BE-54F884660600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2656893" y="5239328"/>
                    <a:ext cx="39240" cy="18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238" name="墨迹 237">
                    <a:extLst>
                      <a:ext uri="{FF2B5EF4-FFF2-40B4-BE49-F238E27FC236}">
                        <a16:creationId xmlns:a16="http://schemas.microsoft.com/office/drawing/2014/main" id="{C50403D2-F5F8-C3BD-DFD4-07F091982CE0}"/>
                      </a:ext>
                    </a:extLst>
                  </p14:cNvPr>
                  <p14:cNvContentPartPr/>
                  <p14:nvPr/>
                </p14:nvContentPartPr>
                <p14:xfrm>
                  <a:off x="2656173" y="5576648"/>
                  <a:ext cx="144360" cy="91080"/>
                </p14:xfrm>
              </p:contentPart>
            </mc:Choice>
            <mc:Fallback xmlns="">
              <p:pic>
                <p:nvPicPr>
                  <p:cNvPr id="238" name="墨迹 237">
                    <a:extLst>
                      <a:ext uri="{FF2B5EF4-FFF2-40B4-BE49-F238E27FC236}">
                        <a16:creationId xmlns:a16="http://schemas.microsoft.com/office/drawing/2014/main" id="{C50403D2-F5F8-C3BD-DFD4-07F091982CE0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2638533" y="5541008"/>
                    <a:ext cx="180000" cy="16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114" name="墨迹 113">
                    <a:extLst>
                      <a:ext uri="{FF2B5EF4-FFF2-40B4-BE49-F238E27FC236}">
                        <a16:creationId xmlns:a16="http://schemas.microsoft.com/office/drawing/2014/main" id="{6F2360E0-8B42-9ABC-5DC9-AFD0EA92200D}"/>
                      </a:ext>
                    </a:extLst>
                  </p14:cNvPr>
                  <p14:cNvContentPartPr/>
                  <p14:nvPr/>
                </p14:nvContentPartPr>
                <p14:xfrm>
                  <a:off x="2833653" y="5568728"/>
                  <a:ext cx="360" cy="360"/>
                </p14:xfrm>
              </p:contentPart>
            </mc:Choice>
            <mc:Fallback xmlns="">
              <p:pic>
                <p:nvPicPr>
                  <p:cNvPr id="114" name="墨迹 113">
                    <a:extLst>
                      <a:ext uri="{FF2B5EF4-FFF2-40B4-BE49-F238E27FC236}">
                        <a16:creationId xmlns:a16="http://schemas.microsoft.com/office/drawing/2014/main" id="{6F2360E0-8B42-9ABC-5DC9-AFD0EA92200D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815653" y="553308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237" name="墨迹 236">
                    <a:extLst>
                      <a:ext uri="{FF2B5EF4-FFF2-40B4-BE49-F238E27FC236}">
                        <a16:creationId xmlns:a16="http://schemas.microsoft.com/office/drawing/2014/main" id="{3873DC26-6D06-ABAE-602F-7B47F0C03288}"/>
                      </a:ext>
                    </a:extLst>
                  </p14:cNvPr>
                  <p14:cNvContentPartPr/>
                  <p14:nvPr/>
                </p14:nvContentPartPr>
                <p14:xfrm>
                  <a:off x="2661213" y="5591048"/>
                  <a:ext cx="14400" cy="77040"/>
                </p14:xfrm>
              </p:contentPart>
            </mc:Choice>
            <mc:Fallback xmlns="">
              <p:pic>
                <p:nvPicPr>
                  <p:cNvPr id="237" name="墨迹 236">
                    <a:extLst>
                      <a:ext uri="{FF2B5EF4-FFF2-40B4-BE49-F238E27FC236}">
                        <a16:creationId xmlns:a16="http://schemas.microsoft.com/office/drawing/2014/main" id="{3873DC26-6D06-ABAE-602F-7B47F0C03288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643573" y="5555048"/>
                    <a:ext cx="50040" cy="148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236" name="墨迹 235">
                    <a:extLst>
                      <a:ext uri="{FF2B5EF4-FFF2-40B4-BE49-F238E27FC236}">
                        <a16:creationId xmlns:a16="http://schemas.microsoft.com/office/drawing/2014/main" id="{348FEF55-8458-0F0A-348E-AF0F02FDC783}"/>
                      </a:ext>
                    </a:extLst>
                  </p14:cNvPr>
                  <p14:cNvContentPartPr/>
                  <p14:nvPr/>
                </p14:nvContentPartPr>
                <p14:xfrm>
                  <a:off x="2679573" y="5657648"/>
                  <a:ext cx="3240" cy="10440"/>
                </p14:xfrm>
              </p:contentPart>
            </mc:Choice>
            <mc:Fallback xmlns="">
              <p:pic>
                <p:nvPicPr>
                  <p:cNvPr id="236" name="墨迹 235">
                    <a:extLst>
                      <a:ext uri="{FF2B5EF4-FFF2-40B4-BE49-F238E27FC236}">
                        <a16:creationId xmlns:a16="http://schemas.microsoft.com/office/drawing/2014/main" id="{348FEF55-8458-0F0A-348E-AF0F02FDC783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2661933" y="5622008"/>
                    <a:ext cx="38880" cy="8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235" name="墨迹 234">
                    <a:extLst>
                      <a:ext uri="{FF2B5EF4-FFF2-40B4-BE49-F238E27FC236}">
                        <a16:creationId xmlns:a16="http://schemas.microsoft.com/office/drawing/2014/main" id="{975703F9-9E63-1893-95E7-63F683B82149}"/>
                      </a:ext>
                    </a:extLst>
                  </p14:cNvPr>
                  <p14:cNvContentPartPr/>
                  <p14:nvPr/>
                </p14:nvContentPartPr>
                <p14:xfrm>
                  <a:off x="2333973" y="5886788"/>
                  <a:ext cx="3600" cy="8280"/>
                </p14:xfrm>
              </p:contentPart>
            </mc:Choice>
            <mc:Fallback xmlns="">
              <p:pic>
                <p:nvPicPr>
                  <p:cNvPr id="235" name="墨迹 234">
                    <a:extLst>
                      <a:ext uri="{FF2B5EF4-FFF2-40B4-BE49-F238E27FC236}">
                        <a16:creationId xmlns:a16="http://schemas.microsoft.com/office/drawing/2014/main" id="{975703F9-9E63-1893-95E7-63F683B82149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2315973" y="5850788"/>
                    <a:ext cx="3924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234" name="墨迹 233">
                    <a:extLst>
                      <a:ext uri="{FF2B5EF4-FFF2-40B4-BE49-F238E27FC236}">
                        <a16:creationId xmlns:a16="http://schemas.microsoft.com/office/drawing/2014/main" id="{D8FDFA33-BCA1-0369-E80D-314EC0F20EEB}"/>
                      </a:ext>
                    </a:extLst>
                  </p14:cNvPr>
                  <p14:cNvContentPartPr/>
                  <p14:nvPr/>
                </p14:nvContentPartPr>
                <p14:xfrm>
                  <a:off x="2350173" y="5841428"/>
                  <a:ext cx="31320" cy="23400"/>
                </p14:xfrm>
              </p:contentPart>
            </mc:Choice>
            <mc:Fallback xmlns="">
              <p:pic>
                <p:nvPicPr>
                  <p:cNvPr id="234" name="墨迹 233">
                    <a:extLst>
                      <a:ext uri="{FF2B5EF4-FFF2-40B4-BE49-F238E27FC236}">
                        <a16:creationId xmlns:a16="http://schemas.microsoft.com/office/drawing/2014/main" id="{D8FDFA33-BCA1-0369-E80D-314EC0F20EEB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2332533" y="5805428"/>
                    <a:ext cx="66960" cy="9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233" name="墨迹 232">
                    <a:extLst>
                      <a:ext uri="{FF2B5EF4-FFF2-40B4-BE49-F238E27FC236}">
                        <a16:creationId xmlns:a16="http://schemas.microsoft.com/office/drawing/2014/main" id="{1804ABC9-6A3D-B4CA-16B3-3D5D524955AB}"/>
                      </a:ext>
                    </a:extLst>
                  </p14:cNvPr>
                  <p14:cNvContentPartPr/>
                  <p14:nvPr/>
                </p14:nvContentPartPr>
                <p14:xfrm>
                  <a:off x="2438373" y="5795708"/>
                  <a:ext cx="6480" cy="5040"/>
                </p14:xfrm>
              </p:contentPart>
            </mc:Choice>
            <mc:Fallback xmlns="">
              <p:pic>
                <p:nvPicPr>
                  <p:cNvPr id="233" name="墨迹 232">
                    <a:extLst>
                      <a:ext uri="{FF2B5EF4-FFF2-40B4-BE49-F238E27FC236}">
                        <a16:creationId xmlns:a16="http://schemas.microsoft.com/office/drawing/2014/main" id="{1804ABC9-6A3D-B4CA-16B3-3D5D524955AB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2420733" y="5759708"/>
                    <a:ext cx="42120" cy="76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232" name="墨迹 231">
                    <a:extLst>
                      <a:ext uri="{FF2B5EF4-FFF2-40B4-BE49-F238E27FC236}">
                        <a16:creationId xmlns:a16="http://schemas.microsoft.com/office/drawing/2014/main" id="{38331629-76A4-525C-2648-FF6437268965}"/>
                      </a:ext>
                    </a:extLst>
                  </p14:cNvPr>
                  <p14:cNvContentPartPr/>
                  <p14:nvPr/>
                </p14:nvContentPartPr>
                <p14:xfrm>
                  <a:off x="2465733" y="5756468"/>
                  <a:ext cx="28440" cy="24120"/>
                </p14:xfrm>
              </p:contentPart>
            </mc:Choice>
            <mc:Fallback xmlns="">
              <p:pic>
                <p:nvPicPr>
                  <p:cNvPr id="232" name="墨迹 231">
                    <a:extLst>
                      <a:ext uri="{FF2B5EF4-FFF2-40B4-BE49-F238E27FC236}">
                        <a16:creationId xmlns:a16="http://schemas.microsoft.com/office/drawing/2014/main" id="{38331629-76A4-525C-2648-FF6437268965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448093" y="5720468"/>
                    <a:ext cx="64080" cy="9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231" name="墨迹 230">
                    <a:extLst>
                      <a:ext uri="{FF2B5EF4-FFF2-40B4-BE49-F238E27FC236}">
                        <a16:creationId xmlns:a16="http://schemas.microsoft.com/office/drawing/2014/main" id="{76597385-318D-DEE3-DF60-54A29D298A51}"/>
                      </a:ext>
                    </a:extLst>
                  </p14:cNvPr>
                  <p14:cNvContentPartPr/>
                  <p14:nvPr/>
                </p14:nvContentPartPr>
                <p14:xfrm>
                  <a:off x="2504253" y="5726948"/>
                  <a:ext cx="21960" cy="20520"/>
                </p14:xfrm>
              </p:contentPart>
            </mc:Choice>
            <mc:Fallback xmlns="">
              <p:pic>
                <p:nvPicPr>
                  <p:cNvPr id="231" name="墨迹 230">
                    <a:extLst>
                      <a:ext uri="{FF2B5EF4-FFF2-40B4-BE49-F238E27FC236}">
                        <a16:creationId xmlns:a16="http://schemas.microsoft.com/office/drawing/2014/main" id="{76597385-318D-DEE3-DF60-54A29D298A51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2486253" y="5690948"/>
                    <a:ext cx="57600" cy="9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9">
                <p14:nvContentPartPr>
                  <p14:cNvPr id="230" name="墨迹 229">
                    <a:extLst>
                      <a:ext uri="{FF2B5EF4-FFF2-40B4-BE49-F238E27FC236}">
                        <a16:creationId xmlns:a16="http://schemas.microsoft.com/office/drawing/2014/main" id="{D99D3E05-F9C9-7AAA-5722-50D5B9FC47B5}"/>
                      </a:ext>
                    </a:extLst>
                  </p14:cNvPr>
                  <p14:cNvContentPartPr/>
                  <p14:nvPr/>
                </p14:nvContentPartPr>
                <p14:xfrm>
                  <a:off x="2556813" y="5697428"/>
                  <a:ext cx="720" cy="720"/>
                </p14:xfrm>
              </p:contentPart>
            </mc:Choice>
            <mc:Fallback xmlns="">
              <p:pic>
                <p:nvPicPr>
                  <p:cNvPr id="230" name="墨迹 229">
                    <a:extLst>
                      <a:ext uri="{FF2B5EF4-FFF2-40B4-BE49-F238E27FC236}">
                        <a16:creationId xmlns:a16="http://schemas.microsoft.com/office/drawing/2014/main" id="{D99D3E05-F9C9-7AAA-5722-50D5B9FC47B5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2538813" y="5661428"/>
                    <a:ext cx="36360" cy="7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224" name="墨迹 223">
                    <a:extLst>
                      <a:ext uri="{FF2B5EF4-FFF2-40B4-BE49-F238E27FC236}">
                        <a16:creationId xmlns:a16="http://schemas.microsoft.com/office/drawing/2014/main" id="{65FA25EB-33BC-5BC4-9C2C-1E210ED50E1B}"/>
                      </a:ext>
                    </a:extLst>
                  </p14:cNvPr>
                  <p14:cNvContentPartPr/>
                  <p14:nvPr/>
                </p14:nvContentPartPr>
                <p14:xfrm>
                  <a:off x="2325333" y="5830988"/>
                  <a:ext cx="41400" cy="63720"/>
                </p14:xfrm>
              </p:contentPart>
            </mc:Choice>
            <mc:Fallback xmlns="">
              <p:pic>
                <p:nvPicPr>
                  <p:cNvPr id="224" name="墨迹 223">
                    <a:extLst>
                      <a:ext uri="{FF2B5EF4-FFF2-40B4-BE49-F238E27FC236}">
                        <a16:creationId xmlns:a16="http://schemas.microsoft.com/office/drawing/2014/main" id="{65FA25EB-33BC-5BC4-9C2C-1E210ED50E1B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2307333" y="5795348"/>
                    <a:ext cx="77040" cy="135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223" name="墨迹 222">
                    <a:extLst>
                      <a:ext uri="{FF2B5EF4-FFF2-40B4-BE49-F238E27FC236}">
                        <a16:creationId xmlns:a16="http://schemas.microsoft.com/office/drawing/2014/main" id="{E068FCA0-9ABA-7A13-0415-0F8649039931}"/>
                      </a:ext>
                    </a:extLst>
                  </p14:cNvPr>
                  <p14:cNvContentPartPr/>
                  <p14:nvPr/>
                </p14:nvContentPartPr>
                <p14:xfrm>
                  <a:off x="2369613" y="5800748"/>
                  <a:ext cx="16200" cy="25200"/>
                </p14:xfrm>
              </p:contentPart>
            </mc:Choice>
            <mc:Fallback xmlns="">
              <p:pic>
                <p:nvPicPr>
                  <p:cNvPr id="223" name="墨迹 222">
                    <a:extLst>
                      <a:ext uri="{FF2B5EF4-FFF2-40B4-BE49-F238E27FC236}">
                        <a16:creationId xmlns:a16="http://schemas.microsoft.com/office/drawing/2014/main" id="{E068FCA0-9ABA-7A13-0415-0F8649039931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2351973" y="5764748"/>
                    <a:ext cx="51840" cy="9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318" name="墨迹 317">
                    <a:extLst>
                      <a:ext uri="{FF2B5EF4-FFF2-40B4-BE49-F238E27FC236}">
                        <a16:creationId xmlns:a16="http://schemas.microsoft.com/office/drawing/2014/main" id="{4EF7ECA6-445E-0632-D012-BBF292C421AF}"/>
                      </a:ext>
                    </a:extLst>
                  </p14:cNvPr>
                  <p14:cNvContentPartPr/>
                  <p14:nvPr/>
                </p14:nvContentPartPr>
                <p14:xfrm>
                  <a:off x="2828253" y="5584388"/>
                  <a:ext cx="316440" cy="84240"/>
                </p14:xfrm>
              </p:contentPart>
            </mc:Choice>
            <mc:Fallback xmlns="">
              <p:pic>
                <p:nvPicPr>
                  <p:cNvPr id="318" name="墨迹 317">
                    <a:extLst>
                      <a:ext uri="{FF2B5EF4-FFF2-40B4-BE49-F238E27FC236}">
                        <a16:creationId xmlns:a16="http://schemas.microsoft.com/office/drawing/2014/main" id="{4EF7ECA6-445E-0632-D012-BBF292C421AF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2810253" y="5548388"/>
                    <a:ext cx="352080" cy="155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317" name="墨迹 316">
                    <a:extLst>
                      <a:ext uri="{FF2B5EF4-FFF2-40B4-BE49-F238E27FC236}">
                        <a16:creationId xmlns:a16="http://schemas.microsoft.com/office/drawing/2014/main" id="{EE4E8F97-20D2-EBB4-6E4E-C7BC0A41FD47}"/>
                      </a:ext>
                    </a:extLst>
                  </p14:cNvPr>
                  <p14:cNvContentPartPr/>
                  <p14:nvPr/>
                </p14:nvContentPartPr>
                <p14:xfrm>
                  <a:off x="2939853" y="5612828"/>
                  <a:ext cx="204480" cy="300600"/>
                </p14:xfrm>
              </p:contentPart>
            </mc:Choice>
            <mc:Fallback xmlns="">
              <p:pic>
                <p:nvPicPr>
                  <p:cNvPr id="317" name="墨迹 316">
                    <a:extLst>
                      <a:ext uri="{FF2B5EF4-FFF2-40B4-BE49-F238E27FC236}">
                        <a16:creationId xmlns:a16="http://schemas.microsoft.com/office/drawing/2014/main" id="{EE4E8F97-20D2-EBB4-6E4E-C7BC0A41FD47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2922213" y="5577188"/>
                    <a:ext cx="240120" cy="37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9">
                <p14:nvContentPartPr>
                  <p14:cNvPr id="147" name="墨迹 146">
                    <a:extLst>
                      <a:ext uri="{FF2B5EF4-FFF2-40B4-BE49-F238E27FC236}">
                        <a16:creationId xmlns:a16="http://schemas.microsoft.com/office/drawing/2014/main" id="{0DD7F000-6BE3-8722-B94C-45A88B1A209E}"/>
                      </a:ext>
                    </a:extLst>
                  </p14:cNvPr>
                  <p14:cNvContentPartPr/>
                  <p14:nvPr/>
                </p14:nvContentPartPr>
                <p14:xfrm>
                  <a:off x="2712693" y="5651348"/>
                  <a:ext cx="116280" cy="93960"/>
                </p14:xfrm>
              </p:contentPart>
            </mc:Choice>
            <mc:Fallback xmlns="">
              <p:pic>
                <p:nvPicPr>
                  <p:cNvPr id="147" name="墨迹 146">
                    <a:extLst>
                      <a:ext uri="{FF2B5EF4-FFF2-40B4-BE49-F238E27FC236}">
                        <a16:creationId xmlns:a16="http://schemas.microsoft.com/office/drawing/2014/main" id="{0DD7F000-6BE3-8722-B94C-45A88B1A209E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2694693" y="5615348"/>
                    <a:ext cx="151920" cy="16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1">
                <p14:nvContentPartPr>
                  <p14:cNvPr id="222" name="墨迹 221">
                    <a:extLst>
                      <a:ext uri="{FF2B5EF4-FFF2-40B4-BE49-F238E27FC236}">
                        <a16:creationId xmlns:a16="http://schemas.microsoft.com/office/drawing/2014/main" id="{0F95D63E-CA2A-79AF-C91F-759053A1F24C}"/>
                      </a:ext>
                    </a:extLst>
                  </p14:cNvPr>
                  <p14:cNvContentPartPr/>
                  <p14:nvPr/>
                </p14:nvContentPartPr>
                <p14:xfrm>
                  <a:off x="2696853" y="5753948"/>
                  <a:ext cx="168480" cy="334800"/>
                </p14:xfrm>
              </p:contentPart>
            </mc:Choice>
            <mc:Fallback xmlns="">
              <p:pic>
                <p:nvPicPr>
                  <p:cNvPr id="222" name="墨迹 221">
                    <a:extLst>
                      <a:ext uri="{FF2B5EF4-FFF2-40B4-BE49-F238E27FC236}">
                        <a16:creationId xmlns:a16="http://schemas.microsoft.com/office/drawing/2014/main" id="{0F95D63E-CA2A-79AF-C91F-759053A1F24C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2678853" y="5717948"/>
                    <a:ext cx="204120" cy="40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316" name="墨迹 315">
                    <a:extLst>
                      <a:ext uri="{FF2B5EF4-FFF2-40B4-BE49-F238E27FC236}">
                        <a16:creationId xmlns:a16="http://schemas.microsoft.com/office/drawing/2014/main" id="{3ACA7858-9064-4F8F-C8FC-4D0E5D960E18}"/>
                      </a:ext>
                    </a:extLst>
                  </p14:cNvPr>
                  <p14:cNvContentPartPr/>
                  <p14:nvPr/>
                </p14:nvContentPartPr>
                <p14:xfrm>
                  <a:off x="2786493" y="5575748"/>
                  <a:ext cx="357840" cy="486360"/>
                </p14:xfrm>
              </p:contentPart>
            </mc:Choice>
            <mc:Fallback xmlns="">
              <p:pic>
                <p:nvPicPr>
                  <p:cNvPr id="316" name="墨迹 315">
                    <a:extLst>
                      <a:ext uri="{FF2B5EF4-FFF2-40B4-BE49-F238E27FC236}">
                        <a16:creationId xmlns:a16="http://schemas.microsoft.com/office/drawing/2014/main" id="{3ACA7858-9064-4F8F-C8FC-4D0E5D960E18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2768853" y="5539748"/>
                    <a:ext cx="393480" cy="55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221" name="墨迹 220">
                    <a:extLst>
                      <a:ext uri="{FF2B5EF4-FFF2-40B4-BE49-F238E27FC236}">
                        <a16:creationId xmlns:a16="http://schemas.microsoft.com/office/drawing/2014/main" id="{DD76D700-2A07-A18B-EE35-869A41F0FE00}"/>
                      </a:ext>
                    </a:extLst>
                  </p14:cNvPr>
                  <p14:cNvContentPartPr/>
                  <p14:nvPr/>
                </p14:nvContentPartPr>
                <p14:xfrm>
                  <a:off x="2557173" y="5938268"/>
                  <a:ext cx="19080" cy="23040"/>
                </p14:xfrm>
              </p:contentPart>
            </mc:Choice>
            <mc:Fallback xmlns="">
              <p:pic>
                <p:nvPicPr>
                  <p:cNvPr id="221" name="墨迹 220">
                    <a:extLst>
                      <a:ext uri="{FF2B5EF4-FFF2-40B4-BE49-F238E27FC236}">
                        <a16:creationId xmlns:a16="http://schemas.microsoft.com/office/drawing/2014/main" id="{DD76D700-2A07-A18B-EE35-869A41F0FE00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2539533" y="5902628"/>
                    <a:ext cx="54720" cy="94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7">
                <p14:nvContentPartPr>
                  <p14:cNvPr id="220" name="墨迹 219">
                    <a:extLst>
                      <a:ext uri="{FF2B5EF4-FFF2-40B4-BE49-F238E27FC236}">
                        <a16:creationId xmlns:a16="http://schemas.microsoft.com/office/drawing/2014/main" id="{BC3F9B2C-6403-F3F0-95C4-30779E58E8B9}"/>
                      </a:ext>
                    </a:extLst>
                  </p14:cNvPr>
                  <p14:cNvContentPartPr/>
                  <p14:nvPr/>
                </p14:nvContentPartPr>
                <p14:xfrm>
                  <a:off x="2577693" y="5894348"/>
                  <a:ext cx="22680" cy="42120"/>
                </p14:xfrm>
              </p:contentPart>
            </mc:Choice>
            <mc:Fallback xmlns="">
              <p:pic>
                <p:nvPicPr>
                  <p:cNvPr id="220" name="墨迹 219">
                    <a:extLst>
                      <a:ext uri="{FF2B5EF4-FFF2-40B4-BE49-F238E27FC236}">
                        <a16:creationId xmlns:a16="http://schemas.microsoft.com/office/drawing/2014/main" id="{BC3F9B2C-6403-F3F0-95C4-30779E58E8B9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2560053" y="5858348"/>
                    <a:ext cx="58320" cy="11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219" name="墨迹 218">
                    <a:extLst>
                      <a:ext uri="{FF2B5EF4-FFF2-40B4-BE49-F238E27FC236}">
                        <a16:creationId xmlns:a16="http://schemas.microsoft.com/office/drawing/2014/main" id="{3959E2E4-2C04-53EA-0A0E-A75A88896A1C}"/>
                      </a:ext>
                    </a:extLst>
                  </p14:cNvPr>
                  <p14:cNvContentPartPr/>
                  <p14:nvPr/>
                </p14:nvContentPartPr>
                <p14:xfrm>
                  <a:off x="2660853" y="5813348"/>
                  <a:ext cx="12240" cy="8280"/>
                </p14:xfrm>
              </p:contentPart>
            </mc:Choice>
            <mc:Fallback xmlns="">
              <p:pic>
                <p:nvPicPr>
                  <p:cNvPr id="219" name="墨迹 218">
                    <a:extLst>
                      <a:ext uri="{FF2B5EF4-FFF2-40B4-BE49-F238E27FC236}">
                        <a16:creationId xmlns:a16="http://schemas.microsoft.com/office/drawing/2014/main" id="{3959E2E4-2C04-53EA-0A0E-A75A88896A1C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2642853" y="5777348"/>
                    <a:ext cx="4788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1">
                <p14:nvContentPartPr>
                  <p14:cNvPr id="218" name="墨迹 217">
                    <a:extLst>
                      <a:ext uri="{FF2B5EF4-FFF2-40B4-BE49-F238E27FC236}">
                        <a16:creationId xmlns:a16="http://schemas.microsoft.com/office/drawing/2014/main" id="{071B5DFA-A15A-CC54-B95A-E26EFDE0C874}"/>
                      </a:ext>
                    </a:extLst>
                  </p14:cNvPr>
                  <p14:cNvContentPartPr/>
                  <p14:nvPr/>
                </p14:nvContentPartPr>
                <p14:xfrm>
                  <a:off x="2620893" y="5838188"/>
                  <a:ext cx="6480" cy="7200"/>
                </p14:xfrm>
              </p:contentPart>
            </mc:Choice>
            <mc:Fallback xmlns="">
              <p:pic>
                <p:nvPicPr>
                  <p:cNvPr id="218" name="墨迹 217">
                    <a:extLst>
                      <a:ext uri="{FF2B5EF4-FFF2-40B4-BE49-F238E27FC236}">
                        <a16:creationId xmlns:a16="http://schemas.microsoft.com/office/drawing/2014/main" id="{071B5DFA-A15A-CC54-B95A-E26EFDE0C874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2602893" y="5802548"/>
                    <a:ext cx="42120" cy="78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3">
                <p14:nvContentPartPr>
                  <p14:cNvPr id="217" name="墨迹 216">
                    <a:extLst>
                      <a:ext uri="{FF2B5EF4-FFF2-40B4-BE49-F238E27FC236}">
                        <a16:creationId xmlns:a16="http://schemas.microsoft.com/office/drawing/2014/main" id="{AF6C0841-BCFA-E4FD-D0AD-A87FE8059572}"/>
                      </a:ext>
                    </a:extLst>
                  </p14:cNvPr>
                  <p14:cNvContentPartPr/>
                  <p14:nvPr/>
                </p14:nvContentPartPr>
                <p14:xfrm>
                  <a:off x="2582373" y="5865548"/>
                  <a:ext cx="2160" cy="1440"/>
                </p14:xfrm>
              </p:contentPart>
            </mc:Choice>
            <mc:Fallback xmlns="">
              <p:pic>
                <p:nvPicPr>
                  <p:cNvPr id="217" name="墨迹 216">
                    <a:extLst>
                      <a:ext uri="{FF2B5EF4-FFF2-40B4-BE49-F238E27FC236}">
                        <a16:creationId xmlns:a16="http://schemas.microsoft.com/office/drawing/2014/main" id="{AF6C0841-BCFA-E4FD-D0AD-A87FE8059572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2564733" y="5829548"/>
                    <a:ext cx="37800" cy="73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5">
                <p14:nvContentPartPr>
                  <p14:cNvPr id="216" name="墨迹 215">
                    <a:extLst>
                      <a:ext uri="{FF2B5EF4-FFF2-40B4-BE49-F238E27FC236}">
                        <a16:creationId xmlns:a16="http://schemas.microsoft.com/office/drawing/2014/main" id="{D274905C-CB25-7D00-5CED-48F8F918BF86}"/>
                      </a:ext>
                    </a:extLst>
                  </p14:cNvPr>
                  <p14:cNvContentPartPr/>
                  <p14:nvPr/>
                </p14:nvContentPartPr>
                <p14:xfrm>
                  <a:off x="2582373" y="5865548"/>
                  <a:ext cx="9720" cy="5760"/>
                </p14:xfrm>
              </p:contentPart>
            </mc:Choice>
            <mc:Fallback xmlns="">
              <p:pic>
                <p:nvPicPr>
                  <p:cNvPr id="216" name="墨迹 215">
                    <a:extLst>
                      <a:ext uri="{FF2B5EF4-FFF2-40B4-BE49-F238E27FC236}">
                        <a16:creationId xmlns:a16="http://schemas.microsoft.com/office/drawing/2014/main" id="{D274905C-CB25-7D00-5CED-48F8F918BF86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2564733" y="5829548"/>
                    <a:ext cx="45360" cy="77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215" name="墨迹 214">
                    <a:extLst>
                      <a:ext uri="{FF2B5EF4-FFF2-40B4-BE49-F238E27FC236}">
                        <a16:creationId xmlns:a16="http://schemas.microsoft.com/office/drawing/2014/main" id="{FACF43D2-D0BF-0428-F2C3-CDA9EF07F9EC}"/>
                      </a:ext>
                    </a:extLst>
                  </p14:cNvPr>
                  <p14:cNvContentPartPr/>
                  <p14:nvPr/>
                </p14:nvContentPartPr>
                <p14:xfrm>
                  <a:off x="2620533" y="5838548"/>
                  <a:ext cx="23040" cy="11160"/>
                </p14:xfrm>
              </p:contentPart>
            </mc:Choice>
            <mc:Fallback xmlns="">
              <p:pic>
                <p:nvPicPr>
                  <p:cNvPr id="215" name="墨迹 214">
                    <a:extLst>
                      <a:ext uri="{FF2B5EF4-FFF2-40B4-BE49-F238E27FC236}">
                        <a16:creationId xmlns:a16="http://schemas.microsoft.com/office/drawing/2014/main" id="{FACF43D2-D0BF-0428-F2C3-CDA9EF07F9EC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2602893" y="5802548"/>
                    <a:ext cx="58680" cy="82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214" name="墨迹 213">
                    <a:extLst>
                      <a:ext uri="{FF2B5EF4-FFF2-40B4-BE49-F238E27FC236}">
                        <a16:creationId xmlns:a16="http://schemas.microsoft.com/office/drawing/2014/main" id="{32C82BCF-9E05-3E46-2597-C7D9E17536C5}"/>
                      </a:ext>
                    </a:extLst>
                  </p14:cNvPr>
                  <p14:cNvContentPartPr/>
                  <p14:nvPr/>
                </p14:nvContentPartPr>
                <p14:xfrm>
                  <a:off x="2644293" y="5835308"/>
                  <a:ext cx="12960" cy="2880"/>
                </p14:xfrm>
              </p:contentPart>
            </mc:Choice>
            <mc:Fallback xmlns="">
              <p:pic>
                <p:nvPicPr>
                  <p:cNvPr id="214" name="墨迹 213">
                    <a:extLst>
                      <a:ext uri="{FF2B5EF4-FFF2-40B4-BE49-F238E27FC236}">
                        <a16:creationId xmlns:a16="http://schemas.microsoft.com/office/drawing/2014/main" id="{32C82BCF-9E05-3E46-2597-C7D9E17536C5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2626653" y="5799668"/>
                    <a:ext cx="48600" cy="7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1">
                <p14:nvContentPartPr>
                  <p14:cNvPr id="213" name="墨迹 212">
                    <a:extLst>
                      <a:ext uri="{FF2B5EF4-FFF2-40B4-BE49-F238E27FC236}">
                        <a16:creationId xmlns:a16="http://schemas.microsoft.com/office/drawing/2014/main" id="{E15CB77C-7892-8E4B-F62E-19EEDD3DB3B1}"/>
                      </a:ext>
                    </a:extLst>
                  </p14:cNvPr>
                  <p14:cNvContentPartPr/>
                  <p14:nvPr/>
                </p14:nvContentPartPr>
                <p14:xfrm>
                  <a:off x="2458533" y="5975348"/>
                  <a:ext cx="76680" cy="25560"/>
                </p14:xfrm>
              </p:contentPart>
            </mc:Choice>
            <mc:Fallback xmlns="">
              <p:pic>
                <p:nvPicPr>
                  <p:cNvPr id="213" name="墨迹 212">
                    <a:extLst>
                      <a:ext uri="{FF2B5EF4-FFF2-40B4-BE49-F238E27FC236}">
                        <a16:creationId xmlns:a16="http://schemas.microsoft.com/office/drawing/2014/main" id="{E15CB77C-7892-8E4B-F62E-19EEDD3DB3B1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2440893" y="5939348"/>
                    <a:ext cx="112320" cy="9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3">
                <p14:nvContentPartPr>
                  <p14:cNvPr id="212" name="墨迹 211">
                    <a:extLst>
                      <a:ext uri="{FF2B5EF4-FFF2-40B4-BE49-F238E27FC236}">
                        <a16:creationId xmlns:a16="http://schemas.microsoft.com/office/drawing/2014/main" id="{242731E3-13A5-CB81-7A5E-B2F97570892D}"/>
                      </a:ext>
                    </a:extLst>
                  </p14:cNvPr>
                  <p14:cNvContentPartPr/>
                  <p14:nvPr/>
                </p14:nvContentPartPr>
                <p14:xfrm>
                  <a:off x="2349093" y="6107468"/>
                  <a:ext cx="466920" cy="10440"/>
                </p14:xfrm>
              </p:contentPart>
            </mc:Choice>
            <mc:Fallback xmlns="">
              <p:pic>
                <p:nvPicPr>
                  <p:cNvPr id="212" name="墨迹 211">
                    <a:extLst>
                      <a:ext uri="{FF2B5EF4-FFF2-40B4-BE49-F238E27FC236}">
                        <a16:creationId xmlns:a16="http://schemas.microsoft.com/office/drawing/2014/main" id="{242731E3-13A5-CB81-7A5E-B2F97570892D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2331453" y="6071828"/>
                    <a:ext cx="502560" cy="8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5">
                <p14:nvContentPartPr>
                  <p14:cNvPr id="211" name="墨迹 210">
                    <a:extLst>
                      <a:ext uri="{FF2B5EF4-FFF2-40B4-BE49-F238E27FC236}">
                        <a16:creationId xmlns:a16="http://schemas.microsoft.com/office/drawing/2014/main" id="{B74F757D-8809-3BE3-168B-2C7E83CC4A45}"/>
                      </a:ext>
                    </a:extLst>
                  </p14:cNvPr>
                  <p14:cNvContentPartPr/>
                  <p14:nvPr/>
                </p14:nvContentPartPr>
                <p14:xfrm>
                  <a:off x="2415693" y="6004148"/>
                  <a:ext cx="321480" cy="73440"/>
                </p14:xfrm>
              </p:contentPart>
            </mc:Choice>
            <mc:Fallback xmlns="">
              <p:pic>
                <p:nvPicPr>
                  <p:cNvPr id="211" name="墨迹 210">
                    <a:extLst>
                      <a:ext uri="{FF2B5EF4-FFF2-40B4-BE49-F238E27FC236}">
                        <a16:creationId xmlns:a16="http://schemas.microsoft.com/office/drawing/2014/main" id="{B74F757D-8809-3BE3-168B-2C7E83CC4A4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2398053" y="5968148"/>
                    <a:ext cx="357120" cy="14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7">
                <p14:nvContentPartPr>
                  <p14:cNvPr id="166" name="墨迹 165">
                    <a:extLst>
                      <a:ext uri="{FF2B5EF4-FFF2-40B4-BE49-F238E27FC236}">
                        <a16:creationId xmlns:a16="http://schemas.microsoft.com/office/drawing/2014/main" id="{2528F424-E47F-7D85-5AB5-FBA815B290C1}"/>
                      </a:ext>
                    </a:extLst>
                  </p14:cNvPr>
                  <p14:cNvContentPartPr/>
                  <p14:nvPr/>
                </p14:nvContentPartPr>
                <p14:xfrm>
                  <a:off x="2596773" y="5910188"/>
                  <a:ext cx="149400" cy="113400"/>
                </p14:xfrm>
              </p:contentPart>
            </mc:Choice>
            <mc:Fallback xmlns="">
              <p:pic>
                <p:nvPicPr>
                  <p:cNvPr id="166" name="墨迹 165">
                    <a:extLst>
                      <a:ext uri="{FF2B5EF4-FFF2-40B4-BE49-F238E27FC236}">
                        <a16:creationId xmlns:a16="http://schemas.microsoft.com/office/drawing/2014/main" id="{2528F424-E47F-7D85-5AB5-FBA815B290C1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2579133" y="5874188"/>
                    <a:ext cx="185040" cy="18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9">
                <p14:nvContentPartPr>
                  <p14:cNvPr id="209" name="墨迹 208">
                    <a:extLst>
                      <a:ext uri="{FF2B5EF4-FFF2-40B4-BE49-F238E27FC236}">
                        <a16:creationId xmlns:a16="http://schemas.microsoft.com/office/drawing/2014/main" id="{9ECCE487-57B8-3F26-397B-0B86BAC74686}"/>
                      </a:ext>
                    </a:extLst>
                  </p14:cNvPr>
                  <p14:cNvContentPartPr/>
                  <p14:nvPr/>
                </p14:nvContentPartPr>
                <p14:xfrm>
                  <a:off x="2662293" y="5812988"/>
                  <a:ext cx="20880" cy="100440"/>
                </p14:xfrm>
              </p:contentPart>
            </mc:Choice>
            <mc:Fallback xmlns="">
              <p:pic>
                <p:nvPicPr>
                  <p:cNvPr id="209" name="墨迹 208">
                    <a:extLst>
                      <a:ext uri="{FF2B5EF4-FFF2-40B4-BE49-F238E27FC236}">
                        <a16:creationId xmlns:a16="http://schemas.microsoft.com/office/drawing/2014/main" id="{9ECCE487-57B8-3F26-397B-0B86BAC74686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2644653" y="5777348"/>
                    <a:ext cx="56520" cy="17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1">
                <p14:nvContentPartPr>
                  <p14:cNvPr id="168" name="墨迹 167">
                    <a:extLst>
                      <a:ext uri="{FF2B5EF4-FFF2-40B4-BE49-F238E27FC236}">
                        <a16:creationId xmlns:a16="http://schemas.microsoft.com/office/drawing/2014/main" id="{F0551852-E8A9-AA3B-E219-A742D98EF8F2}"/>
                      </a:ext>
                    </a:extLst>
                  </p14:cNvPr>
                  <p14:cNvContentPartPr/>
                  <p14:nvPr/>
                </p14:nvContentPartPr>
                <p14:xfrm>
                  <a:off x="2682813" y="5824508"/>
                  <a:ext cx="122400" cy="264600"/>
                </p14:xfrm>
              </p:contentPart>
            </mc:Choice>
            <mc:Fallback xmlns="">
              <p:pic>
                <p:nvPicPr>
                  <p:cNvPr id="168" name="墨迹 167">
                    <a:extLst>
                      <a:ext uri="{FF2B5EF4-FFF2-40B4-BE49-F238E27FC236}">
                        <a16:creationId xmlns:a16="http://schemas.microsoft.com/office/drawing/2014/main" id="{F0551852-E8A9-AA3B-E219-A742D98EF8F2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2664813" y="5788508"/>
                    <a:ext cx="158040" cy="336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3">
                <p14:nvContentPartPr>
                  <p14:cNvPr id="170" name="墨迹 169">
                    <a:extLst>
                      <a:ext uri="{FF2B5EF4-FFF2-40B4-BE49-F238E27FC236}">
                        <a16:creationId xmlns:a16="http://schemas.microsoft.com/office/drawing/2014/main" id="{8C9BAD5A-090E-A428-8C46-0D25D79AA60F}"/>
                      </a:ext>
                    </a:extLst>
                  </p14:cNvPr>
                  <p14:cNvContentPartPr/>
                  <p14:nvPr/>
                </p14:nvContentPartPr>
                <p14:xfrm>
                  <a:off x="2603253" y="5884628"/>
                  <a:ext cx="159120" cy="159120"/>
                </p14:xfrm>
              </p:contentPart>
            </mc:Choice>
            <mc:Fallback xmlns="">
              <p:pic>
                <p:nvPicPr>
                  <p:cNvPr id="170" name="墨迹 169">
                    <a:extLst>
                      <a:ext uri="{FF2B5EF4-FFF2-40B4-BE49-F238E27FC236}">
                        <a16:creationId xmlns:a16="http://schemas.microsoft.com/office/drawing/2014/main" id="{8C9BAD5A-090E-A428-8C46-0D25D79AA60F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2585613" y="5848988"/>
                    <a:ext cx="19476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5">
                <p14:nvContentPartPr>
                  <p14:cNvPr id="171" name="墨迹 170">
                    <a:extLst>
                      <a:ext uri="{FF2B5EF4-FFF2-40B4-BE49-F238E27FC236}">
                        <a16:creationId xmlns:a16="http://schemas.microsoft.com/office/drawing/2014/main" id="{816FF0B9-5E2C-E436-50B1-73BA28F969B5}"/>
                      </a:ext>
                    </a:extLst>
                  </p14:cNvPr>
                  <p14:cNvContentPartPr/>
                  <p14:nvPr/>
                </p14:nvContentPartPr>
                <p14:xfrm>
                  <a:off x="2838333" y="6121148"/>
                  <a:ext cx="360" cy="360"/>
                </p14:xfrm>
              </p:contentPart>
            </mc:Choice>
            <mc:Fallback xmlns="">
              <p:pic>
                <p:nvPicPr>
                  <p:cNvPr id="171" name="墨迹 170">
                    <a:extLst>
                      <a:ext uri="{FF2B5EF4-FFF2-40B4-BE49-F238E27FC236}">
                        <a16:creationId xmlns:a16="http://schemas.microsoft.com/office/drawing/2014/main" id="{816FF0B9-5E2C-E436-50B1-73BA28F969B5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820333" y="608550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7">
                <p14:nvContentPartPr>
                  <p14:cNvPr id="172" name="墨迹 171">
                    <a:extLst>
                      <a:ext uri="{FF2B5EF4-FFF2-40B4-BE49-F238E27FC236}">
                        <a16:creationId xmlns:a16="http://schemas.microsoft.com/office/drawing/2014/main" id="{363B4FC8-BEEE-D286-1677-9D285EBD94E3}"/>
                      </a:ext>
                    </a:extLst>
                  </p14:cNvPr>
                  <p14:cNvContentPartPr/>
                  <p14:nvPr/>
                </p14:nvContentPartPr>
                <p14:xfrm>
                  <a:off x="2812053" y="6101708"/>
                  <a:ext cx="2880" cy="1080"/>
                </p14:xfrm>
              </p:contentPart>
            </mc:Choice>
            <mc:Fallback xmlns="">
              <p:pic>
                <p:nvPicPr>
                  <p:cNvPr id="172" name="墨迹 171">
                    <a:extLst>
                      <a:ext uri="{FF2B5EF4-FFF2-40B4-BE49-F238E27FC236}">
                        <a16:creationId xmlns:a16="http://schemas.microsoft.com/office/drawing/2014/main" id="{363B4FC8-BEEE-D286-1677-9D285EBD94E3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2794053" y="6065708"/>
                    <a:ext cx="38520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9">
                <p14:nvContentPartPr>
                  <p14:cNvPr id="181" name="墨迹 180">
                    <a:extLst>
                      <a:ext uri="{FF2B5EF4-FFF2-40B4-BE49-F238E27FC236}">
                        <a16:creationId xmlns:a16="http://schemas.microsoft.com/office/drawing/2014/main" id="{D011AD6A-6978-98D7-B5F8-90912BFAAA3F}"/>
                      </a:ext>
                    </a:extLst>
                  </p14:cNvPr>
                  <p14:cNvContentPartPr/>
                  <p14:nvPr/>
                </p14:nvContentPartPr>
                <p14:xfrm>
                  <a:off x="2528733" y="6005228"/>
                  <a:ext cx="360" cy="360"/>
                </p14:xfrm>
              </p:contentPart>
            </mc:Choice>
            <mc:Fallback xmlns="">
              <p:pic>
                <p:nvPicPr>
                  <p:cNvPr id="181" name="墨迹 180">
                    <a:extLst>
                      <a:ext uri="{FF2B5EF4-FFF2-40B4-BE49-F238E27FC236}">
                        <a16:creationId xmlns:a16="http://schemas.microsoft.com/office/drawing/2014/main" id="{D011AD6A-6978-98D7-B5F8-90912BFAAA3F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510733" y="596958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0">
                <p14:nvContentPartPr>
                  <p14:cNvPr id="193" name="墨迹 192">
                    <a:extLst>
                      <a:ext uri="{FF2B5EF4-FFF2-40B4-BE49-F238E27FC236}">
                        <a16:creationId xmlns:a16="http://schemas.microsoft.com/office/drawing/2014/main" id="{70EE52F8-293E-C05F-D150-3CBD88D57417}"/>
                      </a:ext>
                    </a:extLst>
                  </p14:cNvPr>
                  <p14:cNvContentPartPr/>
                  <p14:nvPr/>
                </p14:nvContentPartPr>
                <p14:xfrm>
                  <a:off x="2499933" y="5651258"/>
                  <a:ext cx="360" cy="360"/>
                </p14:xfrm>
              </p:contentPart>
            </mc:Choice>
            <mc:Fallback xmlns="">
              <p:pic>
                <p:nvPicPr>
                  <p:cNvPr id="193" name="墨迹 192">
                    <a:extLst>
                      <a:ext uri="{FF2B5EF4-FFF2-40B4-BE49-F238E27FC236}">
                        <a16:creationId xmlns:a16="http://schemas.microsoft.com/office/drawing/2014/main" id="{70EE52F8-293E-C05F-D150-3CBD88D57417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482293" y="561561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1">
                <p14:nvContentPartPr>
                  <p14:cNvPr id="251" name="墨迹 250">
                    <a:extLst>
                      <a:ext uri="{FF2B5EF4-FFF2-40B4-BE49-F238E27FC236}">
                        <a16:creationId xmlns:a16="http://schemas.microsoft.com/office/drawing/2014/main" id="{FFAD9FA7-92AC-F81A-D202-370A225077D5}"/>
                      </a:ext>
                    </a:extLst>
                  </p14:cNvPr>
                  <p14:cNvContentPartPr/>
                  <p14:nvPr/>
                </p14:nvContentPartPr>
                <p14:xfrm>
                  <a:off x="2677053" y="5627498"/>
                  <a:ext cx="69480" cy="48240"/>
                </p14:xfrm>
              </p:contentPart>
            </mc:Choice>
            <mc:Fallback xmlns="">
              <p:pic>
                <p:nvPicPr>
                  <p:cNvPr id="251" name="墨迹 250">
                    <a:extLst>
                      <a:ext uri="{FF2B5EF4-FFF2-40B4-BE49-F238E27FC236}">
                        <a16:creationId xmlns:a16="http://schemas.microsoft.com/office/drawing/2014/main" id="{FFAD9FA7-92AC-F81A-D202-370A225077D5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2659413" y="5591858"/>
                    <a:ext cx="105120" cy="11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3">
                <p14:nvContentPartPr>
                  <p14:cNvPr id="252" name="墨迹 251">
                    <a:extLst>
                      <a:ext uri="{FF2B5EF4-FFF2-40B4-BE49-F238E27FC236}">
                        <a16:creationId xmlns:a16="http://schemas.microsoft.com/office/drawing/2014/main" id="{640893D8-2EBC-F0EE-E6E1-6DF8AA198EBF}"/>
                      </a:ext>
                    </a:extLst>
                  </p14:cNvPr>
                  <p14:cNvContentPartPr/>
                  <p14:nvPr/>
                </p14:nvContentPartPr>
                <p14:xfrm>
                  <a:off x="2235693" y="5643338"/>
                  <a:ext cx="504360" cy="460440"/>
                </p14:xfrm>
              </p:contentPart>
            </mc:Choice>
            <mc:Fallback xmlns="">
              <p:pic>
                <p:nvPicPr>
                  <p:cNvPr id="252" name="墨迹 251">
                    <a:extLst>
                      <a:ext uri="{FF2B5EF4-FFF2-40B4-BE49-F238E27FC236}">
                        <a16:creationId xmlns:a16="http://schemas.microsoft.com/office/drawing/2014/main" id="{640893D8-2EBC-F0EE-E6E1-6DF8AA198EBF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2218053" y="5607698"/>
                    <a:ext cx="540000" cy="53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5">
                <p14:nvContentPartPr>
                  <p14:cNvPr id="271" name="墨迹 270">
                    <a:extLst>
                      <a:ext uri="{FF2B5EF4-FFF2-40B4-BE49-F238E27FC236}">
                        <a16:creationId xmlns:a16="http://schemas.microsoft.com/office/drawing/2014/main" id="{723DB13C-3190-B471-98BB-D6BC53BD2225}"/>
                      </a:ext>
                    </a:extLst>
                  </p14:cNvPr>
                  <p14:cNvContentPartPr/>
                  <p14:nvPr/>
                </p14:nvContentPartPr>
                <p14:xfrm>
                  <a:off x="2553933" y="5703818"/>
                  <a:ext cx="2520" cy="1080"/>
                </p14:xfrm>
              </p:contentPart>
            </mc:Choice>
            <mc:Fallback xmlns="">
              <p:pic>
                <p:nvPicPr>
                  <p:cNvPr id="271" name="墨迹 270">
                    <a:extLst>
                      <a:ext uri="{FF2B5EF4-FFF2-40B4-BE49-F238E27FC236}">
                        <a16:creationId xmlns:a16="http://schemas.microsoft.com/office/drawing/2014/main" id="{723DB13C-3190-B471-98BB-D6BC53BD2225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2536293" y="5667818"/>
                    <a:ext cx="38160" cy="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7">
                <p14:nvContentPartPr>
                  <p14:cNvPr id="272" name="墨迹 271">
                    <a:extLst>
                      <a:ext uri="{FF2B5EF4-FFF2-40B4-BE49-F238E27FC236}">
                        <a16:creationId xmlns:a16="http://schemas.microsoft.com/office/drawing/2014/main" id="{A1F59407-1048-1776-F0D7-027FAAE829AB}"/>
                      </a:ext>
                    </a:extLst>
                  </p14:cNvPr>
                  <p14:cNvContentPartPr/>
                  <p14:nvPr/>
                </p14:nvContentPartPr>
                <p14:xfrm>
                  <a:off x="2436213" y="5656298"/>
                  <a:ext cx="223200" cy="153000"/>
                </p14:xfrm>
              </p:contentPart>
            </mc:Choice>
            <mc:Fallback xmlns="">
              <p:pic>
                <p:nvPicPr>
                  <p:cNvPr id="272" name="墨迹 271">
                    <a:extLst>
                      <a:ext uri="{FF2B5EF4-FFF2-40B4-BE49-F238E27FC236}">
                        <a16:creationId xmlns:a16="http://schemas.microsoft.com/office/drawing/2014/main" id="{A1F59407-1048-1776-F0D7-027FAAE829AB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2418213" y="5620298"/>
                    <a:ext cx="258840" cy="22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9">
                <p14:nvContentPartPr>
                  <p14:cNvPr id="273" name="墨迹 272">
                    <a:extLst>
                      <a:ext uri="{FF2B5EF4-FFF2-40B4-BE49-F238E27FC236}">
                        <a16:creationId xmlns:a16="http://schemas.microsoft.com/office/drawing/2014/main" id="{2AA597E4-2656-0F7C-C194-B61D8CE93F1C}"/>
                      </a:ext>
                    </a:extLst>
                  </p14:cNvPr>
                  <p14:cNvContentPartPr/>
                  <p14:nvPr/>
                </p14:nvContentPartPr>
                <p14:xfrm>
                  <a:off x="2379693" y="5691218"/>
                  <a:ext cx="141480" cy="191880"/>
                </p14:xfrm>
              </p:contentPart>
            </mc:Choice>
            <mc:Fallback xmlns="">
              <p:pic>
                <p:nvPicPr>
                  <p:cNvPr id="273" name="墨迹 272">
                    <a:extLst>
                      <a:ext uri="{FF2B5EF4-FFF2-40B4-BE49-F238E27FC236}">
                        <a16:creationId xmlns:a16="http://schemas.microsoft.com/office/drawing/2014/main" id="{2AA597E4-2656-0F7C-C194-B61D8CE93F1C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2362053" y="5655218"/>
                    <a:ext cx="177120" cy="26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1">
                <p14:nvContentPartPr>
                  <p14:cNvPr id="274" name="墨迹 273">
                    <a:extLst>
                      <a:ext uri="{FF2B5EF4-FFF2-40B4-BE49-F238E27FC236}">
                        <a16:creationId xmlns:a16="http://schemas.microsoft.com/office/drawing/2014/main" id="{6C280D47-92C8-79C2-07FE-F4171BEF6EB2}"/>
                      </a:ext>
                    </a:extLst>
                  </p14:cNvPr>
                  <p14:cNvContentPartPr/>
                  <p14:nvPr/>
                </p14:nvContentPartPr>
                <p14:xfrm>
                  <a:off x="2279973" y="5794178"/>
                  <a:ext cx="199800" cy="202680"/>
                </p14:xfrm>
              </p:contentPart>
            </mc:Choice>
            <mc:Fallback xmlns="">
              <p:pic>
                <p:nvPicPr>
                  <p:cNvPr id="274" name="墨迹 273">
                    <a:extLst>
                      <a:ext uri="{FF2B5EF4-FFF2-40B4-BE49-F238E27FC236}">
                        <a16:creationId xmlns:a16="http://schemas.microsoft.com/office/drawing/2014/main" id="{6C280D47-92C8-79C2-07FE-F4171BEF6EB2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2262333" y="5758538"/>
                    <a:ext cx="235440" cy="274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3">
                <p14:nvContentPartPr>
                  <p14:cNvPr id="276" name="墨迹 275">
                    <a:extLst>
                      <a:ext uri="{FF2B5EF4-FFF2-40B4-BE49-F238E27FC236}">
                        <a16:creationId xmlns:a16="http://schemas.microsoft.com/office/drawing/2014/main" id="{444292D9-E75F-9408-C9FA-3CD9278364E9}"/>
                      </a:ext>
                    </a:extLst>
                  </p14:cNvPr>
                  <p14:cNvContentPartPr/>
                  <p14:nvPr/>
                </p14:nvContentPartPr>
                <p14:xfrm>
                  <a:off x="2214093" y="5906858"/>
                  <a:ext cx="114840" cy="197280"/>
                </p14:xfrm>
              </p:contentPart>
            </mc:Choice>
            <mc:Fallback xmlns="">
              <p:pic>
                <p:nvPicPr>
                  <p:cNvPr id="276" name="墨迹 275">
                    <a:extLst>
                      <a:ext uri="{FF2B5EF4-FFF2-40B4-BE49-F238E27FC236}">
                        <a16:creationId xmlns:a16="http://schemas.microsoft.com/office/drawing/2014/main" id="{444292D9-E75F-9408-C9FA-3CD9278364E9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2196453" y="5870858"/>
                    <a:ext cx="150480" cy="26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5">
                <p14:nvContentPartPr>
                  <p14:cNvPr id="277" name="墨迹 276">
                    <a:extLst>
                      <a:ext uri="{FF2B5EF4-FFF2-40B4-BE49-F238E27FC236}">
                        <a16:creationId xmlns:a16="http://schemas.microsoft.com/office/drawing/2014/main" id="{D1842699-B723-989C-32C9-8F3D2681807A}"/>
                      </a:ext>
                    </a:extLst>
                  </p14:cNvPr>
                  <p14:cNvContentPartPr/>
                  <p14:nvPr/>
                </p14:nvContentPartPr>
                <p14:xfrm>
                  <a:off x="2200053" y="6114938"/>
                  <a:ext cx="360" cy="360"/>
                </p14:xfrm>
              </p:contentPart>
            </mc:Choice>
            <mc:Fallback xmlns="">
              <p:pic>
                <p:nvPicPr>
                  <p:cNvPr id="277" name="墨迹 276">
                    <a:extLst>
                      <a:ext uri="{FF2B5EF4-FFF2-40B4-BE49-F238E27FC236}">
                        <a16:creationId xmlns:a16="http://schemas.microsoft.com/office/drawing/2014/main" id="{D1842699-B723-989C-32C9-8F3D2681807A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182413" y="607893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6">
                <p14:nvContentPartPr>
                  <p14:cNvPr id="278" name="墨迹 277">
                    <a:extLst>
                      <a:ext uri="{FF2B5EF4-FFF2-40B4-BE49-F238E27FC236}">
                        <a16:creationId xmlns:a16="http://schemas.microsoft.com/office/drawing/2014/main" id="{C6BCE1DE-0C4F-9DD8-80D6-9F43DF5F5B67}"/>
                      </a:ext>
                    </a:extLst>
                  </p14:cNvPr>
                  <p14:cNvContentPartPr/>
                  <p14:nvPr/>
                </p14:nvContentPartPr>
                <p14:xfrm>
                  <a:off x="2201493" y="6110258"/>
                  <a:ext cx="360" cy="360"/>
                </p14:xfrm>
              </p:contentPart>
            </mc:Choice>
            <mc:Fallback xmlns="">
              <p:pic>
                <p:nvPicPr>
                  <p:cNvPr id="278" name="墨迹 277">
                    <a:extLst>
                      <a:ext uri="{FF2B5EF4-FFF2-40B4-BE49-F238E27FC236}">
                        <a16:creationId xmlns:a16="http://schemas.microsoft.com/office/drawing/2014/main" id="{C6BCE1DE-0C4F-9DD8-80D6-9F43DF5F5B67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183853" y="607425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279" name="墨迹 278">
                    <a:extLst>
                      <a:ext uri="{FF2B5EF4-FFF2-40B4-BE49-F238E27FC236}">
                        <a16:creationId xmlns:a16="http://schemas.microsoft.com/office/drawing/2014/main" id="{BA8B8598-796B-C9EF-0C39-84D22BC65F95}"/>
                      </a:ext>
                    </a:extLst>
                  </p14:cNvPr>
                  <p14:cNvContentPartPr/>
                  <p14:nvPr/>
                </p14:nvContentPartPr>
                <p14:xfrm>
                  <a:off x="2187453" y="6118178"/>
                  <a:ext cx="360" cy="360"/>
                </p14:xfrm>
              </p:contentPart>
            </mc:Choice>
            <mc:Fallback xmlns="">
              <p:pic>
                <p:nvPicPr>
                  <p:cNvPr id="279" name="墨迹 278">
                    <a:extLst>
                      <a:ext uri="{FF2B5EF4-FFF2-40B4-BE49-F238E27FC236}">
                        <a16:creationId xmlns:a16="http://schemas.microsoft.com/office/drawing/2014/main" id="{BA8B8598-796B-C9EF-0C39-84D22BC65F95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169453" y="608217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8">
                <p14:nvContentPartPr>
                  <p14:cNvPr id="280" name="墨迹 279">
                    <a:extLst>
                      <a:ext uri="{FF2B5EF4-FFF2-40B4-BE49-F238E27FC236}">
                        <a16:creationId xmlns:a16="http://schemas.microsoft.com/office/drawing/2014/main" id="{A2A8FDAC-0C27-A4A7-E879-957A5B43AE48}"/>
                      </a:ext>
                    </a:extLst>
                  </p14:cNvPr>
                  <p14:cNvContentPartPr/>
                  <p14:nvPr/>
                </p14:nvContentPartPr>
                <p14:xfrm>
                  <a:off x="2177733" y="6127538"/>
                  <a:ext cx="360" cy="360"/>
                </p14:xfrm>
              </p:contentPart>
            </mc:Choice>
            <mc:Fallback xmlns="">
              <p:pic>
                <p:nvPicPr>
                  <p:cNvPr id="280" name="墨迹 279">
                    <a:extLst>
                      <a:ext uri="{FF2B5EF4-FFF2-40B4-BE49-F238E27FC236}">
                        <a16:creationId xmlns:a16="http://schemas.microsoft.com/office/drawing/2014/main" id="{A2A8FDAC-0C27-A4A7-E879-957A5B43AE4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2160093" y="609189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281" name="墨迹 280">
                    <a:extLst>
                      <a:ext uri="{FF2B5EF4-FFF2-40B4-BE49-F238E27FC236}">
                        <a16:creationId xmlns:a16="http://schemas.microsoft.com/office/drawing/2014/main" id="{DAE835C9-9880-BD54-6EB3-CFD7019E1BC8}"/>
                      </a:ext>
                    </a:extLst>
                  </p14:cNvPr>
                  <p14:cNvContentPartPr/>
                  <p14:nvPr/>
                </p14:nvContentPartPr>
                <p14:xfrm>
                  <a:off x="2631693" y="5941778"/>
                  <a:ext cx="360" cy="360"/>
                </p14:xfrm>
              </p:contentPart>
            </mc:Choice>
            <mc:Fallback xmlns="">
              <p:pic>
                <p:nvPicPr>
                  <p:cNvPr id="281" name="墨迹 280">
                    <a:extLst>
                      <a:ext uri="{FF2B5EF4-FFF2-40B4-BE49-F238E27FC236}">
                        <a16:creationId xmlns:a16="http://schemas.microsoft.com/office/drawing/2014/main" id="{DAE835C9-9880-BD54-6EB3-CFD7019E1BC8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614053" y="590613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0">
                <p14:nvContentPartPr>
                  <p14:cNvPr id="283" name="墨迹 282">
                    <a:extLst>
                      <a:ext uri="{FF2B5EF4-FFF2-40B4-BE49-F238E27FC236}">
                        <a16:creationId xmlns:a16="http://schemas.microsoft.com/office/drawing/2014/main" id="{42F3353C-92E2-060F-509C-0DAC21D7F414}"/>
                      </a:ext>
                    </a:extLst>
                  </p14:cNvPr>
                  <p14:cNvContentPartPr/>
                  <p14:nvPr/>
                </p14:nvContentPartPr>
                <p14:xfrm>
                  <a:off x="2335053" y="5891018"/>
                  <a:ext cx="243360" cy="221040"/>
                </p14:xfrm>
              </p:contentPart>
            </mc:Choice>
            <mc:Fallback xmlns="">
              <p:pic>
                <p:nvPicPr>
                  <p:cNvPr id="283" name="墨迹 282">
                    <a:extLst>
                      <a:ext uri="{FF2B5EF4-FFF2-40B4-BE49-F238E27FC236}">
                        <a16:creationId xmlns:a16="http://schemas.microsoft.com/office/drawing/2014/main" id="{42F3353C-92E2-060F-509C-0DAC21D7F414}"/>
                      </a:ext>
                    </a:extLst>
                  </p:cNvPr>
                  <p:cNvPicPr/>
                  <p:nvPr/>
                </p:nvPicPr>
                <p:blipFill>
                  <a:blip r:embed="rId171"/>
                  <a:stretch>
                    <a:fillRect/>
                  </a:stretch>
                </p:blipFill>
                <p:spPr>
                  <a:xfrm>
                    <a:off x="2317053" y="5855018"/>
                    <a:ext cx="279000" cy="29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2">
                <p14:nvContentPartPr>
                  <p14:cNvPr id="284" name="墨迹 283">
                    <a:extLst>
                      <a:ext uri="{FF2B5EF4-FFF2-40B4-BE49-F238E27FC236}">
                        <a16:creationId xmlns:a16="http://schemas.microsoft.com/office/drawing/2014/main" id="{3BC70683-7B3A-77BF-2686-E8F88F816051}"/>
                      </a:ext>
                    </a:extLst>
                  </p14:cNvPr>
                  <p14:cNvContentPartPr/>
                  <p14:nvPr/>
                </p14:nvContentPartPr>
                <p14:xfrm>
                  <a:off x="2306253" y="6121418"/>
                  <a:ext cx="360" cy="360"/>
                </p14:xfrm>
              </p:contentPart>
            </mc:Choice>
            <mc:Fallback xmlns="">
              <p:pic>
                <p:nvPicPr>
                  <p:cNvPr id="284" name="墨迹 283">
                    <a:extLst>
                      <a:ext uri="{FF2B5EF4-FFF2-40B4-BE49-F238E27FC236}">
                        <a16:creationId xmlns:a16="http://schemas.microsoft.com/office/drawing/2014/main" id="{3BC70683-7B3A-77BF-2686-E8F88F816051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288613" y="608541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285" name="墨迹 284">
                    <a:extLst>
                      <a:ext uri="{FF2B5EF4-FFF2-40B4-BE49-F238E27FC236}">
                        <a16:creationId xmlns:a16="http://schemas.microsoft.com/office/drawing/2014/main" id="{681E5EA7-CE0F-7730-0235-4E8D20634C85}"/>
                      </a:ext>
                    </a:extLst>
                  </p14:cNvPr>
                  <p14:cNvContentPartPr/>
                  <p14:nvPr/>
                </p14:nvContentPartPr>
                <p14:xfrm>
                  <a:off x="2296893" y="6122858"/>
                  <a:ext cx="360" cy="360"/>
                </p14:xfrm>
              </p:contentPart>
            </mc:Choice>
            <mc:Fallback xmlns="">
              <p:pic>
                <p:nvPicPr>
                  <p:cNvPr id="285" name="墨迹 284">
                    <a:extLst>
                      <a:ext uri="{FF2B5EF4-FFF2-40B4-BE49-F238E27FC236}">
                        <a16:creationId xmlns:a16="http://schemas.microsoft.com/office/drawing/2014/main" id="{681E5EA7-CE0F-7730-0235-4E8D20634C85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279253" y="608685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4">
                <p14:nvContentPartPr>
                  <p14:cNvPr id="286" name="墨迹 285">
                    <a:extLst>
                      <a:ext uri="{FF2B5EF4-FFF2-40B4-BE49-F238E27FC236}">
                        <a16:creationId xmlns:a16="http://schemas.microsoft.com/office/drawing/2014/main" id="{F39D9DA2-2BD8-EF8B-A561-7EDC67994A96}"/>
                      </a:ext>
                    </a:extLst>
                  </p14:cNvPr>
                  <p14:cNvContentPartPr/>
                  <p14:nvPr/>
                </p14:nvContentPartPr>
                <p14:xfrm>
                  <a:off x="2671653" y="5803898"/>
                  <a:ext cx="360" cy="360"/>
                </p14:xfrm>
              </p:contentPart>
            </mc:Choice>
            <mc:Fallback xmlns="">
              <p:pic>
                <p:nvPicPr>
                  <p:cNvPr id="286" name="墨迹 285">
                    <a:extLst>
                      <a:ext uri="{FF2B5EF4-FFF2-40B4-BE49-F238E27FC236}">
                        <a16:creationId xmlns:a16="http://schemas.microsoft.com/office/drawing/2014/main" id="{F39D9DA2-2BD8-EF8B-A561-7EDC67994A96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653653" y="576789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287" name="墨迹 286">
                    <a:extLst>
                      <a:ext uri="{FF2B5EF4-FFF2-40B4-BE49-F238E27FC236}">
                        <a16:creationId xmlns:a16="http://schemas.microsoft.com/office/drawing/2014/main" id="{15DA9621-F661-AA16-F99A-D63674B98A98}"/>
                      </a:ext>
                    </a:extLst>
                  </p14:cNvPr>
                  <p14:cNvContentPartPr/>
                  <p14:nvPr/>
                </p14:nvContentPartPr>
                <p14:xfrm>
                  <a:off x="2649333" y="5824418"/>
                  <a:ext cx="360" cy="360"/>
                </p14:xfrm>
              </p:contentPart>
            </mc:Choice>
            <mc:Fallback xmlns="">
              <p:pic>
                <p:nvPicPr>
                  <p:cNvPr id="287" name="墨迹 286">
                    <a:extLst>
                      <a:ext uri="{FF2B5EF4-FFF2-40B4-BE49-F238E27FC236}">
                        <a16:creationId xmlns:a16="http://schemas.microsoft.com/office/drawing/2014/main" id="{15DA9621-F661-AA16-F99A-D63674B98A98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631333" y="578841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6">
                <p14:nvContentPartPr>
                  <p14:cNvPr id="288" name="墨迹 287">
                    <a:extLst>
                      <a:ext uri="{FF2B5EF4-FFF2-40B4-BE49-F238E27FC236}">
                        <a16:creationId xmlns:a16="http://schemas.microsoft.com/office/drawing/2014/main" id="{B26756AB-7726-2572-141C-1DE7C84504CC}"/>
                      </a:ext>
                    </a:extLst>
                  </p14:cNvPr>
                  <p14:cNvContentPartPr/>
                  <p14:nvPr/>
                </p14:nvContentPartPr>
                <p14:xfrm>
                  <a:off x="2671653" y="5797418"/>
                  <a:ext cx="360" cy="360"/>
                </p14:xfrm>
              </p:contentPart>
            </mc:Choice>
            <mc:Fallback xmlns="">
              <p:pic>
                <p:nvPicPr>
                  <p:cNvPr id="288" name="墨迹 287">
                    <a:extLst>
                      <a:ext uri="{FF2B5EF4-FFF2-40B4-BE49-F238E27FC236}">
                        <a16:creationId xmlns:a16="http://schemas.microsoft.com/office/drawing/2014/main" id="{B26756AB-7726-2572-141C-1DE7C84504CC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653653" y="576141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289" name="墨迹 288">
                    <a:extLst>
                      <a:ext uri="{FF2B5EF4-FFF2-40B4-BE49-F238E27FC236}">
                        <a16:creationId xmlns:a16="http://schemas.microsoft.com/office/drawing/2014/main" id="{E6A90EA2-3C7E-A1B3-4381-37D990632A1F}"/>
                      </a:ext>
                    </a:extLst>
                  </p14:cNvPr>
                  <p14:cNvContentPartPr/>
                  <p14:nvPr/>
                </p14:nvContentPartPr>
                <p14:xfrm>
                  <a:off x="2674893" y="5792738"/>
                  <a:ext cx="360" cy="360"/>
                </p14:xfrm>
              </p:contentPart>
            </mc:Choice>
            <mc:Fallback xmlns="">
              <p:pic>
                <p:nvPicPr>
                  <p:cNvPr id="289" name="墨迹 288">
                    <a:extLst>
                      <a:ext uri="{FF2B5EF4-FFF2-40B4-BE49-F238E27FC236}">
                        <a16:creationId xmlns:a16="http://schemas.microsoft.com/office/drawing/2014/main" id="{E6A90EA2-3C7E-A1B3-4381-37D990632A1F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2656893" y="5756738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8">
                <p14:nvContentPartPr>
                  <p14:cNvPr id="290" name="墨迹 289">
                    <a:extLst>
                      <a:ext uri="{FF2B5EF4-FFF2-40B4-BE49-F238E27FC236}">
                        <a16:creationId xmlns:a16="http://schemas.microsoft.com/office/drawing/2014/main" id="{564B5D66-29FF-E361-748A-DBB7F43A791F}"/>
                      </a:ext>
                    </a:extLst>
                  </p14:cNvPr>
                  <p14:cNvContentPartPr/>
                  <p14:nvPr/>
                </p14:nvContentPartPr>
                <p14:xfrm>
                  <a:off x="3227840" y="5873767"/>
                  <a:ext cx="360" cy="360"/>
                </p14:xfrm>
              </p:contentPart>
            </mc:Choice>
            <mc:Fallback xmlns="">
              <p:pic>
                <p:nvPicPr>
                  <p:cNvPr id="290" name="墨迹 289">
                    <a:extLst>
                      <a:ext uri="{FF2B5EF4-FFF2-40B4-BE49-F238E27FC236}">
                        <a16:creationId xmlns:a16="http://schemas.microsoft.com/office/drawing/2014/main" id="{564B5D66-29FF-E361-748A-DBB7F43A791F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3209840" y="583776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315" name="墨迹 314">
                    <a:extLst>
                      <a:ext uri="{FF2B5EF4-FFF2-40B4-BE49-F238E27FC236}">
                        <a16:creationId xmlns:a16="http://schemas.microsoft.com/office/drawing/2014/main" id="{05FC4B25-1EE9-FAB7-091B-E395BF60202B}"/>
                      </a:ext>
                    </a:extLst>
                  </p14:cNvPr>
                  <p14:cNvContentPartPr/>
                  <p14:nvPr/>
                </p14:nvContentPartPr>
                <p14:xfrm>
                  <a:off x="3195800" y="5652367"/>
                  <a:ext cx="8280" cy="24120"/>
                </p14:xfrm>
              </p:contentPart>
            </mc:Choice>
            <mc:Fallback xmlns="">
              <p:pic>
                <p:nvPicPr>
                  <p:cNvPr id="315" name="墨迹 314">
                    <a:extLst>
                      <a:ext uri="{FF2B5EF4-FFF2-40B4-BE49-F238E27FC236}">
                        <a16:creationId xmlns:a16="http://schemas.microsoft.com/office/drawing/2014/main" id="{05FC4B25-1EE9-FAB7-091B-E395BF60202B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3178160" y="5616367"/>
                    <a:ext cx="43920" cy="9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314" name="墨迹 313">
                    <a:extLst>
                      <a:ext uri="{FF2B5EF4-FFF2-40B4-BE49-F238E27FC236}">
                        <a16:creationId xmlns:a16="http://schemas.microsoft.com/office/drawing/2014/main" id="{4E412083-B4A1-D2C4-36B3-51B554634325}"/>
                      </a:ext>
                    </a:extLst>
                  </p14:cNvPr>
                  <p14:cNvContentPartPr/>
                  <p14:nvPr/>
                </p14:nvContentPartPr>
                <p14:xfrm>
                  <a:off x="2914280" y="5652367"/>
                  <a:ext cx="284400" cy="471600"/>
                </p14:xfrm>
              </p:contentPart>
            </mc:Choice>
            <mc:Fallback xmlns="">
              <p:pic>
                <p:nvPicPr>
                  <p:cNvPr id="314" name="墨迹 313">
                    <a:extLst>
                      <a:ext uri="{FF2B5EF4-FFF2-40B4-BE49-F238E27FC236}">
                        <a16:creationId xmlns:a16="http://schemas.microsoft.com/office/drawing/2014/main" id="{4E412083-B4A1-D2C4-36B3-51B554634325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2896640" y="5616367"/>
                    <a:ext cx="320040" cy="543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313" name="墨迹 312">
                    <a:extLst>
                      <a:ext uri="{FF2B5EF4-FFF2-40B4-BE49-F238E27FC236}">
                        <a16:creationId xmlns:a16="http://schemas.microsoft.com/office/drawing/2014/main" id="{04AFD579-71E1-6D4E-F571-7F3CFC45CEFE}"/>
                      </a:ext>
                    </a:extLst>
                  </p14:cNvPr>
                  <p14:cNvContentPartPr/>
                  <p14:nvPr/>
                </p14:nvContentPartPr>
                <p14:xfrm>
                  <a:off x="3092840" y="5652367"/>
                  <a:ext cx="127080" cy="183240"/>
                </p14:xfrm>
              </p:contentPart>
            </mc:Choice>
            <mc:Fallback xmlns="">
              <p:pic>
                <p:nvPicPr>
                  <p:cNvPr id="313" name="墨迹 312">
                    <a:extLst>
                      <a:ext uri="{FF2B5EF4-FFF2-40B4-BE49-F238E27FC236}">
                        <a16:creationId xmlns:a16="http://schemas.microsoft.com/office/drawing/2014/main" id="{04AFD579-71E1-6D4E-F571-7F3CFC45CEFE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3074840" y="5616367"/>
                    <a:ext cx="162720" cy="254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296" name="墨迹 295">
                    <a:extLst>
                      <a:ext uri="{FF2B5EF4-FFF2-40B4-BE49-F238E27FC236}">
                        <a16:creationId xmlns:a16="http://schemas.microsoft.com/office/drawing/2014/main" id="{031F4D36-9CA9-42DD-A8D0-97BE6BC5F8D0}"/>
                      </a:ext>
                    </a:extLst>
                  </p14:cNvPr>
                  <p14:cNvContentPartPr/>
                  <p14:nvPr/>
                </p14:nvContentPartPr>
                <p14:xfrm>
                  <a:off x="3217040" y="5679007"/>
                  <a:ext cx="143280" cy="293400"/>
                </p14:xfrm>
              </p:contentPart>
            </mc:Choice>
            <mc:Fallback xmlns="">
              <p:pic>
                <p:nvPicPr>
                  <p:cNvPr id="296" name="墨迹 295">
                    <a:extLst>
                      <a:ext uri="{FF2B5EF4-FFF2-40B4-BE49-F238E27FC236}">
                        <a16:creationId xmlns:a16="http://schemas.microsoft.com/office/drawing/2014/main" id="{031F4D36-9CA9-42DD-A8D0-97BE6BC5F8D0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3199400" y="5643007"/>
                    <a:ext cx="178920" cy="36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297" name="墨迹 296">
                    <a:extLst>
                      <a:ext uri="{FF2B5EF4-FFF2-40B4-BE49-F238E27FC236}">
                        <a16:creationId xmlns:a16="http://schemas.microsoft.com/office/drawing/2014/main" id="{CC3D29C4-C14C-ECC8-EAC3-33CE8291FA14}"/>
                      </a:ext>
                    </a:extLst>
                  </p14:cNvPr>
                  <p14:cNvContentPartPr/>
                  <p14:nvPr/>
                </p14:nvContentPartPr>
                <p14:xfrm>
                  <a:off x="3200120" y="5746687"/>
                  <a:ext cx="170640" cy="310320"/>
                </p14:xfrm>
              </p:contentPart>
            </mc:Choice>
            <mc:Fallback xmlns="">
              <p:pic>
                <p:nvPicPr>
                  <p:cNvPr id="297" name="墨迹 296">
                    <a:extLst>
                      <a:ext uri="{FF2B5EF4-FFF2-40B4-BE49-F238E27FC236}">
                        <a16:creationId xmlns:a16="http://schemas.microsoft.com/office/drawing/2014/main" id="{CC3D29C4-C14C-ECC8-EAC3-33CE8291FA14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3182480" y="5710687"/>
                    <a:ext cx="206280" cy="38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0">
                <p14:nvContentPartPr>
                  <p14:cNvPr id="298" name="墨迹 297">
                    <a:extLst>
                      <a:ext uri="{FF2B5EF4-FFF2-40B4-BE49-F238E27FC236}">
                        <a16:creationId xmlns:a16="http://schemas.microsoft.com/office/drawing/2014/main" id="{02EDC152-62C5-E654-B665-61AC547DD3BE}"/>
                      </a:ext>
                    </a:extLst>
                  </p14:cNvPr>
                  <p14:cNvContentPartPr/>
                  <p14:nvPr/>
                </p14:nvContentPartPr>
                <p14:xfrm>
                  <a:off x="3170600" y="5801767"/>
                  <a:ext cx="119160" cy="233280"/>
                </p14:xfrm>
              </p:contentPart>
            </mc:Choice>
            <mc:Fallback xmlns="">
              <p:pic>
                <p:nvPicPr>
                  <p:cNvPr id="298" name="墨迹 297">
                    <a:extLst>
                      <a:ext uri="{FF2B5EF4-FFF2-40B4-BE49-F238E27FC236}">
                        <a16:creationId xmlns:a16="http://schemas.microsoft.com/office/drawing/2014/main" id="{02EDC152-62C5-E654-B665-61AC547DD3BE}"/>
                      </a:ext>
                    </a:extLst>
                  </p:cNvPr>
                  <p:cNvPicPr/>
                  <p:nvPr/>
                </p:nvPicPr>
                <p:blipFill>
                  <a:blip r:embed="rId191"/>
                  <a:stretch>
                    <a:fillRect/>
                  </a:stretch>
                </p:blipFill>
                <p:spPr>
                  <a:xfrm>
                    <a:off x="3152600" y="5765767"/>
                    <a:ext cx="154800" cy="304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2">
                <p14:nvContentPartPr>
                  <p14:cNvPr id="299" name="墨迹 298">
                    <a:extLst>
                      <a:ext uri="{FF2B5EF4-FFF2-40B4-BE49-F238E27FC236}">
                        <a16:creationId xmlns:a16="http://schemas.microsoft.com/office/drawing/2014/main" id="{BD1C2212-6E60-0F01-BAB6-9DE35EFE1BBF}"/>
                      </a:ext>
                    </a:extLst>
                  </p14:cNvPr>
                  <p14:cNvContentPartPr/>
                  <p14:nvPr/>
                </p14:nvContentPartPr>
                <p14:xfrm>
                  <a:off x="3134600" y="5833447"/>
                  <a:ext cx="280440" cy="263520"/>
                </p14:xfrm>
              </p:contentPart>
            </mc:Choice>
            <mc:Fallback xmlns="">
              <p:pic>
                <p:nvPicPr>
                  <p:cNvPr id="299" name="墨迹 298">
                    <a:extLst>
                      <a:ext uri="{FF2B5EF4-FFF2-40B4-BE49-F238E27FC236}">
                        <a16:creationId xmlns:a16="http://schemas.microsoft.com/office/drawing/2014/main" id="{BD1C2212-6E60-0F01-BAB6-9DE35EFE1BBF}"/>
                      </a:ext>
                    </a:extLst>
                  </p:cNvPr>
                  <p:cNvPicPr/>
                  <p:nvPr/>
                </p:nvPicPr>
                <p:blipFill>
                  <a:blip r:embed="rId193"/>
                  <a:stretch>
                    <a:fillRect/>
                  </a:stretch>
                </p:blipFill>
                <p:spPr>
                  <a:xfrm>
                    <a:off x="3116960" y="5797447"/>
                    <a:ext cx="316080" cy="335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4">
                <p14:nvContentPartPr>
                  <p14:cNvPr id="300" name="墨迹 299">
                    <a:extLst>
                      <a:ext uri="{FF2B5EF4-FFF2-40B4-BE49-F238E27FC236}">
                        <a16:creationId xmlns:a16="http://schemas.microsoft.com/office/drawing/2014/main" id="{E8178EF0-8960-086C-8BF8-93AC838BEC60}"/>
                      </a:ext>
                    </a:extLst>
                  </p14:cNvPr>
                  <p14:cNvContentPartPr/>
                  <p14:nvPr/>
                </p14:nvContentPartPr>
                <p14:xfrm>
                  <a:off x="3543200" y="6121087"/>
                  <a:ext cx="360" cy="360"/>
                </p14:xfrm>
              </p:contentPart>
            </mc:Choice>
            <mc:Fallback xmlns="">
              <p:pic>
                <p:nvPicPr>
                  <p:cNvPr id="300" name="墨迹 299">
                    <a:extLst>
                      <a:ext uri="{FF2B5EF4-FFF2-40B4-BE49-F238E27FC236}">
                        <a16:creationId xmlns:a16="http://schemas.microsoft.com/office/drawing/2014/main" id="{E8178EF0-8960-086C-8BF8-93AC838BEC60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3525200" y="608544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5">
                <p14:nvContentPartPr>
                  <p14:cNvPr id="301" name="墨迹 300">
                    <a:extLst>
                      <a:ext uri="{FF2B5EF4-FFF2-40B4-BE49-F238E27FC236}">
                        <a16:creationId xmlns:a16="http://schemas.microsoft.com/office/drawing/2014/main" id="{6DA72B7A-38D0-9EEC-BC83-0BE9D308C430}"/>
                      </a:ext>
                    </a:extLst>
                  </p14:cNvPr>
                  <p14:cNvContentPartPr/>
                  <p14:nvPr/>
                </p14:nvContentPartPr>
                <p14:xfrm>
                  <a:off x="3555800" y="6134047"/>
                  <a:ext cx="360" cy="360"/>
                </p14:xfrm>
              </p:contentPart>
            </mc:Choice>
            <mc:Fallback xmlns="">
              <p:pic>
                <p:nvPicPr>
                  <p:cNvPr id="301" name="墨迹 300">
                    <a:extLst>
                      <a:ext uri="{FF2B5EF4-FFF2-40B4-BE49-F238E27FC236}">
                        <a16:creationId xmlns:a16="http://schemas.microsoft.com/office/drawing/2014/main" id="{6DA72B7A-38D0-9EEC-BC83-0BE9D308C430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3538160" y="609804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6">
                <p14:nvContentPartPr>
                  <p14:cNvPr id="303" name="墨迹 302">
                    <a:extLst>
                      <a:ext uri="{FF2B5EF4-FFF2-40B4-BE49-F238E27FC236}">
                        <a16:creationId xmlns:a16="http://schemas.microsoft.com/office/drawing/2014/main" id="{BB9BCB8A-7DDF-432F-9D6A-464E7D340026}"/>
                      </a:ext>
                    </a:extLst>
                  </p14:cNvPr>
                  <p14:cNvContentPartPr/>
                  <p14:nvPr/>
                </p14:nvContentPartPr>
                <p14:xfrm>
                  <a:off x="2907800" y="6110647"/>
                  <a:ext cx="641880" cy="2520"/>
                </p14:xfrm>
              </p:contentPart>
            </mc:Choice>
            <mc:Fallback xmlns="">
              <p:pic>
                <p:nvPicPr>
                  <p:cNvPr id="303" name="墨迹 302">
                    <a:extLst>
                      <a:ext uri="{FF2B5EF4-FFF2-40B4-BE49-F238E27FC236}">
                        <a16:creationId xmlns:a16="http://schemas.microsoft.com/office/drawing/2014/main" id="{BB9BCB8A-7DDF-432F-9D6A-464E7D340026}"/>
                      </a:ext>
                    </a:extLst>
                  </p:cNvPr>
                  <p:cNvPicPr/>
                  <p:nvPr/>
                </p:nvPicPr>
                <p:blipFill>
                  <a:blip r:embed="rId197"/>
                  <a:stretch>
                    <a:fillRect/>
                  </a:stretch>
                </p:blipFill>
                <p:spPr>
                  <a:xfrm>
                    <a:off x="2890160" y="6074647"/>
                    <a:ext cx="677520" cy="74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8">
                <p14:nvContentPartPr>
                  <p14:cNvPr id="304" name="墨迹 303">
                    <a:extLst>
                      <a:ext uri="{FF2B5EF4-FFF2-40B4-BE49-F238E27FC236}">
                        <a16:creationId xmlns:a16="http://schemas.microsoft.com/office/drawing/2014/main" id="{BA213B26-EFFF-8D2E-7EEB-BA88074C8CA4}"/>
                      </a:ext>
                    </a:extLst>
                  </p14:cNvPr>
                  <p14:cNvContentPartPr/>
                  <p14:nvPr/>
                </p14:nvContentPartPr>
                <p14:xfrm>
                  <a:off x="2969360" y="6055567"/>
                  <a:ext cx="394920" cy="17280"/>
                </p14:xfrm>
              </p:contentPart>
            </mc:Choice>
            <mc:Fallback xmlns="">
              <p:pic>
                <p:nvPicPr>
                  <p:cNvPr id="304" name="墨迹 303">
                    <a:extLst>
                      <a:ext uri="{FF2B5EF4-FFF2-40B4-BE49-F238E27FC236}">
                        <a16:creationId xmlns:a16="http://schemas.microsoft.com/office/drawing/2014/main" id="{BA213B26-EFFF-8D2E-7EEB-BA88074C8CA4}"/>
                      </a:ext>
                    </a:extLst>
                  </p:cNvPr>
                  <p:cNvPicPr/>
                  <p:nvPr/>
                </p:nvPicPr>
                <p:blipFill>
                  <a:blip r:embed="rId199"/>
                  <a:stretch>
                    <a:fillRect/>
                  </a:stretch>
                </p:blipFill>
                <p:spPr>
                  <a:xfrm>
                    <a:off x="2951720" y="6019567"/>
                    <a:ext cx="430560" cy="8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0">
                <p14:nvContentPartPr>
                  <p14:cNvPr id="305" name="墨迹 304">
                    <a:extLst>
                      <a:ext uri="{FF2B5EF4-FFF2-40B4-BE49-F238E27FC236}">
                        <a16:creationId xmlns:a16="http://schemas.microsoft.com/office/drawing/2014/main" id="{759075DB-9AE9-57DE-FEA2-B66523107D0B}"/>
                      </a:ext>
                    </a:extLst>
                  </p14:cNvPr>
                  <p14:cNvContentPartPr/>
                  <p14:nvPr/>
                </p14:nvContentPartPr>
                <p14:xfrm>
                  <a:off x="2995640" y="5888527"/>
                  <a:ext cx="259200" cy="133200"/>
                </p14:xfrm>
              </p:contentPart>
            </mc:Choice>
            <mc:Fallback xmlns="">
              <p:pic>
                <p:nvPicPr>
                  <p:cNvPr id="305" name="墨迹 304">
                    <a:extLst>
                      <a:ext uri="{FF2B5EF4-FFF2-40B4-BE49-F238E27FC236}">
                        <a16:creationId xmlns:a16="http://schemas.microsoft.com/office/drawing/2014/main" id="{759075DB-9AE9-57DE-FEA2-B66523107D0B}"/>
                      </a:ext>
                    </a:extLst>
                  </p:cNvPr>
                  <p:cNvPicPr/>
                  <p:nvPr/>
                </p:nvPicPr>
                <p:blipFill>
                  <a:blip r:embed="rId201"/>
                  <a:stretch>
                    <a:fillRect/>
                  </a:stretch>
                </p:blipFill>
                <p:spPr>
                  <a:xfrm>
                    <a:off x="2977640" y="5852527"/>
                    <a:ext cx="294840" cy="204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2">
                <p14:nvContentPartPr>
                  <p14:cNvPr id="312" name="墨迹 311">
                    <a:extLst>
                      <a:ext uri="{FF2B5EF4-FFF2-40B4-BE49-F238E27FC236}">
                        <a16:creationId xmlns:a16="http://schemas.microsoft.com/office/drawing/2014/main" id="{8E697880-8913-C08F-AAC8-AFAB33954A98}"/>
                      </a:ext>
                    </a:extLst>
                  </p14:cNvPr>
                  <p14:cNvContentPartPr/>
                  <p14:nvPr/>
                </p14:nvContentPartPr>
                <p14:xfrm>
                  <a:off x="3251960" y="5632207"/>
                  <a:ext cx="254160" cy="441000"/>
                </p14:xfrm>
              </p:contentPart>
            </mc:Choice>
            <mc:Fallback xmlns="">
              <p:pic>
                <p:nvPicPr>
                  <p:cNvPr id="312" name="墨迹 311">
                    <a:extLst>
                      <a:ext uri="{FF2B5EF4-FFF2-40B4-BE49-F238E27FC236}">
                        <a16:creationId xmlns:a16="http://schemas.microsoft.com/office/drawing/2014/main" id="{8E697880-8913-C08F-AAC8-AFAB33954A98}"/>
                      </a:ext>
                    </a:extLst>
                  </p:cNvPr>
                  <p:cNvPicPr/>
                  <p:nvPr/>
                </p:nvPicPr>
                <p:blipFill>
                  <a:blip r:embed="rId203"/>
                  <a:stretch>
                    <a:fillRect/>
                  </a:stretch>
                </p:blipFill>
                <p:spPr>
                  <a:xfrm>
                    <a:off x="3233960" y="5596207"/>
                    <a:ext cx="289800" cy="512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4">
                <p14:nvContentPartPr>
                  <p14:cNvPr id="311" name="墨迹 310">
                    <a:extLst>
                      <a:ext uri="{FF2B5EF4-FFF2-40B4-BE49-F238E27FC236}">
                        <a16:creationId xmlns:a16="http://schemas.microsoft.com/office/drawing/2014/main" id="{05391B2A-D120-52C1-CBC9-06373BB040E2}"/>
                      </a:ext>
                    </a:extLst>
                  </p14:cNvPr>
                  <p14:cNvContentPartPr/>
                  <p14:nvPr/>
                </p14:nvContentPartPr>
                <p14:xfrm>
                  <a:off x="3251600" y="5643727"/>
                  <a:ext cx="276840" cy="452520"/>
                </p14:xfrm>
              </p:contentPart>
            </mc:Choice>
            <mc:Fallback xmlns="">
              <p:pic>
                <p:nvPicPr>
                  <p:cNvPr id="311" name="墨迹 310">
                    <a:extLst>
                      <a:ext uri="{FF2B5EF4-FFF2-40B4-BE49-F238E27FC236}">
                        <a16:creationId xmlns:a16="http://schemas.microsoft.com/office/drawing/2014/main" id="{05391B2A-D120-52C1-CBC9-06373BB040E2}"/>
                      </a:ext>
                    </a:extLst>
                  </p:cNvPr>
                  <p:cNvPicPr/>
                  <p:nvPr/>
                </p:nvPicPr>
                <p:blipFill>
                  <a:blip r:embed="rId205"/>
                  <a:stretch>
                    <a:fillRect/>
                  </a:stretch>
                </p:blipFill>
                <p:spPr>
                  <a:xfrm>
                    <a:off x="3233960" y="5608087"/>
                    <a:ext cx="312480" cy="524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6">
                <p14:nvContentPartPr>
                  <p14:cNvPr id="320" name="墨迹 319">
                    <a:extLst>
                      <a:ext uri="{FF2B5EF4-FFF2-40B4-BE49-F238E27FC236}">
                        <a16:creationId xmlns:a16="http://schemas.microsoft.com/office/drawing/2014/main" id="{4DDFB782-6DCB-3934-8EC6-7199D4235DFC}"/>
                      </a:ext>
                    </a:extLst>
                  </p14:cNvPr>
                  <p14:cNvContentPartPr/>
                  <p14:nvPr/>
                </p14:nvContentPartPr>
                <p14:xfrm>
                  <a:off x="3206240" y="5580367"/>
                  <a:ext cx="36000" cy="83160"/>
                </p14:xfrm>
              </p:contentPart>
            </mc:Choice>
            <mc:Fallback xmlns="">
              <p:pic>
                <p:nvPicPr>
                  <p:cNvPr id="320" name="墨迹 319">
                    <a:extLst>
                      <a:ext uri="{FF2B5EF4-FFF2-40B4-BE49-F238E27FC236}">
                        <a16:creationId xmlns:a16="http://schemas.microsoft.com/office/drawing/2014/main" id="{4DDFB782-6DCB-3934-8EC6-7199D4235DFC}"/>
                      </a:ext>
                    </a:extLst>
                  </p:cNvPr>
                  <p:cNvPicPr/>
                  <p:nvPr/>
                </p:nvPicPr>
                <p:blipFill>
                  <a:blip r:embed="rId207"/>
                  <a:stretch>
                    <a:fillRect/>
                  </a:stretch>
                </p:blipFill>
                <p:spPr>
                  <a:xfrm>
                    <a:off x="3188600" y="5544727"/>
                    <a:ext cx="71640" cy="15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8">
                <p14:nvContentPartPr>
                  <p14:cNvPr id="321" name="墨迹 320">
                    <a:extLst>
                      <a:ext uri="{FF2B5EF4-FFF2-40B4-BE49-F238E27FC236}">
                        <a16:creationId xmlns:a16="http://schemas.microsoft.com/office/drawing/2014/main" id="{9FCBBD4D-C81C-782C-EEF2-33E231C3FAE3}"/>
                      </a:ext>
                    </a:extLst>
                  </p14:cNvPr>
                  <p14:cNvContentPartPr/>
                  <p14:nvPr/>
                </p14:nvContentPartPr>
                <p14:xfrm>
                  <a:off x="2844440" y="5987887"/>
                  <a:ext cx="360" cy="360"/>
                </p14:xfrm>
              </p:contentPart>
            </mc:Choice>
            <mc:Fallback xmlns="">
              <p:pic>
                <p:nvPicPr>
                  <p:cNvPr id="321" name="墨迹 320">
                    <a:extLst>
                      <a:ext uri="{FF2B5EF4-FFF2-40B4-BE49-F238E27FC236}">
                        <a16:creationId xmlns:a16="http://schemas.microsoft.com/office/drawing/2014/main" id="{9FCBBD4D-C81C-782C-EEF2-33E231C3FAE3}"/>
                      </a:ext>
                    </a:extLst>
                  </p:cNvPr>
                  <p:cNvPicPr/>
                  <p:nvPr/>
                </p:nvPicPr>
                <p:blipFill>
                  <a:blip r:embed="rId209"/>
                  <a:stretch>
                    <a:fillRect/>
                  </a:stretch>
                </p:blipFill>
                <p:spPr>
                  <a:xfrm>
                    <a:off x="2826800" y="595188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0">
                <p14:nvContentPartPr>
                  <p14:cNvPr id="322" name="墨迹 321">
                    <a:extLst>
                      <a:ext uri="{FF2B5EF4-FFF2-40B4-BE49-F238E27FC236}">
                        <a16:creationId xmlns:a16="http://schemas.microsoft.com/office/drawing/2014/main" id="{FA311767-36A5-D67C-FC7C-E1493E0C7CC7}"/>
                      </a:ext>
                    </a:extLst>
                  </p14:cNvPr>
                  <p14:cNvContentPartPr/>
                  <p14:nvPr/>
                </p14:nvContentPartPr>
                <p14:xfrm>
                  <a:off x="3161960" y="5577127"/>
                  <a:ext cx="360" cy="360"/>
                </p14:xfrm>
              </p:contentPart>
            </mc:Choice>
            <mc:Fallback xmlns="">
              <p:pic>
                <p:nvPicPr>
                  <p:cNvPr id="322" name="墨迹 321">
                    <a:extLst>
                      <a:ext uri="{FF2B5EF4-FFF2-40B4-BE49-F238E27FC236}">
                        <a16:creationId xmlns:a16="http://schemas.microsoft.com/office/drawing/2014/main" id="{FA311767-36A5-D67C-FC7C-E1493E0C7CC7}"/>
                      </a:ext>
                    </a:extLst>
                  </p:cNvPr>
                  <p:cNvPicPr/>
                  <p:nvPr/>
                </p:nvPicPr>
                <p:blipFill>
                  <a:blip r:embed="rId209"/>
                  <a:stretch>
                    <a:fillRect/>
                  </a:stretch>
                </p:blipFill>
                <p:spPr>
                  <a:xfrm>
                    <a:off x="3144320" y="554148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1">
                <p14:nvContentPartPr>
                  <p14:cNvPr id="323" name="墨迹 322">
                    <a:extLst>
                      <a:ext uri="{FF2B5EF4-FFF2-40B4-BE49-F238E27FC236}">
                        <a16:creationId xmlns:a16="http://schemas.microsoft.com/office/drawing/2014/main" id="{029C4126-47FA-0C60-150A-90EFA457BA81}"/>
                      </a:ext>
                    </a:extLst>
                  </p14:cNvPr>
                  <p14:cNvContentPartPr/>
                  <p14:nvPr/>
                </p14:nvContentPartPr>
                <p14:xfrm>
                  <a:off x="3185360" y="5560207"/>
                  <a:ext cx="360" cy="360"/>
                </p14:xfrm>
              </p:contentPart>
            </mc:Choice>
            <mc:Fallback xmlns="">
              <p:pic>
                <p:nvPicPr>
                  <p:cNvPr id="323" name="墨迹 322">
                    <a:extLst>
                      <a:ext uri="{FF2B5EF4-FFF2-40B4-BE49-F238E27FC236}">
                        <a16:creationId xmlns:a16="http://schemas.microsoft.com/office/drawing/2014/main" id="{029C4126-47FA-0C60-150A-90EFA457BA81}"/>
                      </a:ext>
                    </a:extLst>
                  </p:cNvPr>
                  <p:cNvPicPr/>
                  <p:nvPr/>
                </p:nvPicPr>
                <p:blipFill>
                  <a:blip r:embed="rId209"/>
                  <a:stretch>
                    <a:fillRect/>
                  </a:stretch>
                </p:blipFill>
                <p:spPr>
                  <a:xfrm>
                    <a:off x="3167720" y="5524567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869377ED-D5FE-F1F4-4BB7-BEC0B3D9BE02}"/>
                    </a:ext>
                  </a:extLst>
                </p:cNvPr>
                <p:cNvSpPr txBox="1"/>
                <p:nvPr/>
              </p:nvSpPr>
              <p:spPr>
                <a:xfrm>
                  <a:off x="2738967" y="4516967"/>
                  <a:ext cx="3499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5" name="文本框 324">
                  <a:extLst>
                    <a:ext uri="{FF2B5EF4-FFF2-40B4-BE49-F238E27FC236}">
                      <a16:creationId xmlns:a16="http://schemas.microsoft.com/office/drawing/2014/main" id="{869377ED-D5FE-F1F4-4BB7-BEC0B3D9B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967" y="4516967"/>
                  <a:ext cx="349968" cy="276999"/>
                </a:xfrm>
                <a:prstGeom prst="rect">
                  <a:avLst/>
                </a:prstGeom>
                <a:blipFill>
                  <a:blip r:embed="rId212"/>
                  <a:stretch>
                    <a:fillRect l="-8621" r="-1724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271DA555-1708-8598-94F5-55619DC91C8B}"/>
                    </a:ext>
                  </a:extLst>
                </p:cNvPr>
                <p:cNvSpPr txBox="1"/>
                <p:nvPr/>
              </p:nvSpPr>
              <p:spPr>
                <a:xfrm>
                  <a:off x="1786467" y="6054298"/>
                  <a:ext cx="3472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7" name="文本框 326">
                  <a:extLst>
                    <a:ext uri="{FF2B5EF4-FFF2-40B4-BE49-F238E27FC236}">
                      <a16:creationId xmlns:a16="http://schemas.microsoft.com/office/drawing/2014/main" id="{271DA555-1708-8598-94F5-55619DC91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6467" y="6054298"/>
                  <a:ext cx="347210" cy="276999"/>
                </a:xfrm>
                <a:prstGeom prst="rect">
                  <a:avLst/>
                </a:prstGeom>
                <a:blipFill>
                  <a:blip r:embed="rId213"/>
                  <a:stretch>
                    <a:fillRect l="-8772" r="-1754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文本框 328">
                  <a:extLst>
                    <a:ext uri="{FF2B5EF4-FFF2-40B4-BE49-F238E27FC236}">
                      <a16:creationId xmlns:a16="http://schemas.microsoft.com/office/drawing/2014/main" id="{BA230FE8-95ED-3852-4925-BFF2A53161D8}"/>
                    </a:ext>
                  </a:extLst>
                </p:cNvPr>
                <p:cNvSpPr txBox="1"/>
                <p:nvPr/>
              </p:nvSpPr>
              <p:spPr>
                <a:xfrm>
                  <a:off x="3589867" y="6060933"/>
                  <a:ext cx="360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9" name="文本框 328">
                  <a:extLst>
                    <a:ext uri="{FF2B5EF4-FFF2-40B4-BE49-F238E27FC236}">
                      <a16:creationId xmlns:a16="http://schemas.microsoft.com/office/drawing/2014/main" id="{BA230FE8-95ED-3852-4925-BFF2A5316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867" y="6060933"/>
                  <a:ext cx="360420" cy="276999"/>
                </a:xfrm>
                <a:prstGeom prst="rect">
                  <a:avLst/>
                </a:prstGeom>
                <a:blipFill>
                  <a:blip r:embed="rId214"/>
                  <a:stretch>
                    <a:fillRect l="-8475" r="-3390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8" name="组合 547">
            <a:extLst>
              <a:ext uri="{FF2B5EF4-FFF2-40B4-BE49-F238E27FC236}">
                <a16:creationId xmlns:a16="http://schemas.microsoft.com/office/drawing/2014/main" id="{1E7499C5-2AFE-799C-B139-1C4A8827E0D7}"/>
              </a:ext>
            </a:extLst>
          </p:cNvPr>
          <p:cNvGrpSpPr/>
          <p:nvPr/>
        </p:nvGrpSpPr>
        <p:grpSpPr>
          <a:xfrm>
            <a:off x="4021619" y="4943271"/>
            <a:ext cx="833436" cy="1111027"/>
            <a:chOff x="4041775" y="5088184"/>
            <a:chExt cx="833436" cy="1111027"/>
          </a:xfrm>
        </p:grpSpPr>
        <p:grpSp>
          <p:nvGrpSpPr>
            <p:cNvPr id="532" name="组合 531">
              <a:extLst>
                <a:ext uri="{FF2B5EF4-FFF2-40B4-BE49-F238E27FC236}">
                  <a16:creationId xmlns:a16="http://schemas.microsoft.com/office/drawing/2014/main" id="{B32C7784-2636-0852-B872-DE629678097C}"/>
                </a:ext>
              </a:extLst>
            </p:cNvPr>
            <p:cNvGrpSpPr/>
            <p:nvPr/>
          </p:nvGrpSpPr>
          <p:grpSpPr>
            <a:xfrm>
              <a:off x="4041775" y="5118100"/>
              <a:ext cx="260350" cy="146050"/>
              <a:chOff x="4041775" y="5118100"/>
              <a:chExt cx="260350" cy="146050"/>
            </a:xfrm>
          </p:grpSpPr>
          <p:sp>
            <p:nvSpPr>
              <p:cNvPr id="422" name="矩形 421">
                <a:extLst>
                  <a:ext uri="{FF2B5EF4-FFF2-40B4-BE49-F238E27FC236}">
                    <a16:creationId xmlns:a16="http://schemas.microsoft.com/office/drawing/2014/main" id="{1CD7C1D1-575F-1F21-DF81-1970B461DFF4}"/>
                  </a:ext>
                </a:extLst>
              </p:cNvPr>
              <p:cNvSpPr/>
              <p:nvPr/>
            </p:nvSpPr>
            <p:spPr>
              <a:xfrm>
                <a:off x="4041775" y="5118100"/>
                <a:ext cx="260350" cy="1460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15">
                <p14:nvContentPartPr>
                  <p14:cNvPr id="443" name="墨迹 442">
                    <a:extLst>
                      <a:ext uri="{FF2B5EF4-FFF2-40B4-BE49-F238E27FC236}">
                        <a16:creationId xmlns:a16="http://schemas.microsoft.com/office/drawing/2014/main" id="{5CDE5B1D-6F6B-5BDA-B880-CB9CDDC6F3E0}"/>
                      </a:ext>
                    </a:extLst>
                  </p14:cNvPr>
                  <p14:cNvContentPartPr/>
                  <p14:nvPr/>
                </p14:nvContentPartPr>
                <p14:xfrm>
                  <a:off x="4079730" y="5203600"/>
                  <a:ext cx="360" cy="360"/>
                </p14:xfrm>
              </p:contentPart>
            </mc:Choice>
            <mc:Fallback xmlns="">
              <p:pic>
                <p:nvPicPr>
                  <p:cNvPr id="443" name="墨迹 442">
                    <a:extLst>
                      <a:ext uri="{FF2B5EF4-FFF2-40B4-BE49-F238E27FC236}">
                        <a16:creationId xmlns:a16="http://schemas.microsoft.com/office/drawing/2014/main" id="{5CDE5B1D-6F6B-5BDA-B880-CB9CDDC6F3E0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4062090" y="5167960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6">
                <p14:nvContentPartPr>
                  <p14:cNvPr id="447" name="墨迹 446">
                    <a:extLst>
                      <a:ext uri="{FF2B5EF4-FFF2-40B4-BE49-F238E27FC236}">
                        <a16:creationId xmlns:a16="http://schemas.microsoft.com/office/drawing/2014/main" id="{B2FFE271-E7C1-9670-7A63-B801DB10E074}"/>
                      </a:ext>
                    </a:extLst>
                  </p14:cNvPr>
                  <p14:cNvContentPartPr/>
                  <p14:nvPr/>
                </p14:nvContentPartPr>
                <p14:xfrm>
                  <a:off x="4065158" y="5219493"/>
                  <a:ext cx="211680" cy="8280"/>
                </p14:xfrm>
              </p:contentPart>
            </mc:Choice>
            <mc:Fallback xmlns="">
              <p:pic>
                <p:nvPicPr>
                  <p:cNvPr id="447" name="墨迹 446">
                    <a:extLst>
                      <a:ext uri="{FF2B5EF4-FFF2-40B4-BE49-F238E27FC236}">
                        <a16:creationId xmlns:a16="http://schemas.microsoft.com/office/drawing/2014/main" id="{B2FFE271-E7C1-9670-7A63-B801DB10E074}"/>
                      </a:ext>
                    </a:extLst>
                  </p:cNvPr>
                  <p:cNvPicPr/>
                  <p:nvPr/>
                </p:nvPicPr>
                <p:blipFill>
                  <a:blip r:embed="rId217"/>
                  <a:stretch>
                    <a:fillRect/>
                  </a:stretch>
                </p:blipFill>
                <p:spPr>
                  <a:xfrm>
                    <a:off x="4047518" y="5183493"/>
                    <a:ext cx="24732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8">
                <p14:nvContentPartPr>
                  <p14:cNvPr id="513" name="墨迹 512">
                    <a:extLst>
                      <a:ext uri="{FF2B5EF4-FFF2-40B4-BE49-F238E27FC236}">
                        <a16:creationId xmlns:a16="http://schemas.microsoft.com/office/drawing/2014/main" id="{78B102A3-118B-CBA9-F51E-044B28790F75}"/>
                      </a:ext>
                    </a:extLst>
                  </p14:cNvPr>
                  <p14:cNvContentPartPr/>
                  <p14:nvPr/>
                </p14:nvContentPartPr>
                <p14:xfrm>
                  <a:off x="4068758" y="5159013"/>
                  <a:ext cx="213120" cy="3600"/>
                </p14:xfrm>
              </p:contentPart>
            </mc:Choice>
            <mc:Fallback xmlns="">
              <p:pic>
                <p:nvPicPr>
                  <p:cNvPr id="513" name="墨迹 512">
                    <a:extLst>
                      <a:ext uri="{FF2B5EF4-FFF2-40B4-BE49-F238E27FC236}">
                        <a16:creationId xmlns:a16="http://schemas.microsoft.com/office/drawing/2014/main" id="{78B102A3-118B-CBA9-F51E-044B28790F75}"/>
                      </a:ext>
                    </a:extLst>
                  </p:cNvPr>
                  <p:cNvPicPr/>
                  <p:nvPr/>
                </p:nvPicPr>
                <p:blipFill>
                  <a:blip r:embed="rId219"/>
                  <a:stretch>
                    <a:fillRect/>
                  </a:stretch>
                </p:blipFill>
                <p:spPr>
                  <a:xfrm>
                    <a:off x="4050758" y="5123373"/>
                    <a:ext cx="248760" cy="75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3" name="组合 532">
              <a:extLst>
                <a:ext uri="{FF2B5EF4-FFF2-40B4-BE49-F238E27FC236}">
                  <a16:creationId xmlns:a16="http://schemas.microsoft.com/office/drawing/2014/main" id="{C943603B-D4B4-0F76-FE8A-D69374DA69D6}"/>
                </a:ext>
              </a:extLst>
            </p:cNvPr>
            <p:cNvGrpSpPr/>
            <p:nvPr/>
          </p:nvGrpSpPr>
          <p:grpSpPr>
            <a:xfrm>
              <a:off x="4041775" y="5341937"/>
              <a:ext cx="260350" cy="146050"/>
              <a:chOff x="4041775" y="5341937"/>
              <a:chExt cx="260350" cy="146050"/>
            </a:xfrm>
          </p:grpSpPr>
          <p:sp>
            <p:nvSpPr>
              <p:cNvPr id="426" name="矩形 425">
                <a:extLst>
                  <a:ext uri="{FF2B5EF4-FFF2-40B4-BE49-F238E27FC236}">
                    <a16:creationId xmlns:a16="http://schemas.microsoft.com/office/drawing/2014/main" id="{EE57CEAC-4BBB-7FC5-A3E7-04E0836C018F}"/>
                  </a:ext>
                </a:extLst>
              </p:cNvPr>
              <p:cNvSpPr/>
              <p:nvPr/>
            </p:nvSpPr>
            <p:spPr>
              <a:xfrm>
                <a:off x="4041775" y="5341937"/>
                <a:ext cx="260350" cy="1460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20">
                <p14:nvContentPartPr>
                  <p14:cNvPr id="515" name="墨迹 514">
                    <a:extLst>
                      <a:ext uri="{FF2B5EF4-FFF2-40B4-BE49-F238E27FC236}">
                        <a16:creationId xmlns:a16="http://schemas.microsoft.com/office/drawing/2014/main" id="{526D11A5-7D45-973C-5B41-FD0F933A0C44}"/>
                      </a:ext>
                    </a:extLst>
                  </p14:cNvPr>
                  <p14:cNvContentPartPr/>
                  <p14:nvPr/>
                </p14:nvContentPartPr>
                <p14:xfrm>
                  <a:off x="4060838" y="5446293"/>
                  <a:ext cx="219240" cy="2160"/>
                </p14:xfrm>
              </p:contentPart>
            </mc:Choice>
            <mc:Fallback xmlns="">
              <p:pic>
                <p:nvPicPr>
                  <p:cNvPr id="515" name="墨迹 514">
                    <a:extLst>
                      <a:ext uri="{FF2B5EF4-FFF2-40B4-BE49-F238E27FC236}">
                        <a16:creationId xmlns:a16="http://schemas.microsoft.com/office/drawing/2014/main" id="{526D11A5-7D45-973C-5B41-FD0F933A0C44}"/>
                      </a:ext>
                    </a:extLst>
                  </p:cNvPr>
                  <p:cNvPicPr/>
                  <p:nvPr/>
                </p:nvPicPr>
                <p:blipFill>
                  <a:blip r:embed="rId221"/>
                  <a:stretch>
                    <a:fillRect/>
                  </a:stretch>
                </p:blipFill>
                <p:spPr>
                  <a:xfrm>
                    <a:off x="4042838" y="5410653"/>
                    <a:ext cx="254880" cy="7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2">
                <p14:nvContentPartPr>
                  <p14:cNvPr id="517" name="墨迹 516">
                    <a:extLst>
                      <a:ext uri="{FF2B5EF4-FFF2-40B4-BE49-F238E27FC236}">
                        <a16:creationId xmlns:a16="http://schemas.microsoft.com/office/drawing/2014/main" id="{B4D62DFB-C1FA-3D94-F4A8-4F293967C332}"/>
                      </a:ext>
                    </a:extLst>
                  </p14:cNvPr>
                  <p14:cNvContentPartPr/>
                  <p14:nvPr/>
                </p14:nvContentPartPr>
                <p14:xfrm>
                  <a:off x="4057238" y="5382933"/>
                  <a:ext cx="227520" cy="3600"/>
                </p14:xfrm>
              </p:contentPart>
            </mc:Choice>
            <mc:Fallback xmlns="">
              <p:pic>
                <p:nvPicPr>
                  <p:cNvPr id="517" name="墨迹 516">
                    <a:extLst>
                      <a:ext uri="{FF2B5EF4-FFF2-40B4-BE49-F238E27FC236}">
                        <a16:creationId xmlns:a16="http://schemas.microsoft.com/office/drawing/2014/main" id="{B4D62DFB-C1FA-3D94-F4A8-4F293967C332}"/>
                      </a:ext>
                    </a:extLst>
                  </p:cNvPr>
                  <p:cNvPicPr/>
                  <p:nvPr/>
                </p:nvPicPr>
                <p:blipFill>
                  <a:blip r:embed="rId223"/>
                  <a:stretch>
                    <a:fillRect/>
                  </a:stretch>
                </p:blipFill>
                <p:spPr>
                  <a:xfrm>
                    <a:off x="4039598" y="5347293"/>
                    <a:ext cx="263160" cy="75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4" name="组合 533">
              <a:extLst>
                <a:ext uri="{FF2B5EF4-FFF2-40B4-BE49-F238E27FC236}">
                  <a16:creationId xmlns:a16="http://schemas.microsoft.com/office/drawing/2014/main" id="{C7E96B33-9267-08D7-8F4A-924BDB109E81}"/>
                </a:ext>
              </a:extLst>
            </p:cNvPr>
            <p:cNvGrpSpPr/>
            <p:nvPr/>
          </p:nvGrpSpPr>
          <p:grpSpPr>
            <a:xfrm>
              <a:off x="4041775" y="5565774"/>
              <a:ext cx="260350" cy="146050"/>
              <a:chOff x="4041775" y="5565774"/>
              <a:chExt cx="260350" cy="146050"/>
            </a:xfrm>
          </p:grpSpPr>
          <p:sp>
            <p:nvSpPr>
              <p:cNvPr id="429" name="矩形 428">
                <a:extLst>
                  <a:ext uri="{FF2B5EF4-FFF2-40B4-BE49-F238E27FC236}">
                    <a16:creationId xmlns:a16="http://schemas.microsoft.com/office/drawing/2014/main" id="{D8DE2FF4-B874-1E84-AF85-B2FBA303B336}"/>
                  </a:ext>
                </a:extLst>
              </p:cNvPr>
              <p:cNvSpPr/>
              <p:nvPr/>
            </p:nvSpPr>
            <p:spPr>
              <a:xfrm>
                <a:off x="4041775" y="5565774"/>
                <a:ext cx="260350" cy="1460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24">
                <p14:nvContentPartPr>
                  <p14:cNvPr id="518" name="墨迹 517">
                    <a:extLst>
                      <a:ext uri="{FF2B5EF4-FFF2-40B4-BE49-F238E27FC236}">
                        <a16:creationId xmlns:a16="http://schemas.microsoft.com/office/drawing/2014/main" id="{F0053465-B48C-F802-D20C-5AFEE7BF62BD}"/>
                      </a:ext>
                    </a:extLst>
                  </p14:cNvPr>
                  <p14:cNvContentPartPr/>
                  <p14:nvPr/>
                </p14:nvContentPartPr>
                <p14:xfrm>
                  <a:off x="4062278" y="5660493"/>
                  <a:ext cx="97920" cy="11520"/>
                </p14:xfrm>
              </p:contentPart>
            </mc:Choice>
            <mc:Fallback xmlns="">
              <p:pic>
                <p:nvPicPr>
                  <p:cNvPr id="518" name="墨迹 517">
                    <a:extLst>
                      <a:ext uri="{FF2B5EF4-FFF2-40B4-BE49-F238E27FC236}">
                        <a16:creationId xmlns:a16="http://schemas.microsoft.com/office/drawing/2014/main" id="{F0053465-B48C-F802-D20C-5AFEE7BF62BD}"/>
                      </a:ext>
                    </a:extLst>
                  </p:cNvPr>
                  <p:cNvPicPr/>
                  <p:nvPr/>
                </p:nvPicPr>
                <p:blipFill>
                  <a:blip r:embed="rId225"/>
                  <a:stretch>
                    <a:fillRect/>
                  </a:stretch>
                </p:blipFill>
                <p:spPr>
                  <a:xfrm>
                    <a:off x="4044278" y="5624853"/>
                    <a:ext cx="133560" cy="83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6">
                <p14:nvContentPartPr>
                  <p14:cNvPr id="520" name="墨迹 519">
                    <a:extLst>
                      <a:ext uri="{FF2B5EF4-FFF2-40B4-BE49-F238E27FC236}">
                        <a16:creationId xmlns:a16="http://schemas.microsoft.com/office/drawing/2014/main" id="{3259EDD0-563D-3528-E2D6-587CF3CC174D}"/>
                      </a:ext>
                    </a:extLst>
                  </p14:cNvPr>
                  <p14:cNvContentPartPr/>
                  <p14:nvPr/>
                </p14:nvContentPartPr>
                <p14:xfrm>
                  <a:off x="4119158" y="5668773"/>
                  <a:ext cx="154440" cy="2160"/>
                </p14:xfrm>
              </p:contentPart>
            </mc:Choice>
            <mc:Fallback xmlns="">
              <p:pic>
                <p:nvPicPr>
                  <p:cNvPr id="520" name="墨迹 519">
                    <a:extLst>
                      <a:ext uri="{FF2B5EF4-FFF2-40B4-BE49-F238E27FC236}">
                        <a16:creationId xmlns:a16="http://schemas.microsoft.com/office/drawing/2014/main" id="{3259EDD0-563D-3528-E2D6-587CF3CC174D}"/>
                      </a:ext>
                    </a:extLst>
                  </p:cNvPr>
                  <p:cNvPicPr/>
                  <p:nvPr/>
                </p:nvPicPr>
                <p:blipFill>
                  <a:blip r:embed="rId227"/>
                  <a:stretch>
                    <a:fillRect/>
                  </a:stretch>
                </p:blipFill>
                <p:spPr>
                  <a:xfrm>
                    <a:off x="4101518" y="5632773"/>
                    <a:ext cx="190080" cy="7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8">
                <p14:nvContentPartPr>
                  <p14:cNvPr id="522" name="墨迹 521">
                    <a:extLst>
                      <a:ext uri="{FF2B5EF4-FFF2-40B4-BE49-F238E27FC236}">
                        <a16:creationId xmlns:a16="http://schemas.microsoft.com/office/drawing/2014/main" id="{AD32F9EE-81D3-0663-C461-A20A7E5D162E}"/>
                      </a:ext>
                    </a:extLst>
                  </p14:cNvPr>
                  <p14:cNvContentPartPr/>
                  <p14:nvPr/>
                </p14:nvContentPartPr>
                <p14:xfrm>
                  <a:off x="4066958" y="5601813"/>
                  <a:ext cx="208080" cy="2160"/>
                </p14:xfrm>
              </p:contentPart>
            </mc:Choice>
            <mc:Fallback xmlns="">
              <p:pic>
                <p:nvPicPr>
                  <p:cNvPr id="522" name="墨迹 521">
                    <a:extLst>
                      <a:ext uri="{FF2B5EF4-FFF2-40B4-BE49-F238E27FC236}">
                        <a16:creationId xmlns:a16="http://schemas.microsoft.com/office/drawing/2014/main" id="{AD32F9EE-81D3-0663-C461-A20A7E5D162E}"/>
                      </a:ext>
                    </a:extLst>
                  </p:cNvPr>
                  <p:cNvPicPr/>
                  <p:nvPr/>
                </p:nvPicPr>
                <p:blipFill>
                  <a:blip r:embed="rId229"/>
                  <a:stretch>
                    <a:fillRect/>
                  </a:stretch>
                </p:blipFill>
                <p:spPr>
                  <a:xfrm>
                    <a:off x="4048958" y="5566173"/>
                    <a:ext cx="243720" cy="73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5" name="组合 534">
              <a:extLst>
                <a:ext uri="{FF2B5EF4-FFF2-40B4-BE49-F238E27FC236}">
                  <a16:creationId xmlns:a16="http://schemas.microsoft.com/office/drawing/2014/main" id="{F5C0FC17-46E1-A3EB-7DDD-D28FA3145195}"/>
                </a:ext>
              </a:extLst>
            </p:cNvPr>
            <p:cNvGrpSpPr/>
            <p:nvPr/>
          </p:nvGrpSpPr>
          <p:grpSpPr>
            <a:xfrm>
              <a:off x="4041775" y="5789611"/>
              <a:ext cx="260350" cy="146050"/>
              <a:chOff x="4041775" y="5789611"/>
              <a:chExt cx="260350" cy="146050"/>
            </a:xfrm>
          </p:grpSpPr>
          <p:sp>
            <p:nvSpPr>
              <p:cNvPr id="434" name="矩形 433">
                <a:extLst>
                  <a:ext uri="{FF2B5EF4-FFF2-40B4-BE49-F238E27FC236}">
                    <a16:creationId xmlns:a16="http://schemas.microsoft.com/office/drawing/2014/main" id="{39114A3E-7198-762C-CBCE-6D423695C4DD}"/>
                  </a:ext>
                </a:extLst>
              </p:cNvPr>
              <p:cNvSpPr/>
              <p:nvPr/>
            </p:nvSpPr>
            <p:spPr>
              <a:xfrm>
                <a:off x="4041775" y="5789611"/>
                <a:ext cx="260350" cy="1460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30">
                <p14:nvContentPartPr>
                  <p14:cNvPr id="524" name="墨迹 523">
                    <a:extLst>
                      <a:ext uri="{FF2B5EF4-FFF2-40B4-BE49-F238E27FC236}">
                        <a16:creationId xmlns:a16="http://schemas.microsoft.com/office/drawing/2014/main" id="{ECA0D663-0B20-CB51-90D4-E45B82A74CE6}"/>
                      </a:ext>
                    </a:extLst>
                  </p14:cNvPr>
                  <p14:cNvContentPartPr/>
                  <p14:nvPr/>
                </p14:nvContentPartPr>
                <p14:xfrm>
                  <a:off x="4055798" y="5830773"/>
                  <a:ext cx="225720" cy="2160"/>
                </p14:xfrm>
              </p:contentPart>
            </mc:Choice>
            <mc:Fallback xmlns="">
              <p:pic>
                <p:nvPicPr>
                  <p:cNvPr id="524" name="墨迹 523">
                    <a:extLst>
                      <a:ext uri="{FF2B5EF4-FFF2-40B4-BE49-F238E27FC236}">
                        <a16:creationId xmlns:a16="http://schemas.microsoft.com/office/drawing/2014/main" id="{ECA0D663-0B20-CB51-90D4-E45B82A74CE6}"/>
                      </a:ext>
                    </a:extLst>
                  </p:cNvPr>
                  <p:cNvPicPr/>
                  <p:nvPr/>
                </p:nvPicPr>
                <p:blipFill>
                  <a:blip r:embed="rId231"/>
                  <a:stretch>
                    <a:fillRect/>
                  </a:stretch>
                </p:blipFill>
                <p:spPr>
                  <a:xfrm>
                    <a:off x="4038158" y="5794773"/>
                    <a:ext cx="261360" cy="73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2">
                <p14:nvContentPartPr>
                  <p14:cNvPr id="526" name="墨迹 525">
                    <a:extLst>
                      <a:ext uri="{FF2B5EF4-FFF2-40B4-BE49-F238E27FC236}">
                        <a16:creationId xmlns:a16="http://schemas.microsoft.com/office/drawing/2014/main" id="{72A2C7BA-341F-A7CD-079B-9D223030B400}"/>
                      </a:ext>
                    </a:extLst>
                  </p14:cNvPr>
                  <p14:cNvContentPartPr/>
                  <p14:nvPr/>
                </p14:nvContentPartPr>
                <p14:xfrm>
                  <a:off x="4060838" y="5897373"/>
                  <a:ext cx="221040" cy="1800"/>
                </p14:xfrm>
              </p:contentPart>
            </mc:Choice>
            <mc:Fallback xmlns="">
              <p:pic>
                <p:nvPicPr>
                  <p:cNvPr id="526" name="墨迹 525">
                    <a:extLst>
                      <a:ext uri="{FF2B5EF4-FFF2-40B4-BE49-F238E27FC236}">
                        <a16:creationId xmlns:a16="http://schemas.microsoft.com/office/drawing/2014/main" id="{72A2C7BA-341F-A7CD-079B-9D223030B400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4042838" y="5861373"/>
                    <a:ext cx="256680" cy="734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36" name="组合 535">
              <a:extLst>
                <a:ext uri="{FF2B5EF4-FFF2-40B4-BE49-F238E27FC236}">
                  <a16:creationId xmlns:a16="http://schemas.microsoft.com/office/drawing/2014/main" id="{ED59E56A-AF65-0C89-EF59-258B2CF33CD8}"/>
                </a:ext>
              </a:extLst>
            </p:cNvPr>
            <p:cNvGrpSpPr/>
            <p:nvPr/>
          </p:nvGrpSpPr>
          <p:grpSpPr>
            <a:xfrm>
              <a:off x="4041775" y="6013450"/>
              <a:ext cx="260350" cy="146050"/>
              <a:chOff x="4041775" y="6013450"/>
              <a:chExt cx="260350" cy="146050"/>
            </a:xfrm>
          </p:grpSpPr>
          <p:sp>
            <p:nvSpPr>
              <p:cNvPr id="432" name="矩形 431">
                <a:extLst>
                  <a:ext uri="{FF2B5EF4-FFF2-40B4-BE49-F238E27FC236}">
                    <a16:creationId xmlns:a16="http://schemas.microsoft.com/office/drawing/2014/main" id="{6AEA2C67-1FAA-9DD6-6AEF-522056393DED}"/>
                  </a:ext>
                </a:extLst>
              </p:cNvPr>
              <p:cNvSpPr/>
              <p:nvPr/>
            </p:nvSpPr>
            <p:spPr>
              <a:xfrm>
                <a:off x="4041775" y="6013450"/>
                <a:ext cx="260350" cy="1460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34">
                <p14:nvContentPartPr>
                  <p14:cNvPr id="528" name="墨迹 527">
                    <a:extLst>
                      <a:ext uri="{FF2B5EF4-FFF2-40B4-BE49-F238E27FC236}">
                        <a16:creationId xmlns:a16="http://schemas.microsoft.com/office/drawing/2014/main" id="{58DC8556-8006-CF00-0659-2B294B012560}"/>
                      </a:ext>
                    </a:extLst>
                  </p14:cNvPr>
                  <p14:cNvContentPartPr/>
                  <p14:nvPr/>
                </p14:nvContentPartPr>
                <p14:xfrm>
                  <a:off x="4057238" y="6122823"/>
                  <a:ext cx="200520" cy="3600"/>
                </p14:xfrm>
              </p:contentPart>
            </mc:Choice>
            <mc:Fallback xmlns="">
              <p:pic>
                <p:nvPicPr>
                  <p:cNvPr id="528" name="墨迹 527">
                    <a:extLst>
                      <a:ext uri="{FF2B5EF4-FFF2-40B4-BE49-F238E27FC236}">
                        <a16:creationId xmlns:a16="http://schemas.microsoft.com/office/drawing/2014/main" id="{58DC8556-8006-CF00-0659-2B294B012560}"/>
                      </a:ext>
                    </a:extLst>
                  </p:cNvPr>
                  <p:cNvPicPr/>
                  <p:nvPr/>
                </p:nvPicPr>
                <p:blipFill>
                  <a:blip r:embed="rId235"/>
                  <a:stretch>
                    <a:fillRect/>
                  </a:stretch>
                </p:blipFill>
                <p:spPr>
                  <a:xfrm>
                    <a:off x="4039598" y="6086823"/>
                    <a:ext cx="236160" cy="75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6">
                <p14:nvContentPartPr>
                  <p14:cNvPr id="530" name="墨迹 529">
                    <a:extLst>
                      <a:ext uri="{FF2B5EF4-FFF2-40B4-BE49-F238E27FC236}">
                        <a16:creationId xmlns:a16="http://schemas.microsoft.com/office/drawing/2014/main" id="{B1E72309-A250-A26C-C990-6B57076AD6EF}"/>
                      </a:ext>
                    </a:extLst>
                  </p14:cNvPr>
                  <p14:cNvContentPartPr/>
                  <p14:nvPr/>
                </p14:nvContentPartPr>
                <p14:xfrm>
                  <a:off x="4068758" y="6054423"/>
                  <a:ext cx="211320" cy="1800"/>
                </p14:xfrm>
              </p:contentPart>
            </mc:Choice>
            <mc:Fallback xmlns="">
              <p:pic>
                <p:nvPicPr>
                  <p:cNvPr id="530" name="墨迹 529">
                    <a:extLst>
                      <a:ext uri="{FF2B5EF4-FFF2-40B4-BE49-F238E27FC236}">
                        <a16:creationId xmlns:a16="http://schemas.microsoft.com/office/drawing/2014/main" id="{B1E72309-A250-A26C-C990-6B57076AD6EF}"/>
                      </a:ext>
                    </a:extLst>
                  </p:cNvPr>
                  <p:cNvPicPr/>
                  <p:nvPr/>
                </p:nvPicPr>
                <p:blipFill>
                  <a:blip r:embed="rId237"/>
                  <a:stretch>
                    <a:fillRect/>
                  </a:stretch>
                </p:blipFill>
                <p:spPr>
                  <a:xfrm>
                    <a:off x="4050758" y="6018783"/>
                    <a:ext cx="246960" cy="73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8">
                <p14:nvContentPartPr>
                  <p14:cNvPr id="531" name="墨迹 530">
                    <a:extLst>
                      <a:ext uri="{FF2B5EF4-FFF2-40B4-BE49-F238E27FC236}">
                        <a16:creationId xmlns:a16="http://schemas.microsoft.com/office/drawing/2014/main" id="{485FAE04-729B-6365-A96E-83ECDF4D2607}"/>
                      </a:ext>
                    </a:extLst>
                  </p14:cNvPr>
                  <p14:cNvContentPartPr/>
                  <p14:nvPr/>
                </p14:nvContentPartPr>
                <p14:xfrm>
                  <a:off x="4282958" y="6119583"/>
                  <a:ext cx="360" cy="360"/>
                </p14:xfrm>
              </p:contentPart>
            </mc:Choice>
            <mc:Fallback xmlns="">
              <p:pic>
                <p:nvPicPr>
                  <p:cNvPr id="531" name="墨迹 530">
                    <a:extLst>
                      <a:ext uri="{FF2B5EF4-FFF2-40B4-BE49-F238E27FC236}">
                        <a16:creationId xmlns:a16="http://schemas.microsoft.com/office/drawing/2014/main" id="{485FAE04-729B-6365-A96E-83ECDF4D2607}"/>
                      </a:ext>
                    </a:extLst>
                  </p:cNvPr>
                  <p:cNvPicPr/>
                  <p:nvPr/>
                </p:nvPicPr>
                <p:blipFill>
                  <a:blip r:embed="rId179"/>
                  <a:stretch>
                    <a:fillRect/>
                  </a:stretch>
                </p:blipFill>
                <p:spPr>
                  <a:xfrm>
                    <a:off x="4264958" y="6083943"/>
                    <a:ext cx="36000" cy="72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37" name="文本框 536">
              <a:extLst>
                <a:ext uri="{FF2B5EF4-FFF2-40B4-BE49-F238E27FC236}">
                  <a16:creationId xmlns:a16="http://schemas.microsoft.com/office/drawing/2014/main" id="{E1945AA7-589C-FF6F-CCF1-59CE239A788B}"/>
                </a:ext>
              </a:extLst>
            </p:cNvPr>
            <p:cNvSpPr txBox="1"/>
            <p:nvPr/>
          </p:nvSpPr>
          <p:spPr>
            <a:xfrm>
              <a:off x="4375147" y="5088184"/>
              <a:ext cx="5000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/>
                <a:t>方案</a:t>
              </a:r>
              <a:r>
                <a:rPr lang="en-US" altLang="zh-CN" sz="900" dirty="0"/>
                <a:t>A</a:t>
              </a:r>
              <a:endParaRPr lang="zh-CN" altLang="en-US" sz="900" dirty="0"/>
            </a:p>
          </p:txBody>
        </p:sp>
        <p:sp>
          <p:nvSpPr>
            <p:cNvPr id="539" name="文本框 538">
              <a:extLst>
                <a:ext uri="{FF2B5EF4-FFF2-40B4-BE49-F238E27FC236}">
                  <a16:creationId xmlns:a16="http://schemas.microsoft.com/office/drawing/2014/main" id="{DEB6C1B5-7838-3A33-3C64-0D728092BD05}"/>
                </a:ext>
              </a:extLst>
            </p:cNvPr>
            <p:cNvSpPr txBox="1"/>
            <p:nvPr/>
          </p:nvSpPr>
          <p:spPr>
            <a:xfrm>
              <a:off x="4375148" y="5295885"/>
              <a:ext cx="5000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/>
                <a:t>方案</a:t>
              </a:r>
              <a:r>
                <a:rPr lang="en-US" altLang="zh-CN" sz="900" dirty="0"/>
                <a:t>B</a:t>
              </a:r>
              <a:endParaRPr lang="zh-CN" altLang="en-US" sz="900" dirty="0"/>
            </a:p>
          </p:txBody>
        </p:sp>
        <p:sp>
          <p:nvSpPr>
            <p:cNvPr id="541" name="文本框 540">
              <a:extLst>
                <a:ext uri="{FF2B5EF4-FFF2-40B4-BE49-F238E27FC236}">
                  <a16:creationId xmlns:a16="http://schemas.microsoft.com/office/drawing/2014/main" id="{B0695145-309D-A3AB-B5E7-FC3F0DC8B86F}"/>
                </a:ext>
              </a:extLst>
            </p:cNvPr>
            <p:cNvSpPr txBox="1"/>
            <p:nvPr/>
          </p:nvSpPr>
          <p:spPr>
            <a:xfrm>
              <a:off x="4375148" y="5523383"/>
              <a:ext cx="5000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/>
                <a:t>方案</a:t>
              </a:r>
              <a:r>
                <a:rPr lang="en-US" altLang="zh-CN" sz="900" dirty="0"/>
                <a:t>C</a:t>
              </a:r>
              <a:endParaRPr lang="zh-CN" altLang="en-US" sz="900" dirty="0"/>
            </a:p>
          </p:txBody>
        </p:sp>
        <p:sp>
          <p:nvSpPr>
            <p:cNvPr id="543" name="文本框 542">
              <a:extLst>
                <a:ext uri="{FF2B5EF4-FFF2-40B4-BE49-F238E27FC236}">
                  <a16:creationId xmlns:a16="http://schemas.microsoft.com/office/drawing/2014/main" id="{FDDBF393-AB0C-148F-ED6B-C722F3568689}"/>
                </a:ext>
              </a:extLst>
            </p:cNvPr>
            <p:cNvSpPr txBox="1"/>
            <p:nvPr/>
          </p:nvSpPr>
          <p:spPr>
            <a:xfrm>
              <a:off x="4375148" y="5747548"/>
              <a:ext cx="5000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/>
                <a:t>方案</a:t>
              </a:r>
              <a:r>
                <a:rPr lang="en-US" altLang="zh-CN" sz="900" dirty="0"/>
                <a:t>D</a:t>
              </a:r>
              <a:endParaRPr lang="zh-CN" altLang="en-US" sz="900" dirty="0"/>
            </a:p>
          </p:txBody>
        </p:sp>
        <p:sp>
          <p:nvSpPr>
            <p:cNvPr id="547" name="文本框 546">
              <a:extLst>
                <a:ext uri="{FF2B5EF4-FFF2-40B4-BE49-F238E27FC236}">
                  <a16:creationId xmlns:a16="http://schemas.microsoft.com/office/drawing/2014/main" id="{9369C015-A9B6-E803-4969-6740FF97E510}"/>
                </a:ext>
              </a:extLst>
            </p:cNvPr>
            <p:cNvSpPr txBox="1"/>
            <p:nvPr/>
          </p:nvSpPr>
          <p:spPr>
            <a:xfrm>
              <a:off x="4375147" y="5968379"/>
              <a:ext cx="5000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/>
                <a:t>方案</a:t>
              </a:r>
              <a:r>
                <a:rPr lang="en-US" altLang="zh-CN" sz="900" dirty="0"/>
                <a:t>E</a:t>
              </a:r>
              <a:endParaRPr lang="zh-CN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033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3BDCCDE8-9EEA-1BA8-3766-5BD85D38F139}"/>
              </a:ext>
            </a:extLst>
          </p:cNvPr>
          <p:cNvGrpSpPr/>
          <p:nvPr/>
        </p:nvGrpSpPr>
        <p:grpSpPr>
          <a:xfrm>
            <a:off x="4374103" y="2176291"/>
            <a:ext cx="3571240" cy="2524760"/>
            <a:chOff x="4374103" y="2176291"/>
            <a:chExt cx="3571240" cy="252476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3EABF4E-9B7C-492D-819E-DFDB4B0D1A2F}"/>
                </a:ext>
              </a:extLst>
            </p:cNvPr>
            <p:cNvSpPr/>
            <p:nvPr/>
          </p:nvSpPr>
          <p:spPr>
            <a:xfrm>
              <a:off x="4374103" y="2176291"/>
              <a:ext cx="3571240" cy="25247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91EB7D0-7BE6-FD76-1291-FCD07E2EEFA6}"/>
                </a:ext>
              </a:extLst>
            </p:cNvPr>
            <p:cNvGrpSpPr/>
            <p:nvPr/>
          </p:nvGrpSpPr>
          <p:grpSpPr>
            <a:xfrm>
              <a:off x="4616673" y="3290843"/>
              <a:ext cx="2430906" cy="1355991"/>
              <a:chOff x="6903720" y="1261872"/>
              <a:chExt cx="2430906" cy="1355991"/>
            </a:xfrm>
          </p:grpSpPr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8FE4FAD1-A862-7CF9-A857-9CEC073D86F8}"/>
                  </a:ext>
                </a:extLst>
              </p:cNvPr>
              <p:cNvCxnSpPr/>
              <p:nvPr/>
            </p:nvCxnSpPr>
            <p:spPr>
              <a:xfrm flipV="1">
                <a:off x="7269480" y="1261872"/>
                <a:ext cx="0" cy="9235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9AA2C90F-DD91-7280-CF44-016FB017C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80" y="2185416"/>
                <a:ext cx="13045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8B30AD74-492C-376D-EAE8-757E2BF6A8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03720" y="2185416"/>
                <a:ext cx="365760" cy="3108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B470D4AE-9C5F-F741-A088-26B074CE44A8}"/>
                  </a:ext>
                </a:extLst>
              </p:cNvPr>
              <p:cNvSpPr/>
              <p:nvPr/>
            </p:nvSpPr>
            <p:spPr>
              <a:xfrm>
                <a:off x="7415784" y="1435608"/>
                <a:ext cx="1078992" cy="594360"/>
              </a:xfrm>
              <a:custGeom>
                <a:avLst/>
                <a:gdLst>
                  <a:gd name="csX0" fmla="*/ 0 w 1078992"/>
                  <a:gd name="csY0" fmla="*/ 0 h 594360"/>
                  <a:gd name="csX1" fmla="*/ 54864 w 1078992"/>
                  <a:gd name="csY1" fmla="*/ 9144 h 594360"/>
                  <a:gd name="csX2" fmla="*/ 109728 w 1078992"/>
                  <a:gd name="csY2" fmla="*/ 82296 h 594360"/>
                  <a:gd name="csX3" fmla="*/ 118872 w 1078992"/>
                  <a:gd name="csY3" fmla="*/ 137160 h 594360"/>
                  <a:gd name="csX4" fmla="*/ 155448 w 1078992"/>
                  <a:gd name="csY4" fmla="*/ 219456 h 594360"/>
                  <a:gd name="csX5" fmla="*/ 192024 w 1078992"/>
                  <a:gd name="csY5" fmla="*/ 228600 h 594360"/>
                  <a:gd name="csX6" fmla="*/ 338328 w 1078992"/>
                  <a:gd name="csY6" fmla="*/ 246888 h 594360"/>
                  <a:gd name="csX7" fmla="*/ 374904 w 1078992"/>
                  <a:gd name="csY7" fmla="*/ 310896 h 594360"/>
                  <a:gd name="csX8" fmla="*/ 393192 w 1078992"/>
                  <a:gd name="csY8" fmla="*/ 429768 h 594360"/>
                  <a:gd name="csX9" fmla="*/ 512064 w 1078992"/>
                  <a:gd name="csY9" fmla="*/ 457200 h 594360"/>
                  <a:gd name="csX10" fmla="*/ 722376 w 1078992"/>
                  <a:gd name="csY10" fmla="*/ 484632 h 594360"/>
                  <a:gd name="csX11" fmla="*/ 822960 w 1078992"/>
                  <a:gd name="csY11" fmla="*/ 448056 h 594360"/>
                  <a:gd name="csX12" fmla="*/ 877824 w 1078992"/>
                  <a:gd name="csY12" fmla="*/ 475488 h 594360"/>
                  <a:gd name="csX13" fmla="*/ 923544 w 1078992"/>
                  <a:gd name="csY13" fmla="*/ 530352 h 594360"/>
                  <a:gd name="csX14" fmla="*/ 1078992 w 1078992"/>
                  <a:gd name="csY14" fmla="*/ 594360 h 594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078992" h="594360">
                    <a:moveTo>
                      <a:pt x="0" y="0"/>
                    </a:moveTo>
                    <a:cubicBezTo>
                      <a:pt x="18288" y="3048"/>
                      <a:pt x="38588" y="266"/>
                      <a:pt x="54864" y="9144"/>
                    </a:cubicBezTo>
                    <a:cubicBezTo>
                      <a:pt x="87825" y="27123"/>
                      <a:pt x="102523" y="49872"/>
                      <a:pt x="109728" y="82296"/>
                    </a:cubicBezTo>
                    <a:cubicBezTo>
                      <a:pt x="113750" y="100395"/>
                      <a:pt x="114375" y="119173"/>
                      <a:pt x="118872" y="137160"/>
                    </a:cubicBezTo>
                    <a:cubicBezTo>
                      <a:pt x="121397" y="147261"/>
                      <a:pt x="137434" y="207447"/>
                      <a:pt x="155448" y="219456"/>
                    </a:cubicBezTo>
                    <a:cubicBezTo>
                      <a:pt x="165905" y="226427"/>
                      <a:pt x="179596" y="226736"/>
                      <a:pt x="192024" y="228600"/>
                    </a:cubicBezTo>
                    <a:cubicBezTo>
                      <a:pt x="240628" y="235891"/>
                      <a:pt x="289560" y="240792"/>
                      <a:pt x="338328" y="246888"/>
                    </a:cubicBezTo>
                    <a:cubicBezTo>
                      <a:pt x="350520" y="268224"/>
                      <a:pt x="367843" y="287359"/>
                      <a:pt x="374904" y="310896"/>
                    </a:cubicBezTo>
                    <a:cubicBezTo>
                      <a:pt x="386424" y="349295"/>
                      <a:pt x="365773" y="400521"/>
                      <a:pt x="393192" y="429768"/>
                    </a:cubicBezTo>
                    <a:cubicBezTo>
                      <a:pt x="421005" y="459435"/>
                      <a:pt x="472078" y="449795"/>
                      <a:pt x="512064" y="457200"/>
                    </a:cubicBezTo>
                    <a:cubicBezTo>
                      <a:pt x="578638" y="469529"/>
                      <a:pt x="654076" y="477043"/>
                      <a:pt x="722376" y="484632"/>
                    </a:cubicBezTo>
                    <a:cubicBezTo>
                      <a:pt x="734293" y="479865"/>
                      <a:pt x="813245" y="447246"/>
                      <a:pt x="822960" y="448056"/>
                    </a:cubicBezTo>
                    <a:cubicBezTo>
                      <a:pt x="843336" y="449754"/>
                      <a:pt x="859536" y="466344"/>
                      <a:pt x="877824" y="475488"/>
                    </a:cubicBezTo>
                    <a:cubicBezTo>
                      <a:pt x="893064" y="493776"/>
                      <a:pt x="902875" y="518541"/>
                      <a:pt x="923544" y="530352"/>
                    </a:cubicBezTo>
                    <a:cubicBezTo>
                      <a:pt x="1142790" y="655635"/>
                      <a:pt x="1027316" y="542684"/>
                      <a:pt x="1078992" y="594360"/>
                    </a:cubicBezTo>
                  </a:path>
                </a:pathLst>
              </a:cu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9CCC46E-A1C8-BDA1-AC05-33F3C548D36E}"/>
                  </a:ext>
                </a:extLst>
              </p:cNvPr>
              <p:cNvSpPr/>
              <p:nvPr/>
            </p:nvSpPr>
            <p:spPr>
              <a:xfrm>
                <a:off x="7498082" y="1417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E275A3A9-92AA-75E9-D137-AFC24D89B25F}"/>
                  </a:ext>
                </a:extLst>
              </p:cNvPr>
              <p:cNvSpPr/>
              <p:nvPr/>
            </p:nvSpPr>
            <p:spPr>
              <a:xfrm>
                <a:off x="7543801" y="160286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565C3770-5B3C-3115-8322-9E2C75FF9AB7}"/>
                  </a:ext>
                </a:extLst>
              </p:cNvPr>
              <p:cNvSpPr/>
              <p:nvPr/>
            </p:nvSpPr>
            <p:spPr>
              <a:xfrm>
                <a:off x="7746746" y="1655066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6E2F4AF9-8559-AAD9-CE1F-A92AB045526D}"/>
                  </a:ext>
                </a:extLst>
              </p:cNvPr>
              <p:cNvSpPr/>
              <p:nvPr/>
            </p:nvSpPr>
            <p:spPr>
              <a:xfrm>
                <a:off x="7792465" y="1837312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B3B1B5BB-ED31-955A-A540-726D6C913B45}"/>
                  </a:ext>
                </a:extLst>
              </p:cNvPr>
              <p:cNvSpPr/>
              <p:nvPr/>
            </p:nvSpPr>
            <p:spPr>
              <a:xfrm>
                <a:off x="8120760" y="188303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37B7FB6F-0991-9DC0-0062-F2D2422440F8}"/>
                  </a:ext>
                </a:extLst>
              </p:cNvPr>
              <p:cNvSpPr/>
              <p:nvPr/>
            </p:nvSpPr>
            <p:spPr>
              <a:xfrm>
                <a:off x="8238871" y="1860171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01A6C75B-3790-CB5C-0CE0-C56F63473045}"/>
                  </a:ext>
                </a:extLst>
              </p:cNvPr>
              <p:cNvSpPr/>
              <p:nvPr/>
            </p:nvSpPr>
            <p:spPr>
              <a:xfrm>
                <a:off x="7955280" y="1860170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321B6632-6F4C-5B96-BE63-E1797B9F8FD3}"/>
                  </a:ext>
                </a:extLst>
              </p:cNvPr>
              <p:cNvSpPr/>
              <p:nvPr/>
            </p:nvSpPr>
            <p:spPr>
              <a:xfrm>
                <a:off x="8330946" y="1930275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92556529-9284-3851-2F0A-74DE3142FC01}"/>
                  </a:ext>
                </a:extLst>
              </p:cNvPr>
              <p:cNvSpPr/>
              <p:nvPr/>
            </p:nvSpPr>
            <p:spPr>
              <a:xfrm>
                <a:off x="8471916" y="1979424"/>
                <a:ext cx="45719" cy="45719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383C7301-9643-5855-3AEF-84710BF35C5B}"/>
                      </a:ext>
                    </a:extLst>
                  </p:cNvPr>
                  <p:cNvSpPr txBox="1"/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68FF398C-4EAA-D44D-CF29-E1F789064D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6197" y="1261872"/>
                    <a:ext cx="30213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8367" r="-2041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F29B8190-D3FF-C6BB-6EF9-42606244731A}"/>
                      </a:ext>
                    </a:extLst>
                  </p:cNvPr>
                  <p:cNvSpPr txBox="1"/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7BBAAC14-7946-A242-DC35-CB38165CCA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7264" y="2340864"/>
                    <a:ext cx="32098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09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566FFC10-3B85-700C-5077-A95436A06489}"/>
                      </a:ext>
                    </a:extLst>
                  </p:cNvPr>
                  <p:cNvSpPr txBox="1"/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FD51991E-3A7D-F33A-D542-1E7446856A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1750" y="2063865"/>
                    <a:ext cx="30803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6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DB1A104-A2E8-7FB8-AC72-048B69956C8E}"/>
                  </a:ext>
                </a:extLst>
              </p:cNvPr>
              <p:cNvSpPr txBox="1"/>
              <p:nvPr/>
            </p:nvSpPr>
            <p:spPr>
              <a:xfrm>
                <a:off x="7709027" y="1348031"/>
                <a:ext cx="16255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Pareto</a:t>
                </a:r>
                <a:r>
                  <a:rPr lang="zh-CN" altLang="en-US" sz="1200" dirty="0">
                    <a:latin typeface="Cambria Math" panose="02040503050406030204" pitchFamily="18" charset="0"/>
                  </a:rPr>
                  <a:t>前沿</a:t>
                </a:r>
              </a:p>
            </p:txBody>
          </p:sp>
        </p:grp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AAFEA8-C43D-2820-9414-E69FEF83F31B}"/>
                </a:ext>
              </a:extLst>
            </p:cNvPr>
            <p:cNvSpPr/>
            <p:nvPr/>
          </p:nvSpPr>
          <p:spPr>
            <a:xfrm>
              <a:off x="6568758" y="2994339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多目标优化搜索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096DEB7-FE48-857E-71BB-990D7C07D5AB}"/>
                </a:ext>
              </a:extLst>
            </p:cNvPr>
            <p:cNvGrpSpPr/>
            <p:nvPr/>
          </p:nvGrpSpPr>
          <p:grpSpPr>
            <a:xfrm>
              <a:off x="6604254" y="2521618"/>
              <a:ext cx="1233550" cy="477473"/>
              <a:chOff x="4985353" y="2416619"/>
              <a:chExt cx="1233550" cy="47747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0B170522-ED27-6021-663F-3716EAD16499}"/>
                  </a:ext>
                </a:extLst>
              </p:cNvPr>
              <p:cNvGrpSpPr/>
              <p:nvPr/>
            </p:nvGrpSpPr>
            <p:grpSpPr>
              <a:xfrm>
                <a:off x="4985353" y="2416619"/>
                <a:ext cx="1233550" cy="298450"/>
                <a:chOff x="6097905" y="876698"/>
                <a:chExt cx="1233550" cy="298450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3835A9E3-D057-B642-6623-810A3A3CBB84}"/>
                    </a:ext>
                  </a:extLst>
                </p:cNvPr>
                <p:cNvGrpSpPr/>
                <p:nvPr/>
              </p:nvGrpSpPr>
              <p:grpSpPr>
                <a:xfrm>
                  <a:off x="609790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D13382A9-4878-4FBD-6424-6FAA5D89C10F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文本框 23">
                        <a:extLst>
                          <a:ext uri="{FF2B5EF4-FFF2-40B4-BE49-F238E27FC236}">
                            <a16:creationId xmlns:a16="http://schemas.microsoft.com/office/drawing/2014/main" id="{29D63DF3-9EEA-3E2D-CB86-216C98C4B77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208967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6" name="文本框 45">
                        <a:extLst>
                          <a:ext uri="{FF2B5EF4-FFF2-40B4-BE49-F238E27FC236}">
                            <a16:creationId xmlns:a16="http://schemas.microsoft.com/office/drawing/2014/main" id="{FECFEF92-3C18-EF9B-E524-44C4DA6538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208967" cy="276999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38235" t="-2222" r="-35294" b="-3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DFC0A79E-8E8E-B749-943D-54057594E7D2}"/>
                    </a:ext>
                  </a:extLst>
                </p:cNvPr>
                <p:cNvGrpSpPr/>
                <p:nvPr/>
              </p:nvGrpSpPr>
              <p:grpSpPr>
                <a:xfrm>
                  <a:off x="656545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22F92E8D-BEDF-BA33-E0D9-5FB013697F90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文本框 21">
                        <a:extLst>
                          <a:ext uri="{FF2B5EF4-FFF2-40B4-BE49-F238E27FC236}">
                            <a16:creationId xmlns:a16="http://schemas.microsoft.com/office/drawing/2014/main" id="{643FD2F8-FC91-DC1C-2C8D-605C45AB6B3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19107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4" name="文本框 43">
                        <a:extLst>
                          <a:ext uri="{FF2B5EF4-FFF2-40B4-BE49-F238E27FC236}">
                            <a16:creationId xmlns:a16="http://schemas.microsoft.com/office/drawing/2014/main" id="{690152AC-87B6-0597-5495-8506C3C9AA6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191078" cy="276999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9032" r="-25806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85FC3161-10F8-035C-3C09-0DA569C5A744}"/>
                    </a:ext>
                  </a:extLst>
                </p:cNvPr>
                <p:cNvGrpSpPr/>
                <p:nvPr/>
              </p:nvGrpSpPr>
              <p:grpSpPr>
                <a:xfrm>
                  <a:off x="7033005" y="876698"/>
                  <a:ext cx="298450" cy="298450"/>
                  <a:chOff x="6845679" y="1271146"/>
                  <a:chExt cx="298450" cy="298450"/>
                </a:xfrm>
              </p:grpSpPr>
              <p:sp>
                <p:nvSpPr>
                  <p:cNvPr id="19" name="椭圆 18">
                    <a:extLst>
                      <a:ext uri="{FF2B5EF4-FFF2-40B4-BE49-F238E27FC236}">
                        <a16:creationId xmlns:a16="http://schemas.microsoft.com/office/drawing/2014/main" id="{8FC46311-C56A-A926-E1E0-845CBFA5E388}"/>
                      </a:ext>
                    </a:extLst>
                  </p:cNvPr>
                  <p:cNvSpPr/>
                  <p:nvPr/>
                </p:nvSpPr>
                <p:spPr>
                  <a:xfrm>
                    <a:off x="6845679" y="1271146"/>
                    <a:ext cx="298450" cy="298450"/>
                  </a:xfrm>
                  <a:prstGeom prst="ellipse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文本框 19">
                        <a:extLst>
                          <a:ext uri="{FF2B5EF4-FFF2-40B4-BE49-F238E27FC236}">
                            <a16:creationId xmlns:a16="http://schemas.microsoft.com/office/drawing/2014/main" id="{723EA30D-14D7-0035-668A-EBCCBB0694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99401" y="1283098"/>
                        <a:ext cx="236475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42" name="文本框 41">
                        <a:extLst>
                          <a:ext uri="{FF2B5EF4-FFF2-40B4-BE49-F238E27FC236}">
                            <a16:creationId xmlns:a16="http://schemas.microsoft.com/office/drawing/2014/main" id="{9B348966-DC21-0526-C97E-1FC6C20195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99401" y="1283098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23684" r="-21053"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CA72B353-8243-E644-C6F2-E591D6A70CF3}"/>
                  </a:ext>
                </a:extLst>
              </p:cNvPr>
              <p:cNvCxnSpPr>
                <a:cxnSpLocks/>
                <a:stCxn id="23" idx="4"/>
              </p:cNvCxnSpPr>
              <p:nvPr/>
            </p:nvCxnSpPr>
            <p:spPr>
              <a:xfrm>
                <a:off x="5134578" y="2715069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FD87D0A9-B5F0-0DCC-A14D-3FDD060F44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2128" y="2715069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804EFE0-A7A3-EAAB-6E5E-57FC3FE08A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758" y="2705570"/>
                <a:ext cx="0" cy="1790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A714FAA-F9DC-F4B9-77D9-97A0A471C8F0}"/>
                </a:ext>
              </a:extLst>
            </p:cNvPr>
            <p:cNvSpPr txBox="1"/>
            <p:nvPr/>
          </p:nvSpPr>
          <p:spPr>
            <a:xfrm>
              <a:off x="7047579" y="3271974"/>
              <a:ext cx="279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AF30F40-C9D6-7F3D-54C2-CE8DBADB0860}"/>
                </a:ext>
              </a:extLst>
            </p:cNvPr>
            <p:cNvSpPr/>
            <p:nvPr/>
          </p:nvSpPr>
          <p:spPr>
            <a:xfrm>
              <a:off x="6560534" y="3623733"/>
              <a:ext cx="1304542" cy="324851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Chebyshev</a:t>
              </a:r>
              <a:r>
                <a:rPr lang="zh-CN" altLang="en-US" sz="1200" dirty="0"/>
                <a:t>准则</a:t>
              </a:r>
            </a:p>
          </p:txBody>
        </p:sp>
        <p:sp>
          <p:nvSpPr>
            <p:cNvPr id="14" name="箭头: 右 13">
              <a:extLst>
                <a:ext uri="{FF2B5EF4-FFF2-40B4-BE49-F238E27FC236}">
                  <a16:creationId xmlns:a16="http://schemas.microsoft.com/office/drawing/2014/main" id="{8E608039-EF2A-6AA6-F497-88C2A5C1AFF3}"/>
                </a:ext>
              </a:extLst>
            </p:cNvPr>
            <p:cNvSpPr/>
            <p:nvPr/>
          </p:nvSpPr>
          <p:spPr>
            <a:xfrm rot="5400000">
              <a:off x="7046290" y="4066813"/>
              <a:ext cx="308031" cy="257003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FC664E-8D2A-DD52-4401-9C901BADD7C7}"/>
                </a:ext>
              </a:extLst>
            </p:cNvPr>
            <p:cNvSpPr txBox="1"/>
            <p:nvPr/>
          </p:nvSpPr>
          <p:spPr>
            <a:xfrm>
              <a:off x="6753479" y="4324148"/>
              <a:ext cx="1153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综合方案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DB99D9A-1C06-9D6D-94C4-46F9EFC98521}"/>
                </a:ext>
              </a:extLst>
            </p:cNvPr>
            <p:cNvSpPr txBox="1"/>
            <p:nvPr/>
          </p:nvSpPr>
          <p:spPr>
            <a:xfrm>
              <a:off x="4516205" y="2220381"/>
              <a:ext cx="234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3 Pareto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多目标优化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D25A5DB-7488-FB92-AB40-EC26F876C575}"/>
              </a:ext>
            </a:extLst>
          </p:cNvPr>
          <p:cNvGrpSpPr/>
          <p:nvPr/>
        </p:nvGrpSpPr>
        <p:grpSpPr>
          <a:xfrm>
            <a:off x="813157" y="2502589"/>
            <a:ext cx="2112436" cy="615959"/>
            <a:chOff x="351144" y="3702975"/>
            <a:chExt cx="2112436" cy="615959"/>
          </a:xfrm>
        </p:grpSpPr>
        <p:sp>
          <p:nvSpPr>
            <p:cNvPr id="60" name="矩形: 单圆角 59">
              <a:extLst>
                <a:ext uri="{FF2B5EF4-FFF2-40B4-BE49-F238E27FC236}">
                  <a16:creationId xmlns:a16="http://schemas.microsoft.com/office/drawing/2014/main" id="{22BDF904-DDA0-D558-C431-4A975A842D2B}"/>
                </a:ext>
              </a:extLst>
            </p:cNvPr>
            <p:cNvSpPr/>
            <p:nvPr/>
          </p:nvSpPr>
          <p:spPr>
            <a:xfrm>
              <a:off x="1219696" y="3934860"/>
              <a:ext cx="122327" cy="371465"/>
            </a:xfrm>
            <a:prstGeom prst="round1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90036BD-2FAB-E271-CE11-F8BCCB9E0B1F}"/>
                </a:ext>
              </a:extLst>
            </p:cNvPr>
            <p:cNvSpPr/>
            <p:nvPr/>
          </p:nvSpPr>
          <p:spPr>
            <a:xfrm>
              <a:off x="1033760" y="3721495"/>
              <a:ext cx="521972" cy="22708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右大括号 61">
              <a:extLst>
                <a:ext uri="{FF2B5EF4-FFF2-40B4-BE49-F238E27FC236}">
                  <a16:creationId xmlns:a16="http://schemas.microsoft.com/office/drawing/2014/main" id="{9D13CA04-45C7-AD34-9BD3-2F72F0D119E7}"/>
                </a:ext>
              </a:extLst>
            </p:cNvPr>
            <p:cNvSpPr/>
            <p:nvPr/>
          </p:nvSpPr>
          <p:spPr>
            <a:xfrm>
              <a:off x="1619441" y="3721495"/>
              <a:ext cx="97081" cy="597439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E3DA04E-9DEE-680B-326F-7D3C87B57932}"/>
                </a:ext>
              </a:extLst>
            </p:cNvPr>
            <p:cNvSpPr txBox="1"/>
            <p:nvPr/>
          </p:nvSpPr>
          <p:spPr>
            <a:xfrm>
              <a:off x="367251" y="3702975"/>
              <a:ext cx="7445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歧管层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64A05804-26A0-2B8E-63FA-BE573D246AE2}"/>
                </a:ext>
              </a:extLst>
            </p:cNvPr>
            <p:cNvSpPr txBox="1"/>
            <p:nvPr/>
          </p:nvSpPr>
          <p:spPr>
            <a:xfrm>
              <a:off x="351144" y="4004965"/>
              <a:ext cx="11193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微通道层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8E5C26B0-5961-27B2-3FB4-37708A18E620}"/>
                    </a:ext>
                  </a:extLst>
                </p:cNvPr>
                <p:cNvSpPr txBox="1"/>
                <p:nvPr/>
              </p:nvSpPr>
              <p:spPr>
                <a:xfrm>
                  <a:off x="1747871" y="3792381"/>
                  <a:ext cx="71570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深高比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400" b="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a14:m>
                  <a:r>
                    <a:rPr lang="en-US" altLang="zh-CN" sz="1400" dirty="0"/>
                    <a:t>%</a:t>
                  </a:r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8E5C26B0-5961-27B2-3FB4-37708A18E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871" y="3792381"/>
                  <a:ext cx="715709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709" t="-2817" r="-2564" b="-239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49A0FD7-2014-3E8A-ABB7-4C11698C024A}"/>
              </a:ext>
            </a:extLst>
          </p:cNvPr>
          <p:cNvGrpSpPr/>
          <p:nvPr/>
        </p:nvGrpSpPr>
        <p:grpSpPr>
          <a:xfrm>
            <a:off x="1086339" y="3367790"/>
            <a:ext cx="2107949" cy="804149"/>
            <a:chOff x="1086339" y="3367790"/>
            <a:chExt cx="2107949" cy="804149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A4CDB9D-789F-760D-EEE4-9D1DBA7799BF}"/>
                </a:ext>
              </a:extLst>
            </p:cNvPr>
            <p:cNvSpPr/>
            <p:nvPr/>
          </p:nvSpPr>
          <p:spPr>
            <a:xfrm flipV="1">
              <a:off x="1181349" y="3517805"/>
              <a:ext cx="230213" cy="230213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0AC0F0C-4131-B7F0-005F-4D605D5E4F0A}"/>
                </a:ext>
              </a:extLst>
            </p:cNvPr>
            <p:cNvCxnSpPr/>
            <p:nvPr/>
          </p:nvCxnSpPr>
          <p:spPr>
            <a:xfrm>
              <a:off x="1138767" y="3377002"/>
              <a:ext cx="10711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930EFE9-1FA1-0F3A-5786-4263E5D5C052}"/>
                </a:ext>
              </a:extLst>
            </p:cNvPr>
            <p:cNvCxnSpPr/>
            <p:nvPr/>
          </p:nvCxnSpPr>
          <p:spPr>
            <a:xfrm>
              <a:off x="1146150" y="3889141"/>
              <a:ext cx="10711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右大括号 71">
              <a:extLst>
                <a:ext uri="{FF2B5EF4-FFF2-40B4-BE49-F238E27FC236}">
                  <a16:creationId xmlns:a16="http://schemas.microsoft.com/office/drawing/2014/main" id="{93784FDD-3E37-FCF1-F465-44EC87634FF1}"/>
                </a:ext>
              </a:extLst>
            </p:cNvPr>
            <p:cNvSpPr/>
            <p:nvPr/>
          </p:nvSpPr>
          <p:spPr>
            <a:xfrm>
              <a:off x="2275637" y="3367790"/>
              <a:ext cx="98396" cy="521351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右大括号 73">
              <a:extLst>
                <a:ext uri="{FF2B5EF4-FFF2-40B4-BE49-F238E27FC236}">
                  <a16:creationId xmlns:a16="http://schemas.microsoft.com/office/drawing/2014/main" id="{F7ED1A56-004E-0F8B-9812-89F7DE13AB5B}"/>
                </a:ext>
              </a:extLst>
            </p:cNvPr>
            <p:cNvSpPr/>
            <p:nvPr/>
          </p:nvSpPr>
          <p:spPr>
            <a:xfrm>
              <a:off x="1469653" y="3531624"/>
              <a:ext cx="112418" cy="223649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F0E43082-ECEE-A8FB-1C6F-637D9EC5BB50}"/>
                </a:ext>
              </a:extLst>
            </p:cNvPr>
            <p:cNvSpPr txBox="1"/>
            <p:nvPr/>
          </p:nvSpPr>
          <p:spPr>
            <a:xfrm>
              <a:off x="1557865" y="3502806"/>
              <a:ext cx="813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针肋直径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6955998D-5509-1850-54C6-B727F487180B}"/>
                </a:ext>
              </a:extLst>
            </p:cNvPr>
            <p:cNvSpPr txBox="1"/>
            <p:nvPr/>
          </p:nvSpPr>
          <p:spPr>
            <a:xfrm>
              <a:off x="2381270" y="3427476"/>
              <a:ext cx="813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微通道</a:t>
              </a:r>
              <a:endParaRPr lang="en-US" altLang="zh-CN" sz="1200" dirty="0"/>
            </a:p>
            <a:p>
              <a:r>
                <a:rPr lang="zh-CN" altLang="en-US" sz="1200" dirty="0"/>
                <a:t>宽度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6BD6E8B7-9421-52B9-8498-331C31D1CB37}"/>
                    </a:ext>
                  </a:extLst>
                </p:cNvPr>
                <p:cNvSpPr txBox="1"/>
                <p:nvPr/>
              </p:nvSpPr>
              <p:spPr>
                <a:xfrm>
                  <a:off x="1086339" y="3956495"/>
                  <a:ext cx="1645487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直径</m:t>
                      </m:r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宽度比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1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a14:m>
                  <a:r>
                    <a:rPr lang="en-US" altLang="zh-CN" sz="1400" dirty="0"/>
                    <a:t>%</a:t>
                  </a:r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6BD6E8B7-9421-52B9-8498-331C31D1C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339" y="3956495"/>
                  <a:ext cx="1645487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5185" t="-25714" b="-5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BEDAE10-55F3-993A-9937-86A99DCCDC1F}"/>
              </a:ext>
            </a:extLst>
          </p:cNvPr>
          <p:cNvGrpSpPr/>
          <p:nvPr/>
        </p:nvGrpSpPr>
        <p:grpSpPr>
          <a:xfrm>
            <a:off x="1635558" y="4545755"/>
            <a:ext cx="2005109" cy="1287778"/>
            <a:chOff x="1635558" y="4545755"/>
            <a:chExt cx="2005109" cy="1287778"/>
          </a:xfrm>
        </p:grpSpPr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20110E4-66A7-2D08-A7D3-9E0637842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3332" y="4804833"/>
              <a:ext cx="0" cy="10287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B46181C9-CB58-D264-26CE-CF8C55A4B85E}"/>
                </a:ext>
              </a:extLst>
            </p:cNvPr>
            <p:cNvCxnSpPr>
              <a:cxnSpLocks/>
            </p:cNvCxnSpPr>
            <p:nvPr/>
          </p:nvCxnSpPr>
          <p:spPr>
            <a:xfrm>
              <a:off x="2033332" y="5833533"/>
              <a:ext cx="16073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13E6077B-8B86-0320-2A36-5093C2B34098}"/>
                    </a:ext>
                  </a:extLst>
                </p:cNvPr>
                <p:cNvSpPr txBox="1"/>
                <p:nvPr/>
              </p:nvSpPr>
              <p:spPr>
                <a:xfrm>
                  <a:off x="1652969" y="5212296"/>
                  <a:ext cx="30213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13E6077B-8B86-0320-2A36-5093C2B34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969" y="5212296"/>
                  <a:ext cx="30213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600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4F26C06A-85CC-6393-451E-EAA8BB72CCE4}"/>
                    </a:ext>
                  </a:extLst>
                </p:cNvPr>
                <p:cNvSpPr txBox="1"/>
                <p:nvPr/>
              </p:nvSpPr>
              <p:spPr>
                <a:xfrm>
                  <a:off x="1635558" y="5495501"/>
                  <a:ext cx="3209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4F26C06A-85CC-6393-451E-EAA8BB72C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558" y="5495501"/>
                  <a:ext cx="32098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5094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0A6E9D4-0142-DF00-3B9F-780C2642E9D9}"/>
                    </a:ext>
                  </a:extLst>
                </p:cNvPr>
                <p:cNvSpPr txBox="1"/>
                <p:nvPr/>
              </p:nvSpPr>
              <p:spPr>
                <a:xfrm>
                  <a:off x="1661177" y="4924563"/>
                  <a:ext cx="3080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E0A6E9D4-0142-DF00-3B9F-780C2642E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1177" y="4924563"/>
                  <a:ext cx="308033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8000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28E0CBDA-C832-0320-9AA8-A6411B0D8113}"/>
                </a:ext>
              </a:extLst>
            </p:cNvPr>
            <p:cNvSpPr/>
            <p:nvPr/>
          </p:nvSpPr>
          <p:spPr>
            <a:xfrm>
              <a:off x="2033332" y="5009866"/>
              <a:ext cx="708326" cy="141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E2DB5C27-9AB7-3D1E-64E5-231DD7178012}"/>
                </a:ext>
              </a:extLst>
            </p:cNvPr>
            <p:cNvSpPr/>
            <p:nvPr/>
          </p:nvSpPr>
          <p:spPr>
            <a:xfrm>
              <a:off x="2033331" y="5279893"/>
              <a:ext cx="1230567" cy="141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6BBC9DF3-56BB-CF09-A852-AF312680FADA}"/>
                </a:ext>
              </a:extLst>
            </p:cNvPr>
            <p:cNvSpPr/>
            <p:nvPr/>
          </p:nvSpPr>
          <p:spPr>
            <a:xfrm>
              <a:off x="2033331" y="5562691"/>
              <a:ext cx="620970" cy="14262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4A8A95CA-B41E-1B27-DF5E-0E3EF537DC55}"/>
                </a:ext>
              </a:extLst>
            </p:cNvPr>
            <p:cNvSpPr txBox="1"/>
            <p:nvPr/>
          </p:nvSpPr>
          <p:spPr>
            <a:xfrm>
              <a:off x="2275637" y="4545755"/>
              <a:ext cx="1140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相对敏感度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89AA7D78-DDB1-1A18-E40E-19B0F3036CCF}"/>
              </a:ext>
            </a:extLst>
          </p:cNvPr>
          <p:cNvGrpSpPr/>
          <p:nvPr/>
        </p:nvGrpSpPr>
        <p:grpSpPr>
          <a:xfrm>
            <a:off x="4571283" y="1319967"/>
            <a:ext cx="356616" cy="362490"/>
            <a:chOff x="3895344" y="972534"/>
            <a:chExt cx="356616" cy="362490"/>
          </a:xfrm>
        </p:grpSpPr>
        <p:sp>
          <p:nvSpPr>
            <p:cNvPr id="112" name="流程图: 磁盘 111">
              <a:extLst>
                <a:ext uri="{FF2B5EF4-FFF2-40B4-BE49-F238E27FC236}">
                  <a16:creationId xmlns:a16="http://schemas.microsoft.com/office/drawing/2014/main" id="{BF70A0B4-A830-1123-E5AB-5CACA0D9D2F4}"/>
                </a:ext>
              </a:extLst>
            </p:cNvPr>
            <p:cNvSpPr/>
            <p:nvPr/>
          </p:nvSpPr>
          <p:spPr>
            <a:xfrm>
              <a:off x="3895344" y="1179576"/>
              <a:ext cx="356616" cy="155448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流程图: 磁盘 113">
              <a:extLst>
                <a:ext uri="{FF2B5EF4-FFF2-40B4-BE49-F238E27FC236}">
                  <a16:creationId xmlns:a16="http://schemas.microsoft.com/office/drawing/2014/main" id="{441620BB-0040-744B-F744-362EFD30D342}"/>
                </a:ext>
              </a:extLst>
            </p:cNvPr>
            <p:cNvSpPr/>
            <p:nvPr/>
          </p:nvSpPr>
          <p:spPr>
            <a:xfrm>
              <a:off x="3895344" y="1076388"/>
              <a:ext cx="356616" cy="155448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流程图: 磁盘 115">
              <a:extLst>
                <a:ext uri="{FF2B5EF4-FFF2-40B4-BE49-F238E27FC236}">
                  <a16:creationId xmlns:a16="http://schemas.microsoft.com/office/drawing/2014/main" id="{646983DC-B284-1FA9-54B9-09AB8A827F23}"/>
                </a:ext>
              </a:extLst>
            </p:cNvPr>
            <p:cNvSpPr/>
            <p:nvPr/>
          </p:nvSpPr>
          <p:spPr>
            <a:xfrm>
              <a:off x="3895344" y="972534"/>
              <a:ext cx="356616" cy="155448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425B38D1-4B5C-D281-281A-F3E728F68779}"/>
              </a:ext>
            </a:extLst>
          </p:cNvPr>
          <p:cNvGrpSpPr/>
          <p:nvPr/>
        </p:nvGrpSpPr>
        <p:grpSpPr>
          <a:xfrm>
            <a:off x="5111202" y="1275713"/>
            <a:ext cx="495640" cy="495640"/>
            <a:chOff x="5214894" y="1023611"/>
            <a:chExt cx="643805" cy="643805"/>
          </a:xfrm>
        </p:grpSpPr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1B3BDA28-16B7-E130-3D5C-AF3E196C0CA1}"/>
                </a:ext>
              </a:extLst>
            </p:cNvPr>
            <p:cNvSpPr/>
            <p:nvPr/>
          </p:nvSpPr>
          <p:spPr>
            <a:xfrm>
              <a:off x="5214894" y="1023611"/>
              <a:ext cx="643805" cy="643805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00E116A6-EE95-075D-905E-F76ACD7C2B82}"/>
                </a:ext>
              </a:extLst>
            </p:cNvPr>
            <p:cNvSpPr/>
            <p:nvPr/>
          </p:nvSpPr>
          <p:spPr>
            <a:xfrm>
              <a:off x="5691092" y="1160398"/>
              <a:ext cx="79629" cy="7962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" name="连接符: 曲线 121">
              <a:extLst>
                <a:ext uri="{FF2B5EF4-FFF2-40B4-BE49-F238E27FC236}">
                  <a16:creationId xmlns:a16="http://schemas.microsoft.com/office/drawing/2014/main" id="{B8967B30-0ADB-8DB3-FC45-FA5EAB63B6D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379473" y="1210156"/>
              <a:ext cx="311621" cy="289888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FCFBA343-8A34-EA07-A403-1A16709896BC}"/>
                </a:ext>
              </a:extLst>
            </p:cNvPr>
            <p:cNvSpPr/>
            <p:nvPr/>
          </p:nvSpPr>
          <p:spPr>
            <a:xfrm>
              <a:off x="5328983" y="1475161"/>
              <a:ext cx="79629" cy="7962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569695E4-C546-5CCA-5E68-543A77A36760}"/>
                </a:ext>
              </a:extLst>
            </p:cNvPr>
            <p:cNvSpPr/>
            <p:nvPr/>
          </p:nvSpPr>
          <p:spPr>
            <a:xfrm>
              <a:off x="5495468" y="1305700"/>
              <a:ext cx="79629" cy="79629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619137A6-9800-079C-2326-57B9E4058EEF}"/>
              </a:ext>
            </a:extLst>
          </p:cNvPr>
          <p:cNvGrpSpPr/>
          <p:nvPr/>
        </p:nvGrpSpPr>
        <p:grpSpPr>
          <a:xfrm>
            <a:off x="5827474" y="1242301"/>
            <a:ext cx="415753" cy="524532"/>
            <a:chOff x="5827474" y="1242301"/>
            <a:chExt cx="415753" cy="524532"/>
          </a:xfrm>
        </p:grpSpPr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AE7014FE-25D3-F928-9779-DFA106B5A790}"/>
                </a:ext>
              </a:extLst>
            </p:cNvPr>
            <p:cNvCxnSpPr/>
            <p:nvPr/>
          </p:nvCxnSpPr>
          <p:spPr>
            <a:xfrm>
              <a:off x="5879432" y="1334373"/>
              <a:ext cx="0" cy="215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02795161-DBC2-B238-63D1-BE4B46513BC0}"/>
                </a:ext>
              </a:extLst>
            </p:cNvPr>
            <p:cNvCxnSpPr/>
            <p:nvPr/>
          </p:nvCxnSpPr>
          <p:spPr>
            <a:xfrm>
              <a:off x="6184869" y="1334373"/>
              <a:ext cx="0" cy="215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CCCC7B65-C685-2E93-ED08-DEEED71D97EA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32" y="1550273"/>
              <a:ext cx="152400" cy="152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CF7C6013-6211-791C-C682-C2B8730F29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1832" y="1550273"/>
              <a:ext cx="153037" cy="152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4B84A019-D517-540E-FE82-6ACBF2E31A46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32" y="1334373"/>
              <a:ext cx="152400" cy="762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CD70860C-D5AD-F27D-43CF-FCDFD800E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3899" y="1334373"/>
              <a:ext cx="140970" cy="762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A79272B9-0127-7E5A-86AC-277B52EDC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4904" y="1565616"/>
              <a:ext cx="195684" cy="1948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A6E99623-DEB0-26D7-783C-9EEFD0A410B8}"/>
                </a:ext>
              </a:extLst>
            </p:cNvPr>
            <p:cNvCxnSpPr>
              <a:cxnSpLocks/>
            </p:cNvCxnSpPr>
            <p:nvPr/>
          </p:nvCxnSpPr>
          <p:spPr>
            <a:xfrm>
              <a:off x="5827474" y="1562476"/>
              <a:ext cx="204357" cy="204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91C71891-80B9-61CF-AA6D-31E9B0CEC642}"/>
                </a:ext>
              </a:extLst>
            </p:cNvPr>
            <p:cNvCxnSpPr>
              <a:cxnSpLocks/>
            </p:cNvCxnSpPr>
            <p:nvPr/>
          </p:nvCxnSpPr>
          <p:spPr>
            <a:xfrm>
              <a:off x="5833713" y="1254559"/>
              <a:ext cx="0" cy="3123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29E3A25A-110F-67E0-D1EA-C3649538D8C3}"/>
                </a:ext>
              </a:extLst>
            </p:cNvPr>
            <p:cNvCxnSpPr>
              <a:cxnSpLocks/>
            </p:cNvCxnSpPr>
            <p:nvPr/>
          </p:nvCxnSpPr>
          <p:spPr>
            <a:xfrm>
              <a:off x="6236907" y="1254559"/>
              <a:ext cx="0" cy="3079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3E5B8AFE-900D-F048-5D39-BDF1542A4C61}"/>
                </a:ext>
              </a:extLst>
            </p:cNvPr>
            <p:cNvCxnSpPr>
              <a:cxnSpLocks/>
            </p:cNvCxnSpPr>
            <p:nvPr/>
          </p:nvCxnSpPr>
          <p:spPr>
            <a:xfrm>
              <a:off x="5829252" y="1254559"/>
              <a:ext cx="206059" cy="1031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BDE8629F-A2A5-BB09-5B09-8C7A420F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7865" y="1242301"/>
              <a:ext cx="205362" cy="1111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E5E10566-4953-1393-2381-89A4AEB26D6C}"/>
                  </a:ext>
                </a:extLst>
              </p14:cNvPr>
              <p14:cNvContentPartPr/>
              <p14:nvPr/>
            </p14:nvContentPartPr>
            <p14:xfrm>
              <a:off x="5859088" y="2081078"/>
              <a:ext cx="360" cy="360"/>
            </p14:xfrm>
          </p:contentPart>
        </mc:Choice>
        <mc:Fallback xmlns=""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E5E10566-4953-1393-2381-89A4AEB26D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41448" y="2045078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108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0EF4469-96B6-B832-69D3-EF8018191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63"/>
            <a:ext cx="12192000" cy="662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8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01A89334-C2F7-1234-475D-888F79019A55}"/>
              </a:ext>
            </a:extLst>
          </p:cNvPr>
          <p:cNvGrpSpPr/>
          <p:nvPr/>
        </p:nvGrpSpPr>
        <p:grpSpPr>
          <a:xfrm>
            <a:off x="511717" y="1472951"/>
            <a:ext cx="6466284" cy="2238459"/>
            <a:chOff x="511717" y="1472951"/>
            <a:chExt cx="6466284" cy="223845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8F3C3F3-0459-6702-4EB5-A6603875ECE8}"/>
                </a:ext>
              </a:extLst>
            </p:cNvPr>
            <p:cNvSpPr/>
            <p:nvPr/>
          </p:nvSpPr>
          <p:spPr>
            <a:xfrm>
              <a:off x="1863695" y="1885921"/>
              <a:ext cx="2068576" cy="1828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BE24245-D767-9080-17A8-5EE051B9951F}"/>
                </a:ext>
              </a:extLst>
            </p:cNvPr>
            <p:cNvSpPr/>
            <p:nvPr/>
          </p:nvSpPr>
          <p:spPr>
            <a:xfrm>
              <a:off x="1863695" y="3009617"/>
              <a:ext cx="2068576" cy="1828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C26265A-E562-3CB4-C18A-DA56CE876056}"/>
                </a:ext>
              </a:extLst>
            </p:cNvPr>
            <p:cNvCxnSpPr>
              <a:cxnSpLocks/>
            </p:cNvCxnSpPr>
            <p:nvPr/>
          </p:nvCxnSpPr>
          <p:spPr>
            <a:xfrm>
              <a:off x="2083429" y="1972197"/>
              <a:ext cx="5206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147D374-FD1C-7D3A-95AC-F75E58B3132B}"/>
                </a:ext>
              </a:extLst>
            </p:cNvPr>
            <p:cNvGrpSpPr/>
            <p:nvPr/>
          </p:nvGrpSpPr>
          <p:grpSpPr>
            <a:xfrm>
              <a:off x="2806035" y="2068801"/>
              <a:ext cx="183896" cy="940816"/>
              <a:chOff x="3785108" y="1975104"/>
              <a:chExt cx="183896" cy="94081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8D843F7-FD3E-C2E9-D2F3-64B72045B964}"/>
                  </a:ext>
                </a:extLst>
              </p:cNvPr>
              <p:cNvSpPr/>
              <p:nvPr/>
            </p:nvSpPr>
            <p:spPr>
              <a:xfrm>
                <a:off x="3785108" y="1975104"/>
                <a:ext cx="183896" cy="94081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48699E74-D7B4-CB53-7BF3-43F12AE95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7056" y="2244344"/>
                <a:ext cx="0" cy="4023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4D4C2A77-EECF-50BE-49E7-B20E6B5F446E}"/>
                </a:ext>
              </a:extLst>
            </p:cNvPr>
            <p:cNvGrpSpPr/>
            <p:nvPr/>
          </p:nvGrpSpPr>
          <p:grpSpPr>
            <a:xfrm>
              <a:off x="2083429" y="2068801"/>
              <a:ext cx="183896" cy="940816"/>
              <a:chOff x="3321558" y="1975104"/>
              <a:chExt cx="183896" cy="940816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155D024-1F80-1276-0B22-80AE37C59504}"/>
                  </a:ext>
                </a:extLst>
              </p:cNvPr>
              <p:cNvSpPr/>
              <p:nvPr/>
            </p:nvSpPr>
            <p:spPr>
              <a:xfrm>
                <a:off x="3321558" y="1975104"/>
                <a:ext cx="183896" cy="94081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A3B719C9-FC58-0730-879D-690BFB774C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3506" y="2244344"/>
                <a:ext cx="0" cy="4023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B1DFD95-BAEC-3B36-E4DC-BF3448B50C79}"/>
                </a:ext>
              </a:extLst>
            </p:cNvPr>
            <p:cNvGrpSpPr/>
            <p:nvPr/>
          </p:nvGrpSpPr>
          <p:grpSpPr>
            <a:xfrm>
              <a:off x="3533745" y="2068801"/>
              <a:ext cx="183896" cy="940816"/>
              <a:chOff x="4223512" y="1975104"/>
              <a:chExt cx="183896" cy="940816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EB561A5-A665-6225-2C50-877A1464D562}"/>
                  </a:ext>
                </a:extLst>
              </p:cNvPr>
              <p:cNvSpPr/>
              <p:nvPr/>
            </p:nvSpPr>
            <p:spPr>
              <a:xfrm>
                <a:off x="4223512" y="1975104"/>
                <a:ext cx="183896" cy="940816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C460F754-DB65-91C1-7852-4AAB451CE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5460" y="2244344"/>
                <a:ext cx="0" cy="4023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3CC93C8-7025-0995-FDEE-2CE4FB498743}"/>
                    </a:ext>
                  </a:extLst>
                </p:cNvPr>
                <p:cNvSpPr txBox="1"/>
                <p:nvPr/>
              </p:nvSpPr>
              <p:spPr>
                <a:xfrm>
                  <a:off x="2287333" y="1472951"/>
                  <a:ext cx="405496" cy="3032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3CC93C8-7025-0995-FDEE-2CE4FB498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333" y="1472951"/>
                  <a:ext cx="405496" cy="303288"/>
                </a:xfrm>
                <a:prstGeom prst="rect">
                  <a:avLst/>
                </a:prstGeom>
                <a:blipFill>
                  <a:blip r:embed="rId2"/>
                  <a:stretch>
                    <a:fillRect l="-17910" r="-2985" b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50C8F56-3218-F672-DA70-DA96E50B6988}"/>
                    </a:ext>
                  </a:extLst>
                </p:cNvPr>
                <p:cNvSpPr txBox="1"/>
                <p:nvPr/>
              </p:nvSpPr>
              <p:spPr>
                <a:xfrm>
                  <a:off x="3044644" y="1477372"/>
                  <a:ext cx="504946" cy="3032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50C8F56-3218-F672-DA70-DA96E50B6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644" y="1477372"/>
                  <a:ext cx="504946" cy="303288"/>
                </a:xfrm>
                <a:prstGeom prst="rect">
                  <a:avLst/>
                </a:prstGeom>
                <a:blipFill>
                  <a:blip r:embed="rId3"/>
                  <a:stretch>
                    <a:fillRect l="-14458" r="-2410" b="-2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3FBB5F2-8054-A5DE-F0A8-2F083E48DE46}"/>
                    </a:ext>
                  </a:extLst>
                </p:cNvPr>
                <p:cNvSpPr txBox="1"/>
                <p:nvPr/>
              </p:nvSpPr>
              <p:spPr>
                <a:xfrm>
                  <a:off x="2313464" y="3204656"/>
                  <a:ext cx="520912" cy="2900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3FBB5F2-8054-A5DE-F0A8-2F083E48D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464" y="3204656"/>
                  <a:ext cx="520912" cy="290079"/>
                </a:xfrm>
                <a:prstGeom prst="rect">
                  <a:avLst/>
                </a:prstGeom>
                <a:blipFill>
                  <a:blip r:embed="rId4"/>
                  <a:stretch>
                    <a:fillRect l="-14118" r="-1176" b="-297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A339F24-A12F-2046-4C35-364BFD54885E}"/>
                    </a:ext>
                  </a:extLst>
                </p:cNvPr>
                <p:cNvSpPr txBox="1"/>
                <p:nvPr/>
              </p:nvSpPr>
              <p:spPr>
                <a:xfrm>
                  <a:off x="3058707" y="3210769"/>
                  <a:ext cx="520912" cy="2900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A339F24-A12F-2046-4C35-364BFD548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8707" y="3210769"/>
                  <a:ext cx="520912" cy="290079"/>
                </a:xfrm>
                <a:prstGeom prst="rect">
                  <a:avLst/>
                </a:prstGeom>
                <a:blipFill>
                  <a:blip r:embed="rId5"/>
                  <a:stretch>
                    <a:fillRect l="-14118" r="-1176" b="-297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85782C2-0A20-8CD5-B65C-9FD6236AFCAB}"/>
                    </a:ext>
                  </a:extLst>
                </p:cNvPr>
                <p:cNvSpPr txBox="1"/>
                <p:nvPr/>
              </p:nvSpPr>
              <p:spPr>
                <a:xfrm>
                  <a:off x="2987656" y="2338041"/>
                  <a:ext cx="2576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85782C2-0A20-8CD5-B65C-9FD6236AF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656" y="2338041"/>
                  <a:ext cx="25769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429" r="-2381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080EE44D-E822-BA07-D815-DFFDD7B0D2F3}"/>
                </a:ext>
              </a:extLst>
            </p:cNvPr>
            <p:cNvCxnSpPr>
              <a:cxnSpLocks/>
            </p:cNvCxnSpPr>
            <p:nvPr/>
          </p:nvCxnSpPr>
          <p:spPr>
            <a:xfrm>
              <a:off x="2806035" y="1972197"/>
              <a:ext cx="3691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4B234BE7-151A-2818-6B67-933F48411006}"/>
                </a:ext>
              </a:extLst>
            </p:cNvPr>
            <p:cNvCxnSpPr>
              <a:cxnSpLocks/>
            </p:cNvCxnSpPr>
            <p:nvPr/>
          </p:nvCxnSpPr>
          <p:spPr>
            <a:xfrm>
              <a:off x="3533745" y="1972197"/>
              <a:ext cx="215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F708CE46-51F2-C8C6-FD28-1AADA962520B}"/>
                </a:ext>
              </a:extLst>
            </p:cNvPr>
            <p:cNvCxnSpPr>
              <a:cxnSpLocks/>
            </p:cNvCxnSpPr>
            <p:nvPr/>
          </p:nvCxnSpPr>
          <p:spPr>
            <a:xfrm>
              <a:off x="3273423" y="3103956"/>
              <a:ext cx="5206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B3DEC39-4BF1-7237-434D-25F73D18D6DB}"/>
                </a:ext>
              </a:extLst>
            </p:cNvPr>
            <p:cNvCxnSpPr>
              <a:cxnSpLocks/>
            </p:cNvCxnSpPr>
            <p:nvPr/>
          </p:nvCxnSpPr>
          <p:spPr>
            <a:xfrm>
              <a:off x="2713423" y="3100653"/>
              <a:ext cx="3691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0F3DA12-68D5-EAE7-A5A4-E56CA5557917}"/>
                </a:ext>
              </a:extLst>
            </p:cNvPr>
            <p:cNvCxnSpPr>
              <a:cxnSpLocks/>
            </p:cNvCxnSpPr>
            <p:nvPr/>
          </p:nvCxnSpPr>
          <p:spPr>
            <a:xfrm>
              <a:off x="2125632" y="3103425"/>
              <a:ext cx="215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0C470F0-54C5-AE5B-9045-931D74EB3A96}"/>
                </a:ext>
              </a:extLst>
            </p:cNvPr>
            <p:cNvSpPr txBox="1"/>
            <p:nvPr/>
          </p:nvSpPr>
          <p:spPr>
            <a:xfrm>
              <a:off x="511717" y="3342078"/>
              <a:ext cx="9259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（</a:t>
              </a:r>
              <a:r>
                <a:rPr lang="en-US" altLang="zh-CN" b="1" dirty="0"/>
                <a:t>a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B1EEE2DE-2BB9-5AFA-C650-61E1C2B41BEE}"/>
                </a:ext>
              </a:extLst>
            </p:cNvPr>
            <p:cNvSpPr txBox="1"/>
            <p:nvPr/>
          </p:nvSpPr>
          <p:spPr>
            <a:xfrm>
              <a:off x="3660003" y="1472951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2CD663E1-58E4-E190-4518-3C5AEF9FF26A}"/>
                </a:ext>
              </a:extLst>
            </p:cNvPr>
            <p:cNvSpPr txBox="1"/>
            <p:nvPr/>
          </p:nvSpPr>
          <p:spPr>
            <a:xfrm>
              <a:off x="3660003" y="3219528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E683ABF0-4771-D297-7996-7A07B5A60956}"/>
                </a:ext>
              </a:extLst>
            </p:cNvPr>
            <p:cNvSpPr txBox="1"/>
            <p:nvPr/>
          </p:nvSpPr>
          <p:spPr>
            <a:xfrm>
              <a:off x="1773913" y="1489558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5F22F6CC-C053-FFAB-ADAA-5BFFA90A244E}"/>
                </a:ext>
              </a:extLst>
            </p:cNvPr>
            <p:cNvSpPr txBox="1"/>
            <p:nvPr/>
          </p:nvSpPr>
          <p:spPr>
            <a:xfrm>
              <a:off x="1782284" y="3222683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70653A1-2FA0-D90B-04E7-64CBAD28CCF7}"/>
                </a:ext>
              </a:extLst>
            </p:cNvPr>
            <p:cNvSpPr txBox="1"/>
            <p:nvPr/>
          </p:nvSpPr>
          <p:spPr>
            <a:xfrm>
              <a:off x="1320684" y="1699511"/>
              <a:ext cx="7019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入口歧管</a:t>
              </a: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80A85B42-C54B-3E09-5334-124405C1C114}"/>
                </a:ext>
              </a:extLst>
            </p:cNvPr>
            <p:cNvSpPr txBox="1"/>
            <p:nvPr/>
          </p:nvSpPr>
          <p:spPr>
            <a:xfrm>
              <a:off x="1315933" y="2826475"/>
              <a:ext cx="7019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出口歧管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4A73B52F-98E9-5AEB-9AB6-1D46A15F94A3}"/>
                </a:ext>
              </a:extLst>
            </p:cNvPr>
            <p:cNvGrpSpPr/>
            <p:nvPr/>
          </p:nvGrpSpPr>
          <p:grpSpPr>
            <a:xfrm>
              <a:off x="4939538" y="1885923"/>
              <a:ext cx="2038463" cy="182878"/>
              <a:chOff x="4089400" y="1502664"/>
              <a:chExt cx="1869440" cy="182878"/>
            </a:xfrm>
          </p:grpSpPr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6C4E0681-14DB-ECE0-D9A8-E3A9ED69D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9400" y="1594103"/>
                <a:ext cx="186944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E66F9A86-79E9-1EBE-7402-391AAB3D31A3}"/>
                  </a:ext>
                </a:extLst>
              </p:cNvPr>
              <p:cNvSpPr/>
              <p:nvPr/>
            </p:nvSpPr>
            <p:spPr>
              <a:xfrm>
                <a:off x="4291072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54178919-5AED-D435-7D2F-C2745D174ED9}"/>
                  </a:ext>
                </a:extLst>
              </p:cNvPr>
              <p:cNvSpPr/>
              <p:nvPr/>
            </p:nvSpPr>
            <p:spPr>
              <a:xfrm>
                <a:off x="4855715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1AB2BB6E-CEF3-BD73-8A94-E7801224DE6A}"/>
                  </a:ext>
                </a:extLst>
              </p:cNvPr>
              <p:cNvSpPr/>
              <p:nvPr/>
            </p:nvSpPr>
            <p:spPr>
              <a:xfrm>
                <a:off x="5420358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9204E831-08D8-98C8-CB9E-262A416B14A0}"/>
                </a:ext>
              </a:extLst>
            </p:cNvPr>
            <p:cNvGrpSpPr/>
            <p:nvPr/>
          </p:nvGrpSpPr>
          <p:grpSpPr>
            <a:xfrm>
              <a:off x="4939538" y="3009617"/>
              <a:ext cx="2038463" cy="182878"/>
              <a:chOff x="4089400" y="1502664"/>
              <a:chExt cx="1869440" cy="182878"/>
            </a:xfrm>
          </p:grpSpPr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983F98B4-39B3-8FB3-C465-9DD5B6F25F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9400" y="1594103"/>
                <a:ext cx="186944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0E401A4B-CBE8-3B11-B1F5-51903A06E961}"/>
                  </a:ext>
                </a:extLst>
              </p:cNvPr>
              <p:cNvSpPr/>
              <p:nvPr/>
            </p:nvSpPr>
            <p:spPr>
              <a:xfrm>
                <a:off x="4291072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C691CF45-F307-1732-CE42-6F30DFC5CCFC}"/>
                  </a:ext>
                </a:extLst>
              </p:cNvPr>
              <p:cNvSpPr/>
              <p:nvPr/>
            </p:nvSpPr>
            <p:spPr>
              <a:xfrm>
                <a:off x="4855715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D8C08CAA-4D4C-4D70-16D2-8BAF1D512966}"/>
                  </a:ext>
                </a:extLst>
              </p:cNvPr>
              <p:cNvSpPr/>
              <p:nvPr/>
            </p:nvSpPr>
            <p:spPr>
              <a:xfrm>
                <a:off x="5420358" y="1502664"/>
                <a:ext cx="182878" cy="18287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16634975-071B-1D86-2283-58C21FC1145C}"/>
                    </a:ext>
                  </a:extLst>
                </p:cNvPr>
                <p:cNvSpPr txBox="1"/>
                <p:nvPr/>
              </p:nvSpPr>
              <p:spPr>
                <a:xfrm>
                  <a:off x="5672573" y="1487885"/>
                  <a:ext cx="426985" cy="3032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16634975-071B-1D86-2283-58C21FC11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2573" y="1487885"/>
                  <a:ext cx="426985" cy="303288"/>
                </a:xfrm>
                <a:prstGeom prst="rect">
                  <a:avLst/>
                </a:prstGeom>
                <a:blipFill>
                  <a:blip r:embed="rId7"/>
                  <a:stretch>
                    <a:fillRect l="-8571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AA199905-ECEB-0199-ED06-53ED64A4AF51}"/>
                    </a:ext>
                  </a:extLst>
                </p:cNvPr>
                <p:cNvSpPr txBox="1"/>
                <p:nvPr/>
              </p:nvSpPr>
              <p:spPr>
                <a:xfrm>
                  <a:off x="5653486" y="3210769"/>
                  <a:ext cx="552837" cy="2900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AA199905-ECEB-0199-ED06-53ED64A4A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3486" y="3210769"/>
                  <a:ext cx="552837" cy="290079"/>
                </a:xfrm>
                <a:prstGeom prst="rect">
                  <a:avLst/>
                </a:prstGeom>
                <a:blipFill>
                  <a:blip r:embed="rId8"/>
                  <a:stretch>
                    <a:fillRect l="-4396" b="-19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036C2143-61CF-7311-4E75-C42AF0EADD27}"/>
                    </a:ext>
                  </a:extLst>
                </p:cNvPr>
                <p:cNvSpPr txBox="1"/>
                <p:nvPr/>
              </p:nvSpPr>
              <p:spPr>
                <a:xfrm>
                  <a:off x="5856699" y="2338041"/>
                  <a:ext cx="4283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036C2143-61CF-7311-4E75-C42AF0EAD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6699" y="2338041"/>
                  <a:ext cx="42838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8571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0C829729-7ED7-E99C-67E9-9D11E805AE4D}"/>
                </a:ext>
              </a:extLst>
            </p:cNvPr>
            <p:cNvSpPr txBox="1"/>
            <p:nvPr/>
          </p:nvSpPr>
          <p:spPr>
            <a:xfrm>
              <a:off x="4114567" y="3335574"/>
              <a:ext cx="9259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（</a:t>
              </a:r>
              <a:r>
                <a:rPr lang="en-US" altLang="zh-CN" b="1" dirty="0"/>
                <a:t>b</a:t>
              </a:r>
              <a:r>
                <a:rPr lang="zh-CN" altLang="en-US" b="1" dirty="0"/>
                <a:t>）</a:t>
              </a:r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C8A6E687-57CF-CCF8-D336-BF8248B390DE}"/>
                </a:ext>
              </a:extLst>
            </p:cNvPr>
            <p:cNvCxnSpPr>
              <a:cxnSpLocks/>
              <a:stCxn id="56" idx="4"/>
              <a:endCxn id="67" idx="0"/>
            </p:cNvCxnSpPr>
            <p:nvPr/>
          </p:nvCxnSpPr>
          <p:spPr>
            <a:xfrm>
              <a:off x="5259151" y="2068801"/>
              <a:ext cx="0" cy="9408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0F0E965D-4554-5475-6A2E-A834E9EC7364}"/>
                </a:ext>
              </a:extLst>
            </p:cNvPr>
            <p:cNvCxnSpPr>
              <a:cxnSpLocks/>
              <a:stCxn id="59" idx="4"/>
              <a:endCxn id="68" idx="0"/>
            </p:cNvCxnSpPr>
            <p:nvPr/>
          </p:nvCxnSpPr>
          <p:spPr>
            <a:xfrm>
              <a:off x="5874845" y="2068801"/>
              <a:ext cx="0" cy="9408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95764CEC-D055-00F7-65FB-558B068F034A}"/>
                </a:ext>
              </a:extLst>
            </p:cNvPr>
            <p:cNvCxnSpPr>
              <a:cxnSpLocks/>
              <a:stCxn id="61" idx="4"/>
              <a:endCxn id="69" idx="0"/>
            </p:cNvCxnSpPr>
            <p:nvPr/>
          </p:nvCxnSpPr>
          <p:spPr>
            <a:xfrm>
              <a:off x="6490540" y="2068801"/>
              <a:ext cx="0" cy="9408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0366ECC4-6948-82FB-B036-371D0D4CA844}"/>
                </a:ext>
              </a:extLst>
            </p:cNvPr>
            <p:cNvSpPr txBox="1"/>
            <p:nvPr/>
          </p:nvSpPr>
          <p:spPr>
            <a:xfrm>
              <a:off x="6314213" y="1478221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86389FA2-A505-DF13-5A59-5ED0E9BC9685}"/>
                </a:ext>
              </a:extLst>
            </p:cNvPr>
            <p:cNvSpPr txBox="1"/>
            <p:nvPr/>
          </p:nvSpPr>
          <p:spPr>
            <a:xfrm>
              <a:off x="5076715" y="1482965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697A7DFA-D4C0-8B84-D2EF-EC1760D35DB1}"/>
                </a:ext>
              </a:extLst>
            </p:cNvPr>
            <p:cNvSpPr txBox="1"/>
            <p:nvPr/>
          </p:nvSpPr>
          <p:spPr>
            <a:xfrm>
              <a:off x="6314213" y="3204656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B43D687-B15C-AB94-CB6E-E85E38F4C69F}"/>
                </a:ext>
              </a:extLst>
            </p:cNvPr>
            <p:cNvSpPr txBox="1"/>
            <p:nvPr/>
          </p:nvSpPr>
          <p:spPr>
            <a:xfrm>
              <a:off x="5070563" y="3195678"/>
              <a:ext cx="352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</p:grpSp>
      <p:pic>
        <p:nvPicPr>
          <p:cNvPr id="231" name="图片 230">
            <a:extLst>
              <a:ext uri="{FF2B5EF4-FFF2-40B4-BE49-F238E27FC236}">
                <a16:creationId xmlns:a16="http://schemas.microsoft.com/office/drawing/2014/main" id="{F55D340C-59DB-85A6-E1D1-6FE0030C0A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345" y="4004527"/>
            <a:ext cx="6596444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83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736BE0DC-8489-3D99-50F7-A0F49A905B21}"/>
              </a:ext>
            </a:extLst>
          </p:cNvPr>
          <p:cNvGrpSpPr/>
          <p:nvPr/>
        </p:nvGrpSpPr>
        <p:grpSpPr>
          <a:xfrm>
            <a:off x="1192819" y="1701668"/>
            <a:ext cx="4715670" cy="3098618"/>
            <a:chOff x="1192819" y="1701668"/>
            <a:chExt cx="4715670" cy="3098618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C369F809-8173-6B97-9B64-5F8BD20F8372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11" y="2549530"/>
              <a:ext cx="2962656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6693185-D1A3-7B9D-3A30-BF4376B82802}"/>
                </a:ext>
              </a:extLst>
            </p:cNvPr>
            <p:cNvCxnSpPr>
              <a:cxnSpLocks/>
            </p:cNvCxnSpPr>
            <p:nvPr/>
          </p:nvCxnSpPr>
          <p:spPr>
            <a:xfrm>
              <a:off x="2436911" y="4311274"/>
              <a:ext cx="296265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AA129D3-A172-869F-0AEE-AF6BDCB7C386}"/>
                </a:ext>
              </a:extLst>
            </p:cNvPr>
            <p:cNvSpPr/>
            <p:nvPr/>
          </p:nvSpPr>
          <p:spPr>
            <a:xfrm>
              <a:off x="2879379" y="2980827"/>
              <a:ext cx="2077720" cy="1306061"/>
            </a:xfrm>
            <a:prstGeom prst="roundRect">
              <a:avLst/>
            </a:prstGeom>
            <a:noFill/>
            <a:ln w="19050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661D6D6-373B-7462-46A6-B5EDDD46C8CE}"/>
                </a:ext>
              </a:extLst>
            </p:cNvPr>
            <p:cNvSpPr/>
            <p:nvPr/>
          </p:nvSpPr>
          <p:spPr>
            <a:xfrm>
              <a:off x="2436911" y="4299082"/>
              <a:ext cx="2962656" cy="17272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EC65F8-F4B2-5855-2EC1-40066B33FAF3}"/>
                </a:ext>
              </a:extLst>
            </p:cNvPr>
            <p:cNvSpPr/>
            <p:nvPr/>
          </p:nvSpPr>
          <p:spPr>
            <a:xfrm>
              <a:off x="3091215" y="3614297"/>
              <a:ext cx="198120" cy="68478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B6D8670-6C68-73B7-94D6-C04D5905B596}"/>
                </a:ext>
              </a:extLst>
            </p:cNvPr>
            <p:cNvSpPr/>
            <p:nvPr/>
          </p:nvSpPr>
          <p:spPr>
            <a:xfrm>
              <a:off x="3819179" y="3614297"/>
              <a:ext cx="198120" cy="68478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1F674D5-8B51-85C2-98A2-BCF291208E11}"/>
                </a:ext>
              </a:extLst>
            </p:cNvPr>
            <p:cNvSpPr/>
            <p:nvPr/>
          </p:nvSpPr>
          <p:spPr>
            <a:xfrm>
              <a:off x="4547143" y="3608201"/>
              <a:ext cx="198120" cy="68478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BA84599-DAA2-00D6-8A3B-37F9B6586591}"/>
                </a:ext>
              </a:extLst>
            </p:cNvPr>
            <p:cNvCxnSpPr/>
            <p:nvPr/>
          </p:nvCxnSpPr>
          <p:spPr>
            <a:xfrm>
              <a:off x="2588295" y="2825882"/>
              <a:ext cx="291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36976E2-930D-240A-1CE4-4AFB03D4E031}"/>
                </a:ext>
              </a:extLst>
            </p:cNvPr>
            <p:cNvGrpSpPr/>
            <p:nvPr/>
          </p:nvGrpSpPr>
          <p:grpSpPr>
            <a:xfrm>
              <a:off x="2291369" y="3162178"/>
              <a:ext cx="291084" cy="462280"/>
              <a:chOff x="2614422" y="2849880"/>
              <a:chExt cx="291084" cy="462280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EB29200F-3BDC-2C0A-62BA-0AC18685B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284988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8B00F461-3EE4-3600-4A97-7EA0FEC1C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308102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A41C0C13-571D-C6C5-4892-C040B257C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331216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906A74CC-FB5F-6094-3649-FE193D5427C6}"/>
                </a:ext>
              </a:extLst>
            </p:cNvPr>
            <p:cNvCxnSpPr/>
            <p:nvPr/>
          </p:nvCxnSpPr>
          <p:spPr>
            <a:xfrm>
              <a:off x="2582453" y="4029670"/>
              <a:ext cx="291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ACFC75D-FB34-22E6-4693-91F90F3E5BA1}"/>
                </a:ext>
              </a:extLst>
            </p:cNvPr>
            <p:cNvGrpSpPr/>
            <p:nvPr/>
          </p:nvGrpSpPr>
          <p:grpSpPr>
            <a:xfrm>
              <a:off x="5240055" y="3185545"/>
              <a:ext cx="291084" cy="462280"/>
              <a:chOff x="2614422" y="2849880"/>
              <a:chExt cx="291084" cy="462280"/>
            </a:xfrm>
          </p:grpSpPr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58CD4939-0118-6327-19D2-FAA0E327CC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284988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51270BE7-7537-D053-E2CA-79440C9E9C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308102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702ABE3F-B265-5E02-F792-6DC9CEE30A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4422" y="3312160"/>
                <a:ext cx="291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E6AE72DB-40A3-E664-9FF9-562AB8523CF0}"/>
                </a:ext>
              </a:extLst>
            </p:cNvPr>
            <p:cNvCxnSpPr/>
            <p:nvPr/>
          </p:nvCxnSpPr>
          <p:spPr>
            <a:xfrm>
              <a:off x="4957099" y="2825882"/>
              <a:ext cx="291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85C5023-27DA-DC09-7B6B-6DD242D5D73A}"/>
                </a:ext>
              </a:extLst>
            </p:cNvPr>
            <p:cNvCxnSpPr/>
            <p:nvPr/>
          </p:nvCxnSpPr>
          <p:spPr>
            <a:xfrm>
              <a:off x="4948971" y="4022559"/>
              <a:ext cx="2910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7D6E5D0-1F6D-581F-9B7E-9494D5DC50D4}"/>
                    </a:ext>
                  </a:extLst>
                </p:cNvPr>
                <p:cNvSpPr txBox="1"/>
                <p:nvPr/>
              </p:nvSpPr>
              <p:spPr>
                <a:xfrm>
                  <a:off x="1298636" y="3193164"/>
                  <a:ext cx="95019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zh-CN" altLang="en-US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冷却液</m:t>
                            </m:r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7D6E5D0-1F6D-581F-9B7E-9494D5DC5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8636" y="3193164"/>
                  <a:ext cx="95019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8333" t="-11111" r="-641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3DEEF62-E14E-773D-E569-D3CECED977F9}"/>
                    </a:ext>
                  </a:extLst>
                </p:cNvPr>
                <p:cNvSpPr txBox="1"/>
                <p:nvPr/>
              </p:nvSpPr>
              <p:spPr>
                <a:xfrm>
                  <a:off x="2052080" y="2336701"/>
                  <a:ext cx="393506" cy="3332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3DEEF62-E14E-773D-E569-D3CECED97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080" y="2336701"/>
                  <a:ext cx="393506" cy="333233"/>
                </a:xfrm>
                <a:prstGeom prst="rect">
                  <a:avLst/>
                </a:prstGeom>
                <a:blipFill>
                  <a:blip r:embed="rId3"/>
                  <a:stretch>
                    <a:fillRect l="-14063" r="-3125" b="-2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466903B-4351-6752-DCF3-B5139DE1B425}"/>
                    </a:ext>
                  </a:extLst>
                </p:cNvPr>
                <p:cNvSpPr txBox="1"/>
                <p:nvPr/>
              </p:nvSpPr>
              <p:spPr>
                <a:xfrm>
                  <a:off x="5399567" y="2342289"/>
                  <a:ext cx="508922" cy="3213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466903B-4351-6752-DCF3-B5139DE1B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9567" y="2342289"/>
                  <a:ext cx="508922" cy="321306"/>
                </a:xfrm>
                <a:prstGeom prst="rect">
                  <a:avLst/>
                </a:prstGeom>
                <a:blipFill>
                  <a:blip r:embed="rId4"/>
                  <a:stretch>
                    <a:fillRect l="-10843" r="-1205" b="-264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06CBC7B-34F4-28FA-34A3-48D5E3B05DEB}"/>
                    </a:ext>
                  </a:extLst>
                </p:cNvPr>
                <p:cNvSpPr txBox="1"/>
                <p:nvPr/>
              </p:nvSpPr>
              <p:spPr>
                <a:xfrm>
                  <a:off x="3247933" y="4511104"/>
                  <a:ext cx="1282787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zh-CN" altLang="en-US" dirty="0"/>
                    <a:t>固体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温度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06CBC7B-34F4-28FA-34A3-48D5E3B05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933" y="4511104"/>
                  <a:ext cx="1282787" cy="289182"/>
                </a:xfrm>
                <a:prstGeom prst="rect">
                  <a:avLst/>
                </a:prstGeom>
                <a:blipFill>
                  <a:blip r:embed="rId5"/>
                  <a:stretch>
                    <a:fillRect l="-11429" t="-25532" r="-2857" b="-489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8CC73E5-7F92-E92F-FAE2-874AAF7B0880}"/>
                </a:ext>
              </a:extLst>
            </p:cNvPr>
            <p:cNvSpPr txBox="1"/>
            <p:nvPr/>
          </p:nvSpPr>
          <p:spPr>
            <a:xfrm>
              <a:off x="1192819" y="4185267"/>
              <a:ext cx="1098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</a:rPr>
                <a:t>固体基底</a:t>
              </a: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A8C9136A-FAFA-DE6E-A219-C4606BAB11D1}"/>
                </a:ext>
              </a:extLst>
            </p:cNvPr>
            <p:cNvCxnSpPr/>
            <p:nvPr/>
          </p:nvCxnSpPr>
          <p:spPr>
            <a:xfrm flipV="1">
              <a:off x="3190275" y="3950593"/>
              <a:ext cx="0" cy="342392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DA7BC46D-FEC1-F456-42AF-A65016FBF4C9}"/>
                </a:ext>
              </a:extLst>
            </p:cNvPr>
            <p:cNvCxnSpPr/>
            <p:nvPr/>
          </p:nvCxnSpPr>
          <p:spPr>
            <a:xfrm flipV="1">
              <a:off x="3920779" y="3963800"/>
              <a:ext cx="0" cy="342392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1B5D55D-5A02-155A-4623-96FE20982DA9}"/>
                </a:ext>
              </a:extLst>
            </p:cNvPr>
            <p:cNvCxnSpPr/>
            <p:nvPr/>
          </p:nvCxnSpPr>
          <p:spPr>
            <a:xfrm flipV="1">
              <a:off x="4655093" y="3963800"/>
              <a:ext cx="0" cy="342392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515B3E6-4612-34EE-FD9F-35F0B168D113}"/>
                    </a:ext>
                  </a:extLst>
                </p:cNvPr>
                <p:cNvSpPr txBox="1"/>
                <p:nvPr/>
              </p:nvSpPr>
              <p:spPr>
                <a:xfrm>
                  <a:off x="2905729" y="3262796"/>
                  <a:ext cx="196795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accent2"/>
                      </a:solidFill>
                    </a:rPr>
                    <a:t>针肋结构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515B3E6-4612-34EE-FD9F-35F0B168D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5729" y="3262796"/>
                  <a:ext cx="196795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932" t="-3922" b="-19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53E5BFC-D457-838A-13C5-C981646D198D}"/>
                    </a:ext>
                  </a:extLst>
                </p:cNvPr>
                <p:cNvSpPr txBox="1"/>
                <p:nvPr/>
              </p:nvSpPr>
              <p:spPr>
                <a:xfrm>
                  <a:off x="4108232" y="3928425"/>
                  <a:ext cx="426079" cy="3161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53E5BFC-D457-838A-13C5-C981646D19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8232" y="3928425"/>
                  <a:ext cx="426079" cy="316112"/>
                </a:xfrm>
                <a:prstGeom prst="rect">
                  <a:avLst/>
                </a:prstGeom>
                <a:blipFill>
                  <a:blip r:embed="rId7"/>
                  <a:stretch>
                    <a:fillRect l="-17143" t="-9615" r="-1429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AA19F90-8497-87AA-2DBC-03819F5FB30E}"/>
                    </a:ext>
                  </a:extLst>
                </p:cNvPr>
                <p:cNvSpPr txBox="1"/>
                <p:nvPr/>
              </p:nvSpPr>
              <p:spPr>
                <a:xfrm>
                  <a:off x="2971607" y="3048797"/>
                  <a:ext cx="1050224" cy="2358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00" b="0" i="1">
                            <a:solidFill>
                              <a:srgbClr val="F2B8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400" b="0" i="1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400" b="0" i="1" smtClean="0">
                                <a:solidFill>
                                  <a:srgbClr val="F2B8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AA19F90-8497-87AA-2DBC-03819F5FB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607" y="3048797"/>
                  <a:ext cx="1050224" cy="235834"/>
                </a:xfrm>
                <a:prstGeom prst="rect">
                  <a:avLst/>
                </a:prstGeom>
                <a:blipFill>
                  <a:blip r:embed="rId8"/>
                  <a:stretch>
                    <a:fillRect l="-2312" b="-230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F6A6DA9-7BDA-6051-E164-F714C1A02224}"/>
                    </a:ext>
                  </a:extLst>
                </p:cNvPr>
                <p:cNvSpPr txBox="1"/>
                <p:nvPr/>
              </p:nvSpPr>
              <p:spPr>
                <a:xfrm>
                  <a:off x="2989531" y="1701668"/>
                  <a:ext cx="15576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微通道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dirty="0"/>
                    <a:t>切面</a:t>
                  </a: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9F6A6DA9-7BDA-6051-E164-F714C1A02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531" y="1701668"/>
                  <a:ext cx="1557612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125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88991B6-423E-C843-63C8-B7F24EF5E7FE}"/>
                    </a:ext>
                  </a:extLst>
                </p:cNvPr>
                <p:cNvSpPr txBox="1"/>
                <p:nvPr/>
              </p:nvSpPr>
              <p:spPr>
                <a:xfrm>
                  <a:off x="3675071" y="2594484"/>
                  <a:ext cx="377026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88991B6-423E-C843-63C8-B7F24EF5E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071" y="2594484"/>
                  <a:ext cx="377026" cy="299249"/>
                </a:xfrm>
                <a:prstGeom prst="rect">
                  <a:avLst/>
                </a:prstGeom>
                <a:blipFill>
                  <a:blip r:embed="rId10"/>
                  <a:stretch>
                    <a:fillRect l="-14516" r="-1613" b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1765FE9-7E6C-1CC5-A138-C8B34B0FE9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0575" y="1703890"/>
            <a:ext cx="4767485" cy="32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9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>
            <a:extLst>
              <a:ext uri="{FF2B5EF4-FFF2-40B4-BE49-F238E27FC236}">
                <a16:creationId xmlns:a16="http://schemas.microsoft.com/office/drawing/2014/main" id="{F7C8B129-1C18-4288-374D-6D2E27E37FA9}"/>
              </a:ext>
            </a:extLst>
          </p:cNvPr>
          <p:cNvGrpSpPr/>
          <p:nvPr/>
        </p:nvGrpSpPr>
        <p:grpSpPr>
          <a:xfrm>
            <a:off x="1583564" y="1408883"/>
            <a:ext cx="4189855" cy="3289806"/>
            <a:chOff x="1583564" y="1408883"/>
            <a:chExt cx="4189855" cy="328980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554EB1C-3B8D-1664-8E18-2E5167B34560}"/>
                </a:ext>
              </a:extLst>
            </p:cNvPr>
            <p:cNvSpPr/>
            <p:nvPr/>
          </p:nvSpPr>
          <p:spPr>
            <a:xfrm>
              <a:off x="1884892" y="1846607"/>
              <a:ext cx="2457450" cy="245745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752CFC4-D77B-8266-45E4-DCBCEEF19BA0}"/>
                    </a:ext>
                  </a:extLst>
                </p:cNvPr>
                <p:cNvSpPr/>
                <p:nvPr/>
              </p:nvSpPr>
              <p:spPr>
                <a:xfrm>
                  <a:off x="2281767" y="2249832"/>
                  <a:ext cx="1663700" cy="1651000"/>
                </a:xfrm>
                <a:prstGeom prst="rect">
                  <a:avLst/>
                </a:prstGeom>
                <a:ln w="28575">
                  <a:solidFill>
                    <a:srgbClr val="C00000"/>
                  </a:solidFill>
                  <a:prstDash val="dash"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752CFC4-D77B-8266-45E4-DCBCEEF19B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1767" y="2249832"/>
                  <a:ext cx="1663700" cy="165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rgbClr val="C00000"/>
                  </a:solidFill>
                  <a:prstDash val="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CFD30F5-89E1-8E51-F637-47DA8D58815E}"/>
                    </a:ext>
                  </a:extLst>
                </p:cNvPr>
                <p:cNvSpPr txBox="1"/>
                <p:nvPr/>
              </p:nvSpPr>
              <p:spPr>
                <a:xfrm>
                  <a:off x="1992842" y="1922807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CFD30F5-89E1-8E51-F637-47DA8D588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2842" y="1922807"/>
                  <a:ext cx="21961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222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E9F8B8-CB3F-7B65-8B62-8A7D710BA5C1}"/>
                    </a:ext>
                  </a:extLst>
                </p:cNvPr>
                <p:cNvSpPr txBox="1"/>
                <p:nvPr/>
              </p:nvSpPr>
              <p:spPr>
                <a:xfrm>
                  <a:off x="2329698" y="2287863"/>
                  <a:ext cx="585481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𝑐ℎ𝑖𝑝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E9F8B8-CB3F-7B65-8B62-8A7D710BA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698" y="2287863"/>
                  <a:ext cx="585481" cy="298415"/>
                </a:xfrm>
                <a:prstGeom prst="rect">
                  <a:avLst/>
                </a:prstGeom>
                <a:blipFill>
                  <a:blip r:embed="rId5"/>
                  <a:stretch>
                    <a:fillRect l="-8333" r="-4167" b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2A3D335-2B20-9D7D-C77F-08182A4B90C3}"/>
                </a:ext>
              </a:extLst>
            </p:cNvPr>
            <p:cNvCxnSpPr>
              <a:cxnSpLocks/>
              <a:stCxn id="5" idx="1"/>
              <a:endCxn id="5" idx="3"/>
            </p:cNvCxnSpPr>
            <p:nvPr/>
          </p:nvCxnSpPr>
          <p:spPr>
            <a:xfrm>
              <a:off x="1884892" y="3075332"/>
              <a:ext cx="245745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BA1550E-6DD5-1996-57D2-DC9C2E86624D}"/>
                </a:ext>
              </a:extLst>
            </p:cNvPr>
            <p:cNvCxnSpPr>
              <a:cxnSpLocks/>
              <a:stCxn id="5" idx="0"/>
              <a:endCxn id="5" idx="2"/>
            </p:cNvCxnSpPr>
            <p:nvPr/>
          </p:nvCxnSpPr>
          <p:spPr>
            <a:xfrm>
              <a:off x="3113617" y="1846607"/>
              <a:ext cx="0" cy="245745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BA716AC-F42A-36E6-177E-54EBC2A8885A}"/>
                </a:ext>
              </a:extLst>
            </p:cNvPr>
            <p:cNvCxnSpPr>
              <a:cxnSpLocks/>
            </p:cNvCxnSpPr>
            <p:nvPr/>
          </p:nvCxnSpPr>
          <p:spPr>
            <a:xfrm>
              <a:off x="1884892" y="2681597"/>
              <a:ext cx="245745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E5824C3-3390-BDD3-9775-0F43ED289969}"/>
                </a:ext>
              </a:extLst>
            </p:cNvPr>
            <p:cNvCxnSpPr>
              <a:cxnSpLocks/>
            </p:cNvCxnSpPr>
            <p:nvPr/>
          </p:nvCxnSpPr>
          <p:spPr>
            <a:xfrm>
              <a:off x="1884892" y="2249832"/>
              <a:ext cx="396875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734416A1-A3B0-9293-78C2-8EA8845196F1}"/>
                </a:ext>
              </a:extLst>
            </p:cNvPr>
            <p:cNvCxnSpPr>
              <a:cxnSpLocks/>
            </p:cNvCxnSpPr>
            <p:nvPr/>
          </p:nvCxnSpPr>
          <p:spPr>
            <a:xfrm>
              <a:off x="1884892" y="3488082"/>
              <a:ext cx="2457450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55E8957-1175-8F57-BD44-E3307422D555}"/>
                </a:ext>
              </a:extLst>
            </p:cNvPr>
            <p:cNvCxnSpPr>
              <a:cxnSpLocks/>
            </p:cNvCxnSpPr>
            <p:nvPr/>
          </p:nvCxnSpPr>
          <p:spPr>
            <a:xfrm>
              <a:off x="3526367" y="1846607"/>
              <a:ext cx="0" cy="245745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0BB3562E-F0E7-F7FA-A917-F4EA0ECECB22}"/>
                </a:ext>
              </a:extLst>
            </p:cNvPr>
            <p:cNvCxnSpPr>
              <a:cxnSpLocks/>
            </p:cNvCxnSpPr>
            <p:nvPr/>
          </p:nvCxnSpPr>
          <p:spPr>
            <a:xfrm>
              <a:off x="3945467" y="1846607"/>
              <a:ext cx="0" cy="402167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7974220-09A6-8952-ECF3-7AC3FE70942F}"/>
                </a:ext>
              </a:extLst>
            </p:cNvPr>
            <p:cNvCxnSpPr>
              <a:cxnSpLocks/>
            </p:cNvCxnSpPr>
            <p:nvPr/>
          </p:nvCxnSpPr>
          <p:spPr>
            <a:xfrm>
              <a:off x="2688167" y="1846607"/>
              <a:ext cx="0" cy="245745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EA56C20-524B-291C-A75C-3B1F1566A07F}"/>
                </a:ext>
              </a:extLst>
            </p:cNvPr>
            <p:cNvCxnSpPr>
              <a:cxnSpLocks/>
            </p:cNvCxnSpPr>
            <p:nvPr/>
          </p:nvCxnSpPr>
          <p:spPr>
            <a:xfrm>
              <a:off x="2281767" y="1846607"/>
              <a:ext cx="0" cy="403225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25FE735-6530-A4FA-791B-35256F50926B}"/>
                </a:ext>
              </a:extLst>
            </p:cNvPr>
            <p:cNvCxnSpPr>
              <a:cxnSpLocks/>
            </p:cNvCxnSpPr>
            <p:nvPr/>
          </p:nvCxnSpPr>
          <p:spPr>
            <a:xfrm>
              <a:off x="4013200" y="3900832"/>
              <a:ext cx="396875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4CA1C475-76A1-9DF0-A4F0-0A085ECBB996}"/>
                </a:ext>
              </a:extLst>
            </p:cNvPr>
            <p:cNvCxnSpPr>
              <a:cxnSpLocks/>
            </p:cNvCxnSpPr>
            <p:nvPr/>
          </p:nvCxnSpPr>
          <p:spPr>
            <a:xfrm>
              <a:off x="3976159" y="2248774"/>
              <a:ext cx="396875" cy="0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641D8AC-2C94-E5D1-902B-F7FB8CC64EA9}"/>
                </a:ext>
              </a:extLst>
            </p:cNvPr>
            <p:cNvCxnSpPr>
              <a:cxnSpLocks/>
            </p:cNvCxnSpPr>
            <p:nvPr/>
          </p:nvCxnSpPr>
          <p:spPr>
            <a:xfrm>
              <a:off x="3945467" y="3948457"/>
              <a:ext cx="0" cy="402167"/>
            </a:xfrm>
            <a:prstGeom prst="line">
              <a:avLst/>
            </a:prstGeom>
            <a:ln w="1905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0E5D8A2-C075-AF05-F89F-937B744992D0}"/>
                </a:ext>
              </a:extLst>
            </p:cNvPr>
            <p:cNvSpPr/>
            <p:nvPr/>
          </p:nvSpPr>
          <p:spPr>
            <a:xfrm>
              <a:off x="1892830" y="3896070"/>
              <a:ext cx="381000" cy="407987"/>
            </a:xfrm>
            <a:prstGeom prst="rect">
              <a:avLst/>
            </a:prstGeom>
            <a:ln w="28575"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CE404EA-2ED0-8FAF-C06D-2826D270F8AF}"/>
                    </a:ext>
                  </a:extLst>
                </p:cNvPr>
                <p:cNvSpPr txBox="1"/>
                <p:nvPr/>
              </p:nvSpPr>
              <p:spPr>
                <a:xfrm>
                  <a:off x="1956165" y="3950406"/>
                  <a:ext cx="292965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altLang="zh-CN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CE404EA-2ED0-8FAF-C06D-2826D270F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6165" y="3950406"/>
                  <a:ext cx="292965" cy="299313"/>
                </a:xfrm>
                <a:prstGeom prst="rect">
                  <a:avLst/>
                </a:prstGeom>
                <a:blipFill>
                  <a:blip r:embed="rId6"/>
                  <a:stretch>
                    <a:fillRect l="-18750" r="-10417" b="-244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B416CCF-ED78-341A-76A9-BCA47FB9A7BB}"/>
                </a:ext>
              </a:extLst>
            </p:cNvPr>
            <p:cNvCxnSpPr/>
            <p:nvPr/>
          </p:nvCxnSpPr>
          <p:spPr>
            <a:xfrm>
              <a:off x="2872317" y="2048606"/>
              <a:ext cx="48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0B0F3AB-146F-B19A-8ACF-FC2466F712FB}"/>
                </a:ext>
              </a:extLst>
            </p:cNvPr>
            <p:cNvCxnSpPr/>
            <p:nvPr/>
          </p:nvCxnSpPr>
          <p:spPr>
            <a:xfrm>
              <a:off x="2872317" y="4105211"/>
              <a:ext cx="48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D8603660-F6BD-B5DB-32E2-C1A17A42D3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92550" y="3075332"/>
              <a:ext cx="48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78159D2-611C-E5E4-31E5-19B9D6570C7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42029" y="3075332"/>
              <a:ext cx="4826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34F578C-B42A-2BB3-F860-4944A43D5A76}"/>
                    </a:ext>
                  </a:extLst>
                </p:cNvPr>
                <p:cNvSpPr txBox="1"/>
                <p:nvPr/>
              </p:nvSpPr>
              <p:spPr>
                <a:xfrm>
                  <a:off x="4410075" y="2924392"/>
                  <a:ext cx="1295932" cy="3018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  <m:t>面内</m:t>
                            </m:r>
                            <m:r>
                              <a:rPr lang="zh-CN" altLang="en-US" i="1" smtClean="0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  <m:t>导热</m:t>
                            </m:r>
                            <m:r>
                              <a:rPr lang="en-US" altLang="zh-CN" b="0" i="1" smtClean="0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6630D"/>
                                </a:solidFill>
                                <a:latin typeface="Cambria Math" panose="02040503050406030204" pitchFamily="18" charset="0"/>
                              </a:rPr>
                              <m:t>||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134F578C-B42A-2BB3-F860-4944A43D5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075" y="2924392"/>
                  <a:ext cx="1295932" cy="301878"/>
                </a:xfrm>
                <a:prstGeom prst="rect">
                  <a:avLst/>
                </a:prstGeom>
                <a:blipFill>
                  <a:blip r:embed="rId7"/>
                  <a:stretch>
                    <a:fillRect l="-5634" t="-6122" r="-2817" b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C5F3B6D1-C61D-788F-5E37-AFD7568A6E8B}"/>
                    </a:ext>
                  </a:extLst>
                </p:cNvPr>
                <p:cNvSpPr txBox="1"/>
                <p:nvPr/>
              </p:nvSpPr>
              <p:spPr>
                <a:xfrm>
                  <a:off x="1583564" y="4399376"/>
                  <a:ext cx="1038874" cy="299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l-GR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C5F3B6D1-C61D-788F-5E37-AFD7568A6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3564" y="4399376"/>
                  <a:ext cx="1038874" cy="299313"/>
                </a:xfrm>
                <a:prstGeom prst="rect">
                  <a:avLst/>
                </a:prstGeom>
                <a:blipFill>
                  <a:blip r:embed="rId8"/>
                  <a:stretch>
                    <a:fillRect l="-4706" r="-2353" b="-265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71AAD0B8-ECF5-482C-53AF-2CFECA52F722}"/>
                </a:ext>
              </a:extLst>
            </p:cNvPr>
            <p:cNvCxnSpPr>
              <a:cxnSpLocks/>
            </p:cNvCxnSpPr>
            <p:nvPr/>
          </p:nvCxnSpPr>
          <p:spPr>
            <a:xfrm>
              <a:off x="4342342" y="4304057"/>
              <a:ext cx="4063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C5D99CE-9E66-BFC1-872F-A90A816A9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9637" y="1507099"/>
              <a:ext cx="3195" cy="4042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CA904E8-65CC-0036-5799-06E8D5E0AAD3}"/>
                    </a:ext>
                  </a:extLst>
                </p:cNvPr>
                <p:cNvSpPr txBox="1"/>
                <p:nvPr/>
              </p:nvSpPr>
              <p:spPr>
                <a:xfrm>
                  <a:off x="2688167" y="1408883"/>
                  <a:ext cx="14742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/>
                    <a:t>绝热边界 </a:t>
                  </a:r>
                  <a14:m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𝜕𝛺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CA904E8-65CC-0036-5799-06E8D5E0A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8167" y="1408883"/>
                  <a:ext cx="147425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719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7DDA8F9E-37A2-606C-86A0-A16878029E81}"/>
                    </a:ext>
                  </a:extLst>
                </p:cNvPr>
                <p:cNvSpPr txBox="1"/>
                <p:nvPr/>
              </p:nvSpPr>
              <p:spPr>
                <a:xfrm>
                  <a:off x="4489289" y="4309490"/>
                  <a:ext cx="1929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7DDA8F9E-37A2-606C-86A0-A16878029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9289" y="4309490"/>
                  <a:ext cx="19293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625" r="-9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6CDB139B-DD61-2DD0-5C4B-BD02E611CA9A}"/>
                    </a:ext>
                  </a:extLst>
                </p:cNvPr>
                <p:cNvSpPr txBox="1"/>
                <p:nvPr/>
              </p:nvSpPr>
              <p:spPr>
                <a:xfrm>
                  <a:off x="1597858" y="1455049"/>
                  <a:ext cx="1963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6CDB139B-DD61-2DD0-5C4B-BD02E611C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7858" y="1455049"/>
                  <a:ext cx="19633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8125" r="-25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2B91359-1016-4217-E239-6CB84F3EAA31}"/>
                    </a:ext>
                  </a:extLst>
                </p:cNvPr>
                <p:cNvSpPr txBox="1"/>
                <p:nvPr/>
              </p:nvSpPr>
              <p:spPr>
                <a:xfrm>
                  <a:off x="4539563" y="1800723"/>
                  <a:ext cx="123385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求解量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02B91359-1016-4217-E239-6CB84F3EA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563" y="1800723"/>
                  <a:ext cx="1233856" cy="646331"/>
                </a:xfrm>
                <a:prstGeom prst="rect">
                  <a:avLst/>
                </a:prstGeom>
                <a:blipFill>
                  <a:blip r:embed="rId12"/>
                  <a:stretch>
                    <a:fillRect l="-4455" t="-4717" b="-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7" name="图片 96">
            <a:extLst>
              <a:ext uri="{FF2B5EF4-FFF2-40B4-BE49-F238E27FC236}">
                <a16:creationId xmlns:a16="http://schemas.microsoft.com/office/drawing/2014/main" id="{3D46E6D4-646B-3842-4C23-5611DC8354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0504" y="1731117"/>
            <a:ext cx="4230991" cy="339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5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3741</TotalTime>
  <Words>696</Words>
  <Application>Microsoft Office PowerPoint</Application>
  <PresentationFormat>宽屏</PresentationFormat>
  <Paragraphs>235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建秋 郑</dc:creator>
  <cp:lastModifiedBy>建秋 郑</cp:lastModifiedBy>
  <cp:revision>21</cp:revision>
  <dcterms:created xsi:type="dcterms:W3CDTF">2026-08-27T16:41:34Z</dcterms:created>
  <dcterms:modified xsi:type="dcterms:W3CDTF">2026-08-30T16:12:44Z</dcterms:modified>
</cp:coreProperties>
</file>